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comments/modernComment_160_0.xml" ContentType="application/vnd.ms-powerpoint.comments+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59"/>
  </p:notesMasterIdLst>
  <p:sldIdLst>
    <p:sldId id="257" r:id="rId5"/>
    <p:sldId id="288" r:id="rId6"/>
    <p:sldId id="279" r:id="rId7"/>
    <p:sldId id="291" r:id="rId8"/>
    <p:sldId id="293" r:id="rId9"/>
    <p:sldId id="294" r:id="rId10"/>
    <p:sldId id="280" r:id="rId11"/>
    <p:sldId id="476" r:id="rId12"/>
    <p:sldId id="295" r:id="rId13"/>
    <p:sldId id="281" r:id="rId14"/>
    <p:sldId id="464" r:id="rId15"/>
    <p:sldId id="417" r:id="rId16"/>
    <p:sldId id="283" r:id="rId17"/>
    <p:sldId id="296" r:id="rId18"/>
    <p:sldId id="282" r:id="rId19"/>
    <p:sldId id="299" r:id="rId20"/>
    <p:sldId id="418" r:id="rId21"/>
    <p:sldId id="480" r:id="rId22"/>
    <p:sldId id="419" r:id="rId23"/>
    <p:sldId id="420" r:id="rId24"/>
    <p:sldId id="421" r:id="rId25"/>
    <p:sldId id="422" r:id="rId26"/>
    <p:sldId id="423" r:id="rId27"/>
    <p:sldId id="424" r:id="rId28"/>
    <p:sldId id="425" r:id="rId29"/>
    <p:sldId id="426" r:id="rId30"/>
    <p:sldId id="427" r:id="rId31"/>
    <p:sldId id="428" r:id="rId32"/>
    <p:sldId id="429" r:id="rId33"/>
    <p:sldId id="430" r:id="rId34"/>
    <p:sldId id="431" r:id="rId35"/>
    <p:sldId id="481" r:id="rId36"/>
    <p:sldId id="482" r:id="rId37"/>
    <p:sldId id="483" r:id="rId38"/>
    <p:sldId id="484" r:id="rId39"/>
    <p:sldId id="485" r:id="rId40"/>
    <p:sldId id="486" r:id="rId41"/>
    <p:sldId id="487" r:id="rId42"/>
    <p:sldId id="488" r:id="rId43"/>
    <p:sldId id="489" r:id="rId44"/>
    <p:sldId id="490" r:id="rId45"/>
    <p:sldId id="491" r:id="rId46"/>
    <p:sldId id="492" r:id="rId47"/>
    <p:sldId id="493" r:id="rId48"/>
    <p:sldId id="494" r:id="rId49"/>
    <p:sldId id="442" r:id="rId50"/>
    <p:sldId id="278" r:id="rId51"/>
    <p:sldId id="285" r:id="rId52"/>
    <p:sldId id="314" r:id="rId53"/>
    <p:sldId id="292" r:id="rId54"/>
    <p:sldId id="495" r:id="rId55"/>
    <p:sldId id="334" r:id="rId56"/>
    <p:sldId id="461" r:id="rId57"/>
    <p:sldId id="315" r:id="rId58"/>
    <p:sldId id="286" r:id="rId59"/>
    <p:sldId id="332" r:id="rId60"/>
    <p:sldId id="469" r:id="rId61"/>
    <p:sldId id="316" r:id="rId62"/>
    <p:sldId id="333" r:id="rId63"/>
    <p:sldId id="336" r:id="rId64"/>
    <p:sldId id="463" r:id="rId65"/>
    <p:sldId id="443" r:id="rId66"/>
    <p:sldId id="445" r:id="rId67"/>
    <p:sldId id="446" r:id="rId68"/>
    <p:sldId id="447" r:id="rId69"/>
    <p:sldId id="449" r:id="rId70"/>
    <p:sldId id="450" r:id="rId71"/>
    <p:sldId id="451" r:id="rId72"/>
    <p:sldId id="452" r:id="rId73"/>
    <p:sldId id="453" r:id="rId74"/>
    <p:sldId id="454" r:id="rId75"/>
    <p:sldId id="455" r:id="rId76"/>
    <p:sldId id="456" r:id="rId77"/>
    <p:sldId id="457" r:id="rId78"/>
    <p:sldId id="458" r:id="rId79"/>
    <p:sldId id="459" r:id="rId80"/>
    <p:sldId id="460" r:id="rId81"/>
    <p:sldId id="287" r:id="rId82"/>
    <p:sldId id="352" r:id="rId83"/>
    <p:sldId id="353" r:id="rId84"/>
    <p:sldId id="354" r:id="rId85"/>
    <p:sldId id="355" r:id="rId86"/>
    <p:sldId id="441" r:id="rId87"/>
    <p:sldId id="357" r:id="rId88"/>
    <p:sldId id="261" r:id="rId89"/>
    <p:sldId id="358" r:id="rId90"/>
    <p:sldId id="416" r:id="rId91"/>
    <p:sldId id="290" r:id="rId92"/>
    <p:sldId id="302" r:id="rId93"/>
    <p:sldId id="304" r:id="rId94"/>
    <p:sldId id="478" r:id="rId95"/>
    <p:sldId id="306" r:id="rId96"/>
    <p:sldId id="308" r:id="rId97"/>
    <p:sldId id="466" r:id="rId98"/>
    <p:sldId id="309" r:id="rId99"/>
    <p:sldId id="310" r:id="rId100"/>
    <p:sldId id="311" r:id="rId101"/>
    <p:sldId id="313" r:id="rId102"/>
    <p:sldId id="312" r:id="rId103"/>
    <p:sldId id="301" r:id="rId104"/>
    <p:sldId id="467" r:id="rId105"/>
    <p:sldId id="468" r:id="rId106"/>
    <p:sldId id="477" r:id="rId107"/>
    <p:sldId id="470" r:id="rId108"/>
    <p:sldId id="471" r:id="rId109"/>
    <p:sldId id="472" r:id="rId110"/>
    <p:sldId id="474" r:id="rId111"/>
    <p:sldId id="473" r:id="rId112"/>
    <p:sldId id="366" r:id="rId113"/>
    <p:sldId id="359" r:id="rId114"/>
    <p:sldId id="360" r:id="rId115"/>
    <p:sldId id="263" r:id="rId116"/>
    <p:sldId id="361" r:id="rId117"/>
    <p:sldId id="259" r:id="rId118"/>
    <p:sldId id="362" r:id="rId119"/>
    <p:sldId id="364" r:id="rId120"/>
    <p:sldId id="365" r:id="rId121"/>
    <p:sldId id="415" r:id="rId122"/>
    <p:sldId id="408" r:id="rId123"/>
    <p:sldId id="409" r:id="rId124"/>
    <p:sldId id="410" r:id="rId125"/>
    <p:sldId id="411" r:id="rId126"/>
    <p:sldId id="412" r:id="rId127"/>
    <p:sldId id="413" r:id="rId128"/>
    <p:sldId id="414" r:id="rId129"/>
    <p:sldId id="338" r:id="rId130"/>
    <p:sldId id="339" r:id="rId131"/>
    <p:sldId id="341" r:id="rId132"/>
    <p:sldId id="342" r:id="rId133"/>
    <p:sldId id="297" r:id="rId134"/>
    <p:sldId id="298" r:id="rId135"/>
    <p:sldId id="343" r:id="rId136"/>
    <p:sldId id="344" r:id="rId137"/>
    <p:sldId id="345" r:id="rId138"/>
    <p:sldId id="346" r:id="rId139"/>
    <p:sldId id="347" r:id="rId140"/>
    <p:sldId id="348" r:id="rId141"/>
    <p:sldId id="349" r:id="rId142"/>
    <p:sldId id="350" r:id="rId143"/>
    <p:sldId id="351" r:id="rId144"/>
    <p:sldId id="317" r:id="rId145"/>
    <p:sldId id="318" r:id="rId146"/>
    <p:sldId id="319" r:id="rId147"/>
    <p:sldId id="320" r:id="rId148"/>
    <p:sldId id="321" r:id="rId149"/>
    <p:sldId id="322" r:id="rId150"/>
    <p:sldId id="323" r:id="rId151"/>
    <p:sldId id="324" r:id="rId152"/>
    <p:sldId id="325" r:id="rId153"/>
    <p:sldId id="326" r:id="rId154"/>
    <p:sldId id="327" r:id="rId155"/>
    <p:sldId id="328" r:id="rId156"/>
    <p:sldId id="329" r:id="rId157"/>
    <p:sldId id="330" r:id="rId1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28D930B-831C-327E-8E2A-FE1676110A58}" name="Brady Hormuth" initials="" userId="S::brho8099@colorado.edu::675321f3-43a7-4a5d-b351-5c8501f8a164" providerId="AD"/>
  <p188:author id="{1B04E027-E257-4EE1-0083-DA23DF428DD0}" name="Grace Kallberg" initials="GK" userId="S::grka3921@colorado.edu::2ffee2a2-50a6-4774-b344-04f1f7e85363" providerId="AD"/>
  <p188:author id="{1CB7F048-B66A-A768-EF2A-768DA847C213}" name="Ian Connolly" initials="IC" userId="S::iaco6364@colorado.edu::c9a39a08-19cd-4fab-8ff6-a9422772da8f" providerId="AD"/>
  <p188:author id="{22347E80-6F32-AF21-1034-286E978BC494}" name="Adarsh Boddeda" initials="AB" userId="S::adbo5750@colorado.edu::5bcb050d-0f82-4168-9311-2157ac60d245" providerId="AD"/>
  <p188:author id="{056971DC-5113-096D-A414-4DCF7DF9ED57}" name="Luka Sullivan" initials="LS" userId="S::lusu7353@colorado.edu::abc291ab-e99a-4252-9517-49904b18f44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DAD5"/>
    <a:srgbClr val="2B2A27"/>
    <a:srgbClr val="C6890E"/>
    <a:srgbClr val="FFED0C"/>
    <a:srgbClr val="FF747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794" dt="2026-09-29T16:41:19.805"/>
    <p1510:client id="{33F2FD72-7DFE-24F4-E3C2-176B751A418C}" v="458" dt="2026-09-28T22:29:13.293"/>
    <p1510:client id="{3549ED5D-CCA6-29BD-866D-CD4F8B04F25C}" v="1377" dt="2026-09-29T03:21:52.359"/>
    <p1510:client id="{3E1EE9D0-1BE8-0756-CF34-905D784AFB9F}" v="627" dt="2026-09-28T18:48:34.086"/>
    <p1510:client id="{4A6631D8-DE78-F5B6-07E4-F6EDDF15344E}" v="1221" dt="2026-09-29T07:28:29.200"/>
    <p1510:client id="{4FE8D61F-7B2E-4F81-BD93-204CCA50E093}" v="4" dt="2026-09-29T16:37:14.353"/>
    <p1510:client id="{6BABEB1D-32BF-C764-6AE4-B81ABA84605A}" v="5" dt="2026-09-29T16:43:11.001"/>
    <p1510:client id="{87662D1B-999E-EA4C-866B-53A5A688F175}" v="2051" dt="2026-09-29T03:39:08.820"/>
    <p1510:client id="{88A496F1-899F-4A7D-98A6-3EE5CB5F369B}" v="2" dt="2026-09-29T15:36:54.501"/>
    <p1510:client id="{8A0BB1DC-3446-43B0-0983-8C250CF07ECA}" v="16" dt="2026-09-28T19:31:41.671"/>
    <p1510:client id="{92DB3588-F679-1479-8705-924B624D9EBF}" v="47" dt="2026-09-29T00:55:02.003"/>
    <p1510:client id="{A60C23C1-AF9E-AD45-AA89-3B5F4D7F5B81}" v="1690" dt="2026-09-29T00:40:12.151"/>
    <p1510:client id="{A79E4989-C90E-02A3-AD70-EA324B6ADD70}" v="3597" dt="2026-09-28T17:12:00.225"/>
    <p1510:client id="{B0C0E6C9-C4EA-CBF7-A866-AB230866335A}" v="18" dt="2026-09-28T22:36:44.318"/>
    <p1510:client id="{C4C92FF9-D391-4DAA-B70C-178775723B25}" v="188" dt="2026-09-28T17:58:32.569"/>
    <p1510:client id="{C52B0099-57CE-0E60-B555-FC16D59A89F2}" v="50" dt="2026-09-28T22:07:56.071"/>
    <p1510:client id="{C90CAFE4-A587-D6AC-6A25-42D427EFAABC}" v="47" dt="2026-09-29T05:26:29.329"/>
    <p1510:client id="{CC74B8D7-5BC7-96D5-A20B-40ED4A6DFA80}" v="435" dt="2026-09-28T22:29:37.287"/>
    <p1510:client id="{D36F52A0-0ECC-20AF-7219-A2E41F56775F}" v="19" dt="2026-09-28T21:32:45.463"/>
    <p1510:client id="{EC768F45-A568-433F-9A91-7D28BE9595E4}" v="612" dt="2026-09-29T15:48:57.993"/>
    <p1510:client id="{F4258C7E-495A-3A95-DF50-8F12E84698CA}" v="1227" dt="2026-09-28T21:27:19.1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59" Type="http://schemas.openxmlformats.org/officeDocument/2006/relationships/notesMaster" Target="notesMasters/notesMaster1.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presProps" Target="presProps.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slide" Target="slides/slide125.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40" Type="http://schemas.openxmlformats.org/officeDocument/2006/relationships/slide" Target="slides/slide136.xml"/><Relationship Id="rId145" Type="http://schemas.openxmlformats.org/officeDocument/2006/relationships/slide" Target="slides/slide141.xml"/><Relationship Id="rId161" Type="http://schemas.openxmlformats.org/officeDocument/2006/relationships/viewProps" Target="viewProps.xml"/><Relationship Id="rId16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slide" Target="slides/slide131.xml"/><Relationship Id="rId151" Type="http://schemas.openxmlformats.org/officeDocument/2006/relationships/slide" Target="slides/slide147.xml"/><Relationship Id="rId156" Type="http://schemas.openxmlformats.org/officeDocument/2006/relationships/slide" Target="slides/slide152.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slide" Target="slides/slide137.xml"/><Relationship Id="rId146" Type="http://schemas.openxmlformats.org/officeDocument/2006/relationships/slide" Target="slides/slide14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162" Type="http://schemas.openxmlformats.org/officeDocument/2006/relationships/theme" Target="theme/theme1.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157" Type="http://schemas.openxmlformats.org/officeDocument/2006/relationships/slide" Target="slides/slide153.xml"/><Relationship Id="rId61" Type="http://schemas.openxmlformats.org/officeDocument/2006/relationships/slide" Target="slides/slide57.xml"/><Relationship Id="rId82" Type="http://schemas.openxmlformats.org/officeDocument/2006/relationships/slide" Target="slides/slide78.xml"/><Relationship Id="rId152" Type="http://schemas.openxmlformats.org/officeDocument/2006/relationships/slide" Target="slides/slide14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tableStyles" Target="tableStyles.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16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microsoft.com/office/2015/10/relationships/revisionInfo" Target="revisionInfo.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k Ely" userId="S::jael8190@colorado.edu::ef1cc2f5-20f8-495e-8956-3f03c44ea3f9" providerId="AD" clId="Web-{C90CAFE4-A587-D6AC-6A25-42D427EFAABC}"/>
    <pc:docChg chg="addSld delSld modSld">
      <pc:chgData name="Jack Ely" userId="S::jael8190@colorado.edu::ef1cc2f5-20f8-495e-8956-3f03c44ea3f9" providerId="AD" clId="Web-{C90CAFE4-A587-D6AC-6A25-42D427EFAABC}" dt="2026-09-29T05:26:29.329" v="46"/>
      <pc:docMkLst>
        <pc:docMk/>
      </pc:docMkLst>
      <pc:sldChg chg="modSp">
        <pc:chgData name="Jack Ely" userId="S::jael8190@colorado.edu::ef1cc2f5-20f8-495e-8956-3f03c44ea3f9" providerId="AD" clId="Web-{C90CAFE4-A587-D6AC-6A25-42D427EFAABC}" dt="2026-09-29T05:25:21.719" v="28"/>
        <pc:sldMkLst>
          <pc:docMk/>
          <pc:sldMk cId="1127563244" sldId="431"/>
        </pc:sldMkLst>
        <pc:spChg chg="mod">
          <ac:chgData name="Jack Ely" userId="S::jael8190@colorado.edu::ef1cc2f5-20f8-495e-8956-3f03c44ea3f9" providerId="AD" clId="Web-{C90CAFE4-A587-D6AC-6A25-42D427EFAABC}" dt="2026-09-29T05:25:21.719" v="28"/>
          <ac:spMkLst>
            <pc:docMk/>
            <pc:sldMk cId="1127563244" sldId="431"/>
            <ac:spMk id="13" creationId="{CA12F686-3541-D9ED-926D-C1B9D888F67F}"/>
          </ac:spMkLst>
        </pc:spChg>
        <pc:grpChg chg="mod">
          <ac:chgData name="Jack Ely" userId="S::jael8190@colorado.edu::ef1cc2f5-20f8-495e-8956-3f03c44ea3f9" providerId="AD" clId="Web-{C90CAFE4-A587-D6AC-6A25-42D427EFAABC}" dt="2026-09-29T05:25:19.391" v="27" actId="1076"/>
          <ac:grpSpMkLst>
            <pc:docMk/>
            <pc:sldMk cId="1127563244" sldId="431"/>
            <ac:grpSpMk id="10" creationId="{FE564F8A-44BD-C2C3-6B91-A1E20AE5DA27}"/>
          </ac:grpSpMkLst>
        </pc:grpChg>
      </pc:sldChg>
      <pc:sldChg chg="del">
        <pc:chgData name="Jack Ely" userId="S::jael8190@colorado.edu::ef1cc2f5-20f8-495e-8956-3f03c44ea3f9" providerId="AD" clId="Web-{C90CAFE4-A587-D6AC-6A25-42D427EFAABC}" dt="2026-09-29T05:22:14.484" v="0"/>
        <pc:sldMkLst>
          <pc:docMk/>
          <pc:sldMk cId="844781562" sldId="432"/>
        </pc:sldMkLst>
      </pc:sldChg>
      <pc:sldChg chg="del">
        <pc:chgData name="Jack Ely" userId="S::jael8190@colorado.edu::ef1cc2f5-20f8-495e-8956-3f03c44ea3f9" providerId="AD" clId="Web-{C90CAFE4-A587-D6AC-6A25-42D427EFAABC}" dt="2026-09-29T05:22:15.468" v="1"/>
        <pc:sldMkLst>
          <pc:docMk/>
          <pc:sldMk cId="3072072699" sldId="433"/>
        </pc:sldMkLst>
      </pc:sldChg>
      <pc:sldChg chg="del">
        <pc:chgData name="Jack Ely" userId="S::jael8190@colorado.edu::ef1cc2f5-20f8-495e-8956-3f03c44ea3f9" providerId="AD" clId="Web-{C90CAFE4-A587-D6AC-6A25-42D427EFAABC}" dt="2026-09-29T05:22:17.171" v="2"/>
        <pc:sldMkLst>
          <pc:docMk/>
          <pc:sldMk cId="907759416" sldId="434"/>
        </pc:sldMkLst>
      </pc:sldChg>
      <pc:sldChg chg="del">
        <pc:chgData name="Jack Ely" userId="S::jael8190@colorado.edu::ef1cc2f5-20f8-495e-8956-3f03c44ea3f9" providerId="AD" clId="Web-{C90CAFE4-A587-D6AC-6A25-42D427EFAABC}" dt="2026-09-29T05:22:19.078" v="3"/>
        <pc:sldMkLst>
          <pc:docMk/>
          <pc:sldMk cId="2205209206" sldId="435"/>
        </pc:sldMkLst>
      </pc:sldChg>
      <pc:sldChg chg="del">
        <pc:chgData name="Jack Ely" userId="S::jael8190@colorado.edu::ef1cc2f5-20f8-495e-8956-3f03c44ea3f9" providerId="AD" clId="Web-{C90CAFE4-A587-D6AC-6A25-42D427EFAABC}" dt="2026-09-29T05:22:23.078" v="4"/>
        <pc:sldMkLst>
          <pc:docMk/>
          <pc:sldMk cId="1143298168" sldId="436"/>
        </pc:sldMkLst>
      </pc:sldChg>
      <pc:sldChg chg="delSp del">
        <pc:chgData name="Jack Ely" userId="S::jael8190@colorado.edu::ef1cc2f5-20f8-495e-8956-3f03c44ea3f9" providerId="AD" clId="Web-{C90CAFE4-A587-D6AC-6A25-42D427EFAABC}" dt="2026-09-29T05:22:27.718" v="6"/>
        <pc:sldMkLst>
          <pc:docMk/>
          <pc:sldMk cId="1485531281" sldId="437"/>
        </pc:sldMkLst>
        <pc:grpChg chg="del">
          <ac:chgData name="Jack Ely" userId="S::jael8190@colorado.edu::ef1cc2f5-20f8-495e-8956-3f03c44ea3f9" providerId="AD" clId="Web-{C90CAFE4-A587-D6AC-6A25-42D427EFAABC}" dt="2026-09-29T05:22:25.922" v="5"/>
          <ac:grpSpMkLst>
            <pc:docMk/>
            <pc:sldMk cId="1485531281" sldId="437"/>
            <ac:grpSpMk id="8" creationId="{C8AC28D8-FD47-564F-4962-1AB4C43E4401}"/>
          </ac:grpSpMkLst>
        </pc:grpChg>
      </pc:sldChg>
      <pc:sldChg chg="del">
        <pc:chgData name="Jack Ely" userId="S::jael8190@colorado.edu::ef1cc2f5-20f8-495e-8956-3f03c44ea3f9" providerId="AD" clId="Web-{C90CAFE4-A587-D6AC-6A25-42D427EFAABC}" dt="2026-09-29T05:22:28.750" v="7"/>
        <pc:sldMkLst>
          <pc:docMk/>
          <pc:sldMk cId="3745680642" sldId="438"/>
        </pc:sldMkLst>
      </pc:sldChg>
      <pc:sldChg chg="del">
        <pc:chgData name="Jack Ely" userId="S::jael8190@colorado.edu::ef1cc2f5-20f8-495e-8956-3f03c44ea3f9" providerId="AD" clId="Web-{C90CAFE4-A587-D6AC-6A25-42D427EFAABC}" dt="2026-09-29T05:22:29.390" v="8"/>
        <pc:sldMkLst>
          <pc:docMk/>
          <pc:sldMk cId="3089467087" sldId="439"/>
        </pc:sldMkLst>
      </pc:sldChg>
      <pc:sldChg chg="del">
        <pc:chgData name="Jack Ely" userId="S::jael8190@colorado.edu::ef1cc2f5-20f8-495e-8956-3f03c44ea3f9" providerId="AD" clId="Web-{C90CAFE4-A587-D6AC-6A25-42D427EFAABC}" dt="2026-09-29T05:22:30.672" v="9"/>
        <pc:sldMkLst>
          <pc:docMk/>
          <pc:sldMk cId="1736265777" sldId="440"/>
        </pc:sldMkLst>
      </pc:sldChg>
      <pc:sldChg chg="add">
        <pc:chgData name="Jack Ely" userId="S::jael8190@colorado.edu::ef1cc2f5-20f8-495e-8956-3f03c44ea3f9" providerId="AD" clId="Web-{C90CAFE4-A587-D6AC-6A25-42D427EFAABC}" dt="2026-09-29T05:22:39.343" v="10"/>
        <pc:sldMkLst>
          <pc:docMk/>
          <pc:sldMk cId="2025845195" sldId="481"/>
        </pc:sldMkLst>
      </pc:sldChg>
      <pc:sldChg chg="addSp modSp add">
        <pc:chgData name="Jack Ely" userId="S::jael8190@colorado.edu::ef1cc2f5-20f8-495e-8956-3f03c44ea3f9" providerId="AD" clId="Web-{C90CAFE4-A587-D6AC-6A25-42D427EFAABC}" dt="2026-09-29T05:25:50.391" v="32" actId="20577"/>
        <pc:sldMkLst>
          <pc:docMk/>
          <pc:sldMk cId="2851188367" sldId="482"/>
        </pc:sldMkLst>
        <pc:spChg chg="mod">
          <ac:chgData name="Jack Ely" userId="S::jael8190@colorado.edu::ef1cc2f5-20f8-495e-8956-3f03c44ea3f9" providerId="AD" clId="Web-{C90CAFE4-A587-D6AC-6A25-42D427EFAABC}" dt="2026-09-29T05:25:50.391" v="32" actId="20577"/>
          <ac:spMkLst>
            <pc:docMk/>
            <pc:sldMk cId="2851188367" sldId="482"/>
            <ac:spMk id="12" creationId="{FD99E82E-4B09-4160-23E5-7586D95031E9}"/>
          </ac:spMkLst>
        </pc:spChg>
        <pc:grpChg chg="add">
          <ac:chgData name="Jack Ely" userId="S::jael8190@colorado.edu::ef1cc2f5-20f8-495e-8956-3f03c44ea3f9" providerId="AD" clId="Web-{C90CAFE4-A587-D6AC-6A25-42D427EFAABC}" dt="2026-09-29T05:25:37.704" v="29"/>
          <ac:grpSpMkLst>
            <pc:docMk/>
            <pc:sldMk cId="2851188367" sldId="482"/>
            <ac:grpSpMk id="17" creationId="{6DBA19A8-DF8D-18AF-888B-01E4B87463ED}"/>
          </ac:grpSpMkLst>
        </pc:grpChg>
      </pc:sldChg>
      <pc:sldChg chg="addSp add">
        <pc:chgData name="Jack Ely" userId="S::jael8190@colorado.edu::ef1cc2f5-20f8-495e-8956-3f03c44ea3f9" providerId="AD" clId="Web-{C90CAFE4-A587-D6AC-6A25-42D427EFAABC}" dt="2026-09-29T05:25:57.938" v="33"/>
        <pc:sldMkLst>
          <pc:docMk/>
          <pc:sldMk cId="1389274445" sldId="483"/>
        </pc:sldMkLst>
        <pc:grpChg chg="add">
          <ac:chgData name="Jack Ely" userId="S::jael8190@colorado.edu::ef1cc2f5-20f8-495e-8956-3f03c44ea3f9" providerId="AD" clId="Web-{C90CAFE4-A587-D6AC-6A25-42D427EFAABC}" dt="2026-09-29T05:25:57.938" v="33"/>
          <ac:grpSpMkLst>
            <pc:docMk/>
            <pc:sldMk cId="1389274445" sldId="483"/>
            <ac:grpSpMk id="17" creationId="{C2EF6299-CE3B-9135-1551-0C170A9C1C67}"/>
          </ac:grpSpMkLst>
        </pc:grpChg>
      </pc:sldChg>
      <pc:sldChg chg="addSp add">
        <pc:chgData name="Jack Ely" userId="S::jael8190@colorado.edu::ef1cc2f5-20f8-495e-8956-3f03c44ea3f9" providerId="AD" clId="Web-{C90CAFE4-A587-D6AC-6A25-42D427EFAABC}" dt="2026-09-29T05:25:59.595" v="34"/>
        <pc:sldMkLst>
          <pc:docMk/>
          <pc:sldMk cId="2178632039" sldId="484"/>
        </pc:sldMkLst>
        <pc:grpChg chg="add">
          <ac:chgData name="Jack Ely" userId="S::jael8190@colorado.edu::ef1cc2f5-20f8-495e-8956-3f03c44ea3f9" providerId="AD" clId="Web-{C90CAFE4-A587-D6AC-6A25-42D427EFAABC}" dt="2026-09-29T05:25:59.595" v="34"/>
          <ac:grpSpMkLst>
            <pc:docMk/>
            <pc:sldMk cId="2178632039" sldId="484"/>
            <ac:grpSpMk id="16" creationId="{A34EE3EF-2AB2-D15B-6B15-CF7E1E4B7FB2}"/>
          </ac:grpSpMkLst>
        </pc:grpChg>
      </pc:sldChg>
      <pc:sldChg chg="addSp add">
        <pc:chgData name="Jack Ely" userId="S::jael8190@colorado.edu::ef1cc2f5-20f8-495e-8956-3f03c44ea3f9" providerId="AD" clId="Web-{C90CAFE4-A587-D6AC-6A25-42D427EFAABC}" dt="2026-09-29T05:26:01.251" v="35"/>
        <pc:sldMkLst>
          <pc:docMk/>
          <pc:sldMk cId="1474703330" sldId="485"/>
        </pc:sldMkLst>
        <pc:grpChg chg="add">
          <ac:chgData name="Jack Ely" userId="S::jael8190@colorado.edu::ef1cc2f5-20f8-495e-8956-3f03c44ea3f9" providerId="AD" clId="Web-{C90CAFE4-A587-D6AC-6A25-42D427EFAABC}" dt="2026-09-29T05:26:01.251" v="35"/>
          <ac:grpSpMkLst>
            <pc:docMk/>
            <pc:sldMk cId="1474703330" sldId="485"/>
            <ac:grpSpMk id="17" creationId="{6BFCEB34-3AFB-F30B-C637-EE797E5985E7}"/>
          </ac:grpSpMkLst>
        </pc:grpChg>
      </pc:sldChg>
      <pc:sldChg chg="addSp modSp add">
        <pc:chgData name="Jack Ely" userId="S::jael8190@colorado.edu::ef1cc2f5-20f8-495e-8956-3f03c44ea3f9" providerId="AD" clId="Web-{C90CAFE4-A587-D6AC-6A25-42D427EFAABC}" dt="2026-09-29T05:26:14.173" v="38" actId="14100"/>
        <pc:sldMkLst>
          <pc:docMk/>
          <pc:sldMk cId="2166057423" sldId="486"/>
        </pc:sldMkLst>
        <pc:spChg chg="mod">
          <ac:chgData name="Jack Ely" userId="S::jael8190@colorado.edu::ef1cc2f5-20f8-495e-8956-3f03c44ea3f9" providerId="AD" clId="Web-{C90CAFE4-A587-D6AC-6A25-42D427EFAABC}" dt="2026-09-29T05:26:14.173" v="38" actId="14100"/>
          <ac:spMkLst>
            <pc:docMk/>
            <pc:sldMk cId="2166057423" sldId="486"/>
            <ac:spMk id="18" creationId="{6B5D97B7-E8D6-CD61-3E9D-86C044024218}"/>
          </ac:spMkLst>
        </pc:spChg>
        <pc:grpChg chg="add">
          <ac:chgData name="Jack Ely" userId="S::jael8190@colorado.edu::ef1cc2f5-20f8-495e-8956-3f03c44ea3f9" providerId="AD" clId="Web-{C90CAFE4-A587-D6AC-6A25-42D427EFAABC}" dt="2026-09-29T05:26:03.235" v="36"/>
          <ac:grpSpMkLst>
            <pc:docMk/>
            <pc:sldMk cId="2166057423" sldId="486"/>
            <ac:grpSpMk id="11" creationId="{1BDC9454-95C5-9A37-9A31-4009DE9DCEBC}"/>
          </ac:grpSpMkLst>
        </pc:grpChg>
      </pc:sldChg>
      <pc:sldChg chg="addSp add">
        <pc:chgData name="Jack Ely" userId="S::jael8190@colorado.edu::ef1cc2f5-20f8-495e-8956-3f03c44ea3f9" providerId="AD" clId="Web-{C90CAFE4-A587-D6AC-6A25-42D427EFAABC}" dt="2026-09-29T05:26:16.751" v="39"/>
        <pc:sldMkLst>
          <pc:docMk/>
          <pc:sldMk cId="3320409687" sldId="487"/>
        </pc:sldMkLst>
        <pc:grpChg chg="add">
          <ac:chgData name="Jack Ely" userId="S::jael8190@colorado.edu::ef1cc2f5-20f8-495e-8956-3f03c44ea3f9" providerId="AD" clId="Web-{C90CAFE4-A587-D6AC-6A25-42D427EFAABC}" dt="2026-09-29T05:26:16.751" v="39"/>
          <ac:grpSpMkLst>
            <pc:docMk/>
            <pc:sldMk cId="3320409687" sldId="487"/>
            <ac:grpSpMk id="16" creationId="{0097DFBF-A6FB-60AD-6204-15AC85805F60}"/>
          </ac:grpSpMkLst>
        </pc:grpChg>
      </pc:sldChg>
      <pc:sldChg chg="addSp add">
        <pc:chgData name="Jack Ely" userId="S::jael8190@colorado.edu::ef1cc2f5-20f8-495e-8956-3f03c44ea3f9" providerId="AD" clId="Web-{C90CAFE4-A587-D6AC-6A25-42D427EFAABC}" dt="2026-09-29T05:26:18.438" v="40"/>
        <pc:sldMkLst>
          <pc:docMk/>
          <pc:sldMk cId="628435026" sldId="488"/>
        </pc:sldMkLst>
        <pc:grpChg chg="add">
          <ac:chgData name="Jack Ely" userId="S::jael8190@colorado.edu::ef1cc2f5-20f8-495e-8956-3f03c44ea3f9" providerId="AD" clId="Web-{C90CAFE4-A587-D6AC-6A25-42D427EFAABC}" dt="2026-09-29T05:26:18.438" v="40"/>
          <ac:grpSpMkLst>
            <pc:docMk/>
            <pc:sldMk cId="628435026" sldId="488"/>
            <ac:grpSpMk id="17" creationId="{56A7BCA4-1C78-2075-F870-E38E819DD6F4}"/>
          </ac:grpSpMkLst>
        </pc:grpChg>
      </pc:sldChg>
      <pc:sldChg chg="addSp add">
        <pc:chgData name="Jack Ely" userId="S::jael8190@colorado.edu::ef1cc2f5-20f8-495e-8956-3f03c44ea3f9" providerId="AD" clId="Web-{C90CAFE4-A587-D6AC-6A25-42D427EFAABC}" dt="2026-09-29T05:26:20.267" v="41"/>
        <pc:sldMkLst>
          <pc:docMk/>
          <pc:sldMk cId="1485531281" sldId="489"/>
        </pc:sldMkLst>
        <pc:grpChg chg="add">
          <ac:chgData name="Jack Ely" userId="S::jael8190@colorado.edu::ef1cc2f5-20f8-495e-8956-3f03c44ea3f9" providerId="AD" clId="Web-{C90CAFE4-A587-D6AC-6A25-42D427EFAABC}" dt="2026-09-29T05:26:20.267" v="41"/>
          <ac:grpSpMkLst>
            <pc:docMk/>
            <pc:sldMk cId="1485531281" sldId="489"/>
            <ac:grpSpMk id="17" creationId="{ADCC4C19-E273-18D1-7981-337E05584B23}"/>
          </ac:grpSpMkLst>
        </pc:grpChg>
      </pc:sldChg>
      <pc:sldChg chg="addSp add">
        <pc:chgData name="Jack Ely" userId="S::jael8190@colorado.edu::ef1cc2f5-20f8-495e-8956-3f03c44ea3f9" providerId="AD" clId="Web-{C90CAFE4-A587-D6AC-6A25-42D427EFAABC}" dt="2026-09-29T05:26:21.642" v="42"/>
        <pc:sldMkLst>
          <pc:docMk/>
          <pc:sldMk cId="2009317899" sldId="490"/>
        </pc:sldMkLst>
        <pc:grpChg chg="add">
          <ac:chgData name="Jack Ely" userId="S::jael8190@colorado.edu::ef1cc2f5-20f8-495e-8956-3f03c44ea3f9" providerId="AD" clId="Web-{C90CAFE4-A587-D6AC-6A25-42D427EFAABC}" dt="2026-09-29T05:26:21.642" v="42"/>
          <ac:grpSpMkLst>
            <pc:docMk/>
            <pc:sldMk cId="2009317899" sldId="490"/>
            <ac:grpSpMk id="13" creationId="{81CB66F9-649D-775E-7219-07298338448C}"/>
          </ac:grpSpMkLst>
        </pc:grpChg>
      </pc:sldChg>
      <pc:sldChg chg="addSp add">
        <pc:chgData name="Jack Ely" userId="S::jael8190@colorado.edu::ef1cc2f5-20f8-495e-8956-3f03c44ea3f9" providerId="AD" clId="Web-{C90CAFE4-A587-D6AC-6A25-42D427EFAABC}" dt="2026-09-29T05:26:23.610" v="43"/>
        <pc:sldMkLst>
          <pc:docMk/>
          <pc:sldMk cId="2278803190" sldId="491"/>
        </pc:sldMkLst>
        <pc:grpChg chg="add">
          <ac:chgData name="Jack Ely" userId="S::jael8190@colorado.edu::ef1cc2f5-20f8-495e-8956-3f03c44ea3f9" providerId="AD" clId="Web-{C90CAFE4-A587-D6AC-6A25-42D427EFAABC}" dt="2026-09-29T05:26:23.610" v="43"/>
          <ac:grpSpMkLst>
            <pc:docMk/>
            <pc:sldMk cId="2278803190" sldId="491"/>
            <ac:grpSpMk id="16" creationId="{38394861-7407-4FF8-92E4-4545B6773DBD}"/>
          </ac:grpSpMkLst>
        </pc:grpChg>
      </pc:sldChg>
      <pc:sldChg chg="addSp add">
        <pc:chgData name="Jack Ely" userId="S::jael8190@colorado.edu::ef1cc2f5-20f8-495e-8956-3f03c44ea3f9" providerId="AD" clId="Web-{C90CAFE4-A587-D6AC-6A25-42D427EFAABC}" dt="2026-09-29T05:26:25.767" v="44"/>
        <pc:sldMkLst>
          <pc:docMk/>
          <pc:sldMk cId="3745680642" sldId="492"/>
        </pc:sldMkLst>
        <pc:grpChg chg="add">
          <ac:chgData name="Jack Ely" userId="S::jael8190@colorado.edu::ef1cc2f5-20f8-495e-8956-3f03c44ea3f9" providerId="AD" clId="Web-{C90CAFE4-A587-D6AC-6A25-42D427EFAABC}" dt="2026-09-29T05:26:25.767" v="44"/>
          <ac:grpSpMkLst>
            <pc:docMk/>
            <pc:sldMk cId="3745680642" sldId="492"/>
            <ac:grpSpMk id="17" creationId="{C0B06130-2AAF-3B89-0D8B-3CC8B63D9FDB}"/>
          </ac:grpSpMkLst>
        </pc:grpChg>
      </pc:sldChg>
      <pc:sldChg chg="addSp add">
        <pc:chgData name="Jack Ely" userId="S::jael8190@colorado.edu::ef1cc2f5-20f8-495e-8956-3f03c44ea3f9" providerId="AD" clId="Web-{C90CAFE4-A587-D6AC-6A25-42D427EFAABC}" dt="2026-09-29T05:26:27.579" v="45"/>
        <pc:sldMkLst>
          <pc:docMk/>
          <pc:sldMk cId="528381244" sldId="493"/>
        </pc:sldMkLst>
        <pc:grpChg chg="add">
          <ac:chgData name="Jack Ely" userId="S::jael8190@colorado.edu::ef1cc2f5-20f8-495e-8956-3f03c44ea3f9" providerId="AD" clId="Web-{C90CAFE4-A587-D6AC-6A25-42D427EFAABC}" dt="2026-09-29T05:26:27.579" v="45"/>
          <ac:grpSpMkLst>
            <pc:docMk/>
            <pc:sldMk cId="528381244" sldId="493"/>
            <ac:grpSpMk id="21" creationId="{49CE1663-3C2F-469C-D96B-E8FD48439820}"/>
          </ac:grpSpMkLst>
        </pc:grpChg>
      </pc:sldChg>
      <pc:sldChg chg="addSp add">
        <pc:chgData name="Jack Ely" userId="S::jael8190@colorado.edu::ef1cc2f5-20f8-495e-8956-3f03c44ea3f9" providerId="AD" clId="Web-{C90CAFE4-A587-D6AC-6A25-42D427EFAABC}" dt="2026-09-29T05:26:29.329" v="46"/>
        <pc:sldMkLst>
          <pc:docMk/>
          <pc:sldMk cId="4137356982" sldId="494"/>
        </pc:sldMkLst>
        <pc:grpChg chg="add">
          <ac:chgData name="Jack Ely" userId="S::jael8190@colorado.edu::ef1cc2f5-20f8-495e-8956-3f03c44ea3f9" providerId="AD" clId="Web-{C90CAFE4-A587-D6AC-6A25-42D427EFAABC}" dt="2026-09-29T05:26:29.329" v="46"/>
          <ac:grpSpMkLst>
            <pc:docMk/>
            <pc:sldMk cId="4137356982" sldId="494"/>
            <ac:grpSpMk id="16" creationId="{7EF724F5-B064-EB40-6E29-4D84D90F36A7}"/>
          </ac:grpSpMkLst>
        </pc:grpChg>
      </pc:sldChg>
    </pc:docChg>
  </pc:docChgLst>
  <pc:docChgLst>
    <pc:chgData name="Grace Kallberg" userId="S::grka3921@colorado.edu::2ffee2a2-50a6-4774-b344-04f1f7e85363" providerId="AD" clId="Web-{00000000-0000-0000-0000-000000000000}"/>
    <pc:docChg chg="addSld modSld sldOrd">
      <pc:chgData name="Grace Kallberg" userId="S::grka3921@colorado.edu::2ffee2a2-50a6-4774-b344-04f1f7e85363" providerId="AD" clId="Web-{00000000-0000-0000-0000-000000000000}" dt="2026-09-25T17:25:49.537" v="445" actId="20577"/>
      <pc:docMkLst>
        <pc:docMk/>
      </pc:docMkLst>
      <pc:sldChg chg="modSp">
        <pc:chgData name="Grace Kallberg" userId="S::grka3921@colorado.edu::2ffee2a2-50a6-4774-b344-04f1f7e85363" providerId="AD" clId="Web-{00000000-0000-0000-0000-000000000000}" dt="2026-09-25T17:25:16.473" v="436" actId="20577"/>
        <pc:sldMkLst>
          <pc:docMk/>
          <pc:sldMk cId="1532326384" sldId="278"/>
        </pc:sldMkLst>
        <pc:spChg chg="mod">
          <ac:chgData name="Grace Kallberg" userId="S::grka3921@colorado.edu::2ffee2a2-50a6-4774-b344-04f1f7e85363" providerId="AD" clId="Web-{00000000-0000-0000-0000-000000000000}" dt="2026-09-25T17:25:16.473" v="436" actId="20577"/>
          <ac:spMkLst>
            <pc:docMk/>
            <pc:sldMk cId="1532326384" sldId="278"/>
            <ac:spMk id="7" creationId="{00000000-0000-0000-0000-000000000000}"/>
          </ac:spMkLst>
        </pc:spChg>
      </pc:sldChg>
      <pc:sldChg chg="modSp">
        <pc:chgData name="Grace Kallberg" userId="S::grka3921@colorado.edu::2ffee2a2-50a6-4774-b344-04f1f7e85363" providerId="AD" clId="Web-{00000000-0000-0000-0000-000000000000}" dt="2026-09-24T18:05:34.964" v="347" actId="20577"/>
        <pc:sldMkLst>
          <pc:docMk/>
          <pc:sldMk cId="63945655" sldId="288"/>
        </pc:sldMkLst>
        <pc:graphicFrameChg chg="modGraphic">
          <ac:chgData name="Grace Kallberg" userId="S::grka3921@colorado.edu::2ffee2a2-50a6-4774-b344-04f1f7e85363" providerId="AD" clId="Web-{00000000-0000-0000-0000-000000000000}" dt="2026-09-24T18:05:34.964" v="347" actId="20577"/>
          <ac:graphicFrameMkLst>
            <pc:docMk/>
            <pc:sldMk cId="63945655" sldId="288"/>
            <ac:graphicFrameMk id="25" creationId="{055002E5-59F6-97AD-1C1A-E55FA94899AE}"/>
          </ac:graphicFrameMkLst>
        </pc:graphicFrameChg>
      </pc:sldChg>
      <pc:sldChg chg="modSp">
        <pc:chgData name="Grace Kallberg" userId="S::grka3921@colorado.edu::2ffee2a2-50a6-4774-b344-04f1f7e85363" providerId="AD" clId="Web-{00000000-0000-0000-0000-000000000000}" dt="2026-09-24T18:12:23.353" v="395" actId="1076"/>
        <pc:sldMkLst>
          <pc:docMk/>
          <pc:sldMk cId="3603949100" sldId="296"/>
        </pc:sldMkLst>
      </pc:sldChg>
      <pc:sldChg chg="modSp">
        <pc:chgData name="Grace Kallberg" userId="S::grka3921@colorado.edu::2ffee2a2-50a6-4774-b344-04f1f7e85363" providerId="AD" clId="Web-{00000000-0000-0000-0000-000000000000}" dt="2026-09-25T17:25:49.537" v="445" actId="20577"/>
        <pc:sldMkLst>
          <pc:docMk/>
          <pc:sldMk cId="0" sldId="352"/>
        </pc:sldMkLst>
        <pc:spChg chg="mod">
          <ac:chgData name="Grace Kallberg" userId="S::grka3921@colorado.edu::2ffee2a2-50a6-4774-b344-04f1f7e85363" providerId="AD" clId="Web-{00000000-0000-0000-0000-000000000000}" dt="2026-09-25T17:25:49.537" v="445" actId="20577"/>
          <ac:spMkLst>
            <pc:docMk/>
            <pc:sldMk cId="0" sldId="352"/>
            <ac:spMk id="4" creationId="{00000000-0000-0000-0000-000000000000}"/>
          </ac:spMkLst>
        </pc:spChg>
      </pc:sldChg>
      <pc:sldChg chg="addSp delSp modSp">
        <pc:chgData name="Grace Kallberg" userId="S::grka3921@colorado.edu::2ffee2a2-50a6-4774-b344-04f1f7e85363" providerId="AD" clId="Web-{00000000-0000-0000-0000-000000000000}" dt="2026-09-25T17:11:20.864" v="431" actId="1076"/>
        <pc:sldMkLst>
          <pc:docMk/>
          <pc:sldMk cId="1182251348" sldId="417"/>
        </pc:sldMkLst>
        <pc:picChg chg="add mod">
          <ac:chgData name="Grace Kallberg" userId="S::grka3921@colorado.edu::2ffee2a2-50a6-4774-b344-04f1f7e85363" providerId="AD" clId="Web-{00000000-0000-0000-0000-000000000000}" dt="2026-09-25T17:11:20.864" v="431" actId="1076"/>
          <ac:picMkLst>
            <pc:docMk/>
            <pc:sldMk cId="1182251348" sldId="417"/>
            <ac:picMk id="14" creationId="{346CCECD-3BB2-0F93-5EB2-26A5AB63BB8D}"/>
          </ac:picMkLst>
        </pc:picChg>
      </pc:sldChg>
      <pc:sldChg chg="modSp">
        <pc:chgData name="Grace Kallberg" userId="S::grka3921@colorado.edu::2ffee2a2-50a6-4774-b344-04f1f7e85363" providerId="AD" clId="Web-{00000000-0000-0000-0000-000000000000}" dt="2026-09-24T18:14:24.841" v="403"/>
        <pc:sldMkLst>
          <pc:docMk/>
          <pc:sldMk cId="3854651978" sldId="418"/>
        </pc:sldMkLst>
        <pc:graphicFrameChg chg="mod modGraphic">
          <ac:chgData name="Grace Kallberg" userId="S::grka3921@colorado.edu::2ffee2a2-50a6-4774-b344-04f1f7e85363" providerId="AD" clId="Web-{00000000-0000-0000-0000-000000000000}" dt="2026-09-24T18:14:24.841" v="403"/>
          <ac:graphicFrameMkLst>
            <pc:docMk/>
            <pc:sldMk cId="3854651978" sldId="418"/>
            <ac:graphicFrameMk id="7" creationId="{68FB5885-4030-EC8A-2B26-702217160D6E}"/>
          </ac:graphicFrameMkLst>
        </pc:graphicFrameChg>
      </pc:sldChg>
      <pc:sldChg chg="addSp delSp modSp">
        <pc:chgData name="Grace Kallberg" userId="S::grka3921@colorado.edu::2ffee2a2-50a6-4774-b344-04f1f7e85363" providerId="AD" clId="Web-{00000000-0000-0000-0000-000000000000}" dt="2026-09-24T17:53:54.614" v="345"/>
        <pc:sldMkLst>
          <pc:docMk/>
          <pc:sldMk cId="3850214650" sldId="447"/>
        </pc:sldMkLst>
        <pc:graphicFrameChg chg="mod modGraphic">
          <ac:chgData name="Grace Kallberg" userId="S::grka3921@colorado.edu::2ffee2a2-50a6-4774-b344-04f1f7e85363" providerId="AD" clId="Web-{00000000-0000-0000-0000-000000000000}" dt="2026-09-24T17:53:54.614" v="345"/>
          <ac:graphicFrameMkLst>
            <pc:docMk/>
            <pc:sldMk cId="3850214650" sldId="447"/>
            <ac:graphicFrameMk id="9" creationId="{B3C17548-D674-A613-6A6D-4ACC1A9F24BF}"/>
          </ac:graphicFrameMkLst>
        </pc:graphicFrameChg>
      </pc:sldChg>
      <pc:sldChg chg="addSp delSp modSp add ord replId">
        <pc:chgData name="Grace Kallberg" userId="S::grka3921@colorado.edu::2ffee2a2-50a6-4774-b344-04f1f7e85363" providerId="AD" clId="Web-{00000000-0000-0000-0000-000000000000}" dt="2026-09-24T17:32:45.573" v="261" actId="1076"/>
        <pc:sldMkLst>
          <pc:docMk/>
          <pc:sldMk cId="1883807917" sldId="464"/>
        </pc:sldMkLst>
        <pc:spChg chg="mod">
          <ac:chgData name="Grace Kallberg" userId="S::grka3921@colorado.edu::2ffee2a2-50a6-4774-b344-04f1f7e85363" providerId="AD" clId="Web-{00000000-0000-0000-0000-000000000000}" dt="2026-09-24T17:07:56.193" v="20" actId="20577"/>
          <ac:spMkLst>
            <pc:docMk/>
            <pc:sldMk cId="1883807917" sldId="464"/>
            <ac:spMk id="4" creationId="{AAFDD31C-497D-87CC-B443-6E6DB2B94566}"/>
          </ac:spMkLst>
        </pc:spChg>
        <pc:spChg chg="mod">
          <ac:chgData name="Grace Kallberg" userId="S::grka3921@colorado.edu::2ffee2a2-50a6-4774-b344-04f1f7e85363" providerId="AD" clId="Web-{00000000-0000-0000-0000-000000000000}" dt="2026-09-24T17:32:45.573" v="261" actId="1076"/>
          <ac:spMkLst>
            <pc:docMk/>
            <pc:sldMk cId="1883807917" sldId="464"/>
            <ac:spMk id="9" creationId="{4664E14A-5DC1-D0E7-8954-3C353D721360}"/>
          </ac:spMkLst>
        </pc:spChg>
        <pc:picChg chg="add mod">
          <ac:chgData name="Grace Kallberg" userId="S::grka3921@colorado.edu::2ffee2a2-50a6-4774-b344-04f1f7e85363" providerId="AD" clId="Web-{00000000-0000-0000-0000-000000000000}" dt="2026-09-24T17:24:53.150" v="57" actId="1076"/>
          <ac:picMkLst>
            <pc:docMk/>
            <pc:sldMk cId="1883807917" sldId="464"/>
            <ac:picMk id="11" creationId="{6A1ED78B-169D-E04F-4D6F-21F0EAFD9703}"/>
          </ac:picMkLst>
        </pc:picChg>
      </pc:sldChg>
    </pc:docChg>
  </pc:docChgLst>
  <pc:docChgLst>
    <pc:chgData name="Luka Sullivan" userId="abc291ab-e99a-4252-9517-49904b18f44f" providerId="ADAL" clId="{2DB862A1-70E8-54D7-AF1A-98EB71D84FD0}"/>
    <pc:docChg chg="undo custSel modSld modMainMaster modShowInfo">
      <pc:chgData name="Luka Sullivan" userId="abc291ab-e99a-4252-9517-49904b18f44f" providerId="ADAL" clId="{2DB862A1-70E8-54D7-AF1A-98EB71D84FD0}" dt="2026-09-29T03:39:08.820" v="2489" actId="20577"/>
      <pc:docMkLst>
        <pc:docMk/>
      </pc:docMkLst>
      <pc:sldChg chg="modTransition">
        <pc:chgData name="Luka Sullivan" userId="abc291ab-e99a-4252-9517-49904b18f44f" providerId="ADAL" clId="{2DB862A1-70E8-54D7-AF1A-98EB71D84FD0}" dt="2026-09-28T21:23:43.111" v="804"/>
        <pc:sldMkLst>
          <pc:docMk/>
          <pc:sldMk cId="4014242925" sldId="257"/>
        </pc:sldMkLst>
      </pc:sldChg>
      <pc:sldChg chg="modTransition">
        <pc:chgData name="Luka Sullivan" userId="abc291ab-e99a-4252-9517-49904b18f44f" providerId="ADAL" clId="{2DB862A1-70E8-54D7-AF1A-98EB71D84FD0}" dt="2026-09-28T21:23:43.111" v="804"/>
        <pc:sldMkLst>
          <pc:docMk/>
          <pc:sldMk cId="0" sldId="259"/>
        </pc:sldMkLst>
      </pc:sldChg>
      <pc:sldChg chg="modSp mod modTransition">
        <pc:chgData name="Luka Sullivan" userId="abc291ab-e99a-4252-9517-49904b18f44f" providerId="ADAL" clId="{2DB862A1-70E8-54D7-AF1A-98EB71D84FD0}" dt="2026-09-28T21:23:43.111" v="804"/>
        <pc:sldMkLst>
          <pc:docMk/>
          <pc:sldMk cId="0" sldId="261"/>
        </pc:sldMkLst>
        <pc:spChg chg="mod">
          <ac:chgData name="Luka Sullivan" userId="abc291ab-e99a-4252-9517-49904b18f44f" providerId="ADAL" clId="{2DB862A1-70E8-54D7-AF1A-98EB71D84FD0}" dt="2026-09-28T18:16:22.269" v="798" actId="20577"/>
          <ac:spMkLst>
            <pc:docMk/>
            <pc:sldMk cId="0" sldId="261"/>
            <ac:spMk id="14" creationId="{C906C351-CF59-7A87-DD60-B95060433DE0}"/>
          </ac:spMkLst>
        </pc:spChg>
      </pc:sldChg>
      <pc:sldChg chg="modTransition">
        <pc:chgData name="Luka Sullivan" userId="abc291ab-e99a-4252-9517-49904b18f44f" providerId="ADAL" clId="{2DB862A1-70E8-54D7-AF1A-98EB71D84FD0}" dt="2026-09-28T21:23:43.111" v="804"/>
        <pc:sldMkLst>
          <pc:docMk/>
          <pc:sldMk cId="0" sldId="263"/>
        </pc:sldMkLst>
      </pc:sldChg>
      <pc:sldChg chg="modTransition">
        <pc:chgData name="Luka Sullivan" userId="abc291ab-e99a-4252-9517-49904b18f44f" providerId="ADAL" clId="{2DB862A1-70E8-54D7-AF1A-98EB71D84FD0}" dt="2026-09-28T21:23:43.111" v="804"/>
        <pc:sldMkLst>
          <pc:docMk/>
          <pc:sldMk cId="1532326384" sldId="278"/>
        </pc:sldMkLst>
      </pc:sldChg>
      <pc:sldChg chg="modTransition">
        <pc:chgData name="Luka Sullivan" userId="abc291ab-e99a-4252-9517-49904b18f44f" providerId="ADAL" clId="{2DB862A1-70E8-54D7-AF1A-98EB71D84FD0}" dt="2026-09-28T21:23:43.111" v="804"/>
        <pc:sldMkLst>
          <pc:docMk/>
          <pc:sldMk cId="2995031529" sldId="279"/>
        </pc:sldMkLst>
      </pc:sldChg>
      <pc:sldChg chg="modTransition">
        <pc:chgData name="Luka Sullivan" userId="abc291ab-e99a-4252-9517-49904b18f44f" providerId="ADAL" clId="{2DB862A1-70E8-54D7-AF1A-98EB71D84FD0}" dt="2026-09-28T21:23:43.111" v="804"/>
        <pc:sldMkLst>
          <pc:docMk/>
          <pc:sldMk cId="353244228" sldId="280"/>
        </pc:sldMkLst>
      </pc:sldChg>
      <pc:sldChg chg="modTransition">
        <pc:chgData name="Luka Sullivan" userId="abc291ab-e99a-4252-9517-49904b18f44f" providerId="ADAL" clId="{2DB862A1-70E8-54D7-AF1A-98EB71D84FD0}" dt="2026-09-28T21:23:43.111" v="804"/>
        <pc:sldMkLst>
          <pc:docMk/>
          <pc:sldMk cId="2766371140" sldId="281"/>
        </pc:sldMkLst>
      </pc:sldChg>
      <pc:sldChg chg="modTransition">
        <pc:chgData name="Luka Sullivan" userId="abc291ab-e99a-4252-9517-49904b18f44f" providerId="ADAL" clId="{2DB862A1-70E8-54D7-AF1A-98EB71D84FD0}" dt="2026-09-28T21:23:43.111" v="804"/>
        <pc:sldMkLst>
          <pc:docMk/>
          <pc:sldMk cId="3903365930" sldId="282"/>
        </pc:sldMkLst>
      </pc:sldChg>
      <pc:sldChg chg="modTransition">
        <pc:chgData name="Luka Sullivan" userId="abc291ab-e99a-4252-9517-49904b18f44f" providerId="ADAL" clId="{2DB862A1-70E8-54D7-AF1A-98EB71D84FD0}" dt="2026-09-28T21:23:43.111" v="804"/>
        <pc:sldMkLst>
          <pc:docMk/>
          <pc:sldMk cId="2126636767" sldId="283"/>
        </pc:sldMkLst>
      </pc:sldChg>
      <pc:sldChg chg="modTransition">
        <pc:chgData name="Luka Sullivan" userId="abc291ab-e99a-4252-9517-49904b18f44f" providerId="ADAL" clId="{2DB862A1-70E8-54D7-AF1A-98EB71D84FD0}" dt="2026-09-28T21:23:43.111" v="804"/>
        <pc:sldMkLst>
          <pc:docMk/>
          <pc:sldMk cId="3015015640" sldId="285"/>
        </pc:sldMkLst>
      </pc:sldChg>
      <pc:sldChg chg="modTransition">
        <pc:chgData name="Luka Sullivan" userId="abc291ab-e99a-4252-9517-49904b18f44f" providerId="ADAL" clId="{2DB862A1-70E8-54D7-AF1A-98EB71D84FD0}" dt="2026-09-28T21:23:43.111" v="804"/>
        <pc:sldMkLst>
          <pc:docMk/>
          <pc:sldMk cId="4040930724" sldId="286"/>
        </pc:sldMkLst>
      </pc:sldChg>
      <pc:sldChg chg="modTransition">
        <pc:chgData name="Luka Sullivan" userId="abc291ab-e99a-4252-9517-49904b18f44f" providerId="ADAL" clId="{2DB862A1-70E8-54D7-AF1A-98EB71D84FD0}" dt="2026-09-28T21:23:43.111" v="804"/>
        <pc:sldMkLst>
          <pc:docMk/>
          <pc:sldMk cId="2447690154" sldId="287"/>
        </pc:sldMkLst>
      </pc:sldChg>
      <pc:sldChg chg="modTransition">
        <pc:chgData name="Luka Sullivan" userId="abc291ab-e99a-4252-9517-49904b18f44f" providerId="ADAL" clId="{2DB862A1-70E8-54D7-AF1A-98EB71D84FD0}" dt="2026-09-28T21:23:43.111" v="804"/>
        <pc:sldMkLst>
          <pc:docMk/>
          <pc:sldMk cId="63945655" sldId="288"/>
        </pc:sldMkLst>
      </pc:sldChg>
      <pc:sldChg chg="modTransition">
        <pc:chgData name="Luka Sullivan" userId="abc291ab-e99a-4252-9517-49904b18f44f" providerId="ADAL" clId="{2DB862A1-70E8-54D7-AF1A-98EB71D84FD0}" dt="2026-09-28T21:23:43.111" v="804"/>
        <pc:sldMkLst>
          <pc:docMk/>
          <pc:sldMk cId="758599013" sldId="290"/>
        </pc:sldMkLst>
      </pc:sldChg>
      <pc:sldChg chg="modTransition">
        <pc:chgData name="Luka Sullivan" userId="abc291ab-e99a-4252-9517-49904b18f44f" providerId="ADAL" clId="{2DB862A1-70E8-54D7-AF1A-98EB71D84FD0}" dt="2026-09-28T21:23:43.111" v="804"/>
        <pc:sldMkLst>
          <pc:docMk/>
          <pc:sldMk cId="2898157944" sldId="291"/>
        </pc:sldMkLst>
      </pc:sldChg>
      <pc:sldChg chg="modTransition">
        <pc:chgData name="Luka Sullivan" userId="abc291ab-e99a-4252-9517-49904b18f44f" providerId="ADAL" clId="{2DB862A1-70E8-54D7-AF1A-98EB71D84FD0}" dt="2026-09-28T21:23:43.111" v="804"/>
        <pc:sldMkLst>
          <pc:docMk/>
          <pc:sldMk cId="2883795665" sldId="292"/>
        </pc:sldMkLst>
      </pc:sldChg>
      <pc:sldChg chg="modTransition">
        <pc:chgData name="Luka Sullivan" userId="abc291ab-e99a-4252-9517-49904b18f44f" providerId="ADAL" clId="{2DB862A1-70E8-54D7-AF1A-98EB71D84FD0}" dt="2026-09-28T21:23:43.111" v="804"/>
        <pc:sldMkLst>
          <pc:docMk/>
          <pc:sldMk cId="1480998472" sldId="293"/>
        </pc:sldMkLst>
      </pc:sldChg>
      <pc:sldChg chg="modTransition">
        <pc:chgData name="Luka Sullivan" userId="abc291ab-e99a-4252-9517-49904b18f44f" providerId="ADAL" clId="{2DB862A1-70E8-54D7-AF1A-98EB71D84FD0}" dt="2026-09-28T21:23:43.111" v="804"/>
        <pc:sldMkLst>
          <pc:docMk/>
          <pc:sldMk cId="1633924911" sldId="294"/>
        </pc:sldMkLst>
      </pc:sldChg>
      <pc:sldChg chg="modTransition">
        <pc:chgData name="Luka Sullivan" userId="abc291ab-e99a-4252-9517-49904b18f44f" providerId="ADAL" clId="{2DB862A1-70E8-54D7-AF1A-98EB71D84FD0}" dt="2026-09-28T21:23:43.111" v="804"/>
        <pc:sldMkLst>
          <pc:docMk/>
          <pc:sldMk cId="1574109893" sldId="295"/>
        </pc:sldMkLst>
      </pc:sldChg>
      <pc:sldChg chg="modTransition">
        <pc:chgData name="Luka Sullivan" userId="abc291ab-e99a-4252-9517-49904b18f44f" providerId="ADAL" clId="{2DB862A1-70E8-54D7-AF1A-98EB71D84FD0}" dt="2026-09-28T21:23:43.111" v="804"/>
        <pc:sldMkLst>
          <pc:docMk/>
          <pc:sldMk cId="3603949100" sldId="296"/>
        </pc:sldMkLst>
      </pc:sldChg>
      <pc:sldChg chg="modTransition">
        <pc:chgData name="Luka Sullivan" userId="abc291ab-e99a-4252-9517-49904b18f44f" providerId="ADAL" clId="{2DB862A1-70E8-54D7-AF1A-98EB71D84FD0}" dt="2026-09-28T21:23:43.111" v="804"/>
        <pc:sldMkLst>
          <pc:docMk/>
          <pc:sldMk cId="406388477" sldId="297"/>
        </pc:sldMkLst>
      </pc:sldChg>
      <pc:sldChg chg="modTransition">
        <pc:chgData name="Luka Sullivan" userId="abc291ab-e99a-4252-9517-49904b18f44f" providerId="ADAL" clId="{2DB862A1-70E8-54D7-AF1A-98EB71D84FD0}" dt="2026-09-28T21:23:43.111" v="804"/>
        <pc:sldMkLst>
          <pc:docMk/>
          <pc:sldMk cId="1927935044" sldId="298"/>
        </pc:sldMkLst>
      </pc:sldChg>
      <pc:sldChg chg="modTransition">
        <pc:chgData name="Luka Sullivan" userId="abc291ab-e99a-4252-9517-49904b18f44f" providerId="ADAL" clId="{2DB862A1-70E8-54D7-AF1A-98EB71D84FD0}" dt="2026-09-28T21:23:43.111" v="804"/>
        <pc:sldMkLst>
          <pc:docMk/>
          <pc:sldMk cId="1629852573" sldId="299"/>
        </pc:sldMkLst>
      </pc:sldChg>
      <pc:sldChg chg="modTransition">
        <pc:chgData name="Luka Sullivan" userId="abc291ab-e99a-4252-9517-49904b18f44f" providerId="ADAL" clId="{2DB862A1-70E8-54D7-AF1A-98EB71D84FD0}" dt="2026-09-28T21:23:43.111" v="804"/>
        <pc:sldMkLst>
          <pc:docMk/>
          <pc:sldMk cId="850950735" sldId="301"/>
        </pc:sldMkLst>
      </pc:sldChg>
      <pc:sldChg chg="modTransition">
        <pc:chgData name="Luka Sullivan" userId="abc291ab-e99a-4252-9517-49904b18f44f" providerId="ADAL" clId="{2DB862A1-70E8-54D7-AF1A-98EB71D84FD0}" dt="2026-09-28T21:23:43.111" v="804"/>
        <pc:sldMkLst>
          <pc:docMk/>
          <pc:sldMk cId="3418061927" sldId="302"/>
        </pc:sldMkLst>
      </pc:sldChg>
      <pc:sldChg chg="modTransition">
        <pc:chgData name="Luka Sullivan" userId="abc291ab-e99a-4252-9517-49904b18f44f" providerId="ADAL" clId="{2DB862A1-70E8-54D7-AF1A-98EB71D84FD0}" dt="2026-09-28T21:23:43.111" v="804"/>
        <pc:sldMkLst>
          <pc:docMk/>
          <pc:sldMk cId="980221421" sldId="304"/>
        </pc:sldMkLst>
      </pc:sldChg>
      <pc:sldChg chg="modTransition">
        <pc:chgData name="Luka Sullivan" userId="abc291ab-e99a-4252-9517-49904b18f44f" providerId="ADAL" clId="{2DB862A1-70E8-54D7-AF1A-98EB71D84FD0}" dt="2026-09-28T21:23:43.111" v="804"/>
        <pc:sldMkLst>
          <pc:docMk/>
          <pc:sldMk cId="2048655281" sldId="305"/>
        </pc:sldMkLst>
      </pc:sldChg>
      <pc:sldChg chg="modTransition">
        <pc:chgData name="Luka Sullivan" userId="abc291ab-e99a-4252-9517-49904b18f44f" providerId="ADAL" clId="{2DB862A1-70E8-54D7-AF1A-98EB71D84FD0}" dt="2026-09-28T21:23:43.111" v="804"/>
        <pc:sldMkLst>
          <pc:docMk/>
          <pc:sldMk cId="3819122704" sldId="306"/>
        </pc:sldMkLst>
      </pc:sldChg>
      <pc:sldChg chg="modTransition">
        <pc:chgData name="Luka Sullivan" userId="abc291ab-e99a-4252-9517-49904b18f44f" providerId="ADAL" clId="{2DB862A1-70E8-54D7-AF1A-98EB71D84FD0}" dt="2026-09-28T21:23:43.111" v="804"/>
        <pc:sldMkLst>
          <pc:docMk/>
          <pc:sldMk cId="3841452946" sldId="308"/>
        </pc:sldMkLst>
      </pc:sldChg>
      <pc:sldChg chg="modTransition">
        <pc:chgData name="Luka Sullivan" userId="abc291ab-e99a-4252-9517-49904b18f44f" providerId="ADAL" clId="{2DB862A1-70E8-54D7-AF1A-98EB71D84FD0}" dt="2026-09-28T21:23:43.111" v="804"/>
        <pc:sldMkLst>
          <pc:docMk/>
          <pc:sldMk cId="540746266" sldId="309"/>
        </pc:sldMkLst>
      </pc:sldChg>
      <pc:sldChg chg="modTransition">
        <pc:chgData name="Luka Sullivan" userId="abc291ab-e99a-4252-9517-49904b18f44f" providerId="ADAL" clId="{2DB862A1-70E8-54D7-AF1A-98EB71D84FD0}" dt="2026-09-28T21:23:43.111" v="804"/>
        <pc:sldMkLst>
          <pc:docMk/>
          <pc:sldMk cId="3623098269" sldId="310"/>
        </pc:sldMkLst>
      </pc:sldChg>
      <pc:sldChg chg="modTransition">
        <pc:chgData name="Luka Sullivan" userId="abc291ab-e99a-4252-9517-49904b18f44f" providerId="ADAL" clId="{2DB862A1-70E8-54D7-AF1A-98EB71D84FD0}" dt="2026-09-28T21:23:43.111" v="804"/>
        <pc:sldMkLst>
          <pc:docMk/>
          <pc:sldMk cId="491786816" sldId="311"/>
        </pc:sldMkLst>
      </pc:sldChg>
      <pc:sldChg chg="modTransition">
        <pc:chgData name="Luka Sullivan" userId="abc291ab-e99a-4252-9517-49904b18f44f" providerId="ADAL" clId="{2DB862A1-70E8-54D7-AF1A-98EB71D84FD0}" dt="2026-09-28T21:23:43.111" v="804"/>
        <pc:sldMkLst>
          <pc:docMk/>
          <pc:sldMk cId="2716324023" sldId="312"/>
        </pc:sldMkLst>
      </pc:sldChg>
      <pc:sldChg chg="modTransition">
        <pc:chgData name="Luka Sullivan" userId="abc291ab-e99a-4252-9517-49904b18f44f" providerId="ADAL" clId="{2DB862A1-70E8-54D7-AF1A-98EB71D84FD0}" dt="2026-09-28T21:23:43.111" v="804"/>
        <pc:sldMkLst>
          <pc:docMk/>
          <pc:sldMk cId="3687251386" sldId="313"/>
        </pc:sldMkLst>
      </pc:sldChg>
      <pc:sldChg chg="modTransition">
        <pc:chgData name="Luka Sullivan" userId="abc291ab-e99a-4252-9517-49904b18f44f" providerId="ADAL" clId="{2DB862A1-70E8-54D7-AF1A-98EB71D84FD0}" dt="2026-09-28T21:23:43.111" v="804"/>
        <pc:sldMkLst>
          <pc:docMk/>
          <pc:sldMk cId="2042656529" sldId="314"/>
        </pc:sldMkLst>
      </pc:sldChg>
      <pc:sldChg chg="modTransition">
        <pc:chgData name="Luka Sullivan" userId="abc291ab-e99a-4252-9517-49904b18f44f" providerId="ADAL" clId="{2DB862A1-70E8-54D7-AF1A-98EB71D84FD0}" dt="2026-09-28T21:23:43.111" v="804"/>
        <pc:sldMkLst>
          <pc:docMk/>
          <pc:sldMk cId="1618021283" sldId="315"/>
        </pc:sldMkLst>
      </pc:sldChg>
      <pc:sldChg chg="modTransition">
        <pc:chgData name="Luka Sullivan" userId="abc291ab-e99a-4252-9517-49904b18f44f" providerId="ADAL" clId="{2DB862A1-70E8-54D7-AF1A-98EB71D84FD0}" dt="2026-09-28T21:23:43.111" v="804"/>
        <pc:sldMkLst>
          <pc:docMk/>
          <pc:sldMk cId="3890497555" sldId="316"/>
        </pc:sldMkLst>
      </pc:sldChg>
      <pc:sldChg chg="modTransition">
        <pc:chgData name="Luka Sullivan" userId="abc291ab-e99a-4252-9517-49904b18f44f" providerId="ADAL" clId="{2DB862A1-70E8-54D7-AF1A-98EB71D84FD0}" dt="2026-09-28T21:23:43.111" v="804"/>
        <pc:sldMkLst>
          <pc:docMk/>
          <pc:sldMk cId="2743331789" sldId="317"/>
        </pc:sldMkLst>
      </pc:sldChg>
      <pc:sldChg chg="modTransition">
        <pc:chgData name="Luka Sullivan" userId="abc291ab-e99a-4252-9517-49904b18f44f" providerId="ADAL" clId="{2DB862A1-70E8-54D7-AF1A-98EB71D84FD0}" dt="2026-09-28T21:23:43.111" v="804"/>
        <pc:sldMkLst>
          <pc:docMk/>
          <pc:sldMk cId="2727593841" sldId="318"/>
        </pc:sldMkLst>
      </pc:sldChg>
      <pc:sldChg chg="modTransition">
        <pc:chgData name="Luka Sullivan" userId="abc291ab-e99a-4252-9517-49904b18f44f" providerId="ADAL" clId="{2DB862A1-70E8-54D7-AF1A-98EB71D84FD0}" dt="2026-09-28T21:23:43.111" v="804"/>
        <pc:sldMkLst>
          <pc:docMk/>
          <pc:sldMk cId="3538388512" sldId="319"/>
        </pc:sldMkLst>
      </pc:sldChg>
      <pc:sldChg chg="modTransition">
        <pc:chgData name="Luka Sullivan" userId="abc291ab-e99a-4252-9517-49904b18f44f" providerId="ADAL" clId="{2DB862A1-70E8-54D7-AF1A-98EB71D84FD0}" dt="2026-09-28T21:23:43.111" v="804"/>
        <pc:sldMkLst>
          <pc:docMk/>
          <pc:sldMk cId="1972554887" sldId="320"/>
        </pc:sldMkLst>
      </pc:sldChg>
      <pc:sldChg chg="modTransition">
        <pc:chgData name="Luka Sullivan" userId="abc291ab-e99a-4252-9517-49904b18f44f" providerId="ADAL" clId="{2DB862A1-70E8-54D7-AF1A-98EB71D84FD0}" dt="2026-09-28T21:23:43.111" v="804"/>
        <pc:sldMkLst>
          <pc:docMk/>
          <pc:sldMk cId="1046141820" sldId="321"/>
        </pc:sldMkLst>
      </pc:sldChg>
      <pc:sldChg chg="modTransition">
        <pc:chgData name="Luka Sullivan" userId="abc291ab-e99a-4252-9517-49904b18f44f" providerId="ADAL" clId="{2DB862A1-70E8-54D7-AF1A-98EB71D84FD0}" dt="2026-09-28T21:23:43.111" v="804"/>
        <pc:sldMkLst>
          <pc:docMk/>
          <pc:sldMk cId="2505166910" sldId="322"/>
        </pc:sldMkLst>
      </pc:sldChg>
      <pc:sldChg chg="modTransition">
        <pc:chgData name="Luka Sullivan" userId="abc291ab-e99a-4252-9517-49904b18f44f" providerId="ADAL" clId="{2DB862A1-70E8-54D7-AF1A-98EB71D84FD0}" dt="2026-09-28T21:23:43.111" v="804"/>
        <pc:sldMkLst>
          <pc:docMk/>
          <pc:sldMk cId="1534760645" sldId="323"/>
        </pc:sldMkLst>
      </pc:sldChg>
      <pc:sldChg chg="modTransition">
        <pc:chgData name="Luka Sullivan" userId="abc291ab-e99a-4252-9517-49904b18f44f" providerId="ADAL" clId="{2DB862A1-70E8-54D7-AF1A-98EB71D84FD0}" dt="2026-09-28T21:23:43.111" v="804"/>
        <pc:sldMkLst>
          <pc:docMk/>
          <pc:sldMk cId="3330330972" sldId="324"/>
        </pc:sldMkLst>
      </pc:sldChg>
      <pc:sldChg chg="modTransition">
        <pc:chgData name="Luka Sullivan" userId="abc291ab-e99a-4252-9517-49904b18f44f" providerId="ADAL" clId="{2DB862A1-70E8-54D7-AF1A-98EB71D84FD0}" dt="2026-09-28T21:23:43.111" v="804"/>
        <pc:sldMkLst>
          <pc:docMk/>
          <pc:sldMk cId="1215206281" sldId="325"/>
        </pc:sldMkLst>
      </pc:sldChg>
      <pc:sldChg chg="modTransition">
        <pc:chgData name="Luka Sullivan" userId="abc291ab-e99a-4252-9517-49904b18f44f" providerId="ADAL" clId="{2DB862A1-70E8-54D7-AF1A-98EB71D84FD0}" dt="2026-09-28T21:23:43.111" v="804"/>
        <pc:sldMkLst>
          <pc:docMk/>
          <pc:sldMk cId="4099350749" sldId="326"/>
        </pc:sldMkLst>
      </pc:sldChg>
      <pc:sldChg chg="modTransition">
        <pc:chgData name="Luka Sullivan" userId="abc291ab-e99a-4252-9517-49904b18f44f" providerId="ADAL" clId="{2DB862A1-70E8-54D7-AF1A-98EB71D84FD0}" dt="2026-09-28T21:23:43.111" v="804"/>
        <pc:sldMkLst>
          <pc:docMk/>
          <pc:sldMk cId="3881567128" sldId="327"/>
        </pc:sldMkLst>
      </pc:sldChg>
      <pc:sldChg chg="modTransition">
        <pc:chgData name="Luka Sullivan" userId="abc291ab-e99a-4252-9517-49904b18f44f" providerId="ADAL" clId="{2DB862A1-70E8-54D7-AF1A-98EB71D84FD0}" dt="2026-09-28T21:23:43.111" v="804"/>
        <pc:sldMkLst>
          <pc:docMk/>
          <pc:sldMk cId="2103856901" sldId="328"/>
        </pc:sldMkLst>
      </pc:sldChg>
      <pc:sldChg chg="modTransition">
        <pc:chgData name="Luka Sullivan" userId="abc291ab-e99a-4252-9517-49904b18f44f" providerId="ADAL" clId="{2DB862A1-70E8-54D7-AF1A-98EB71D84FD0}" dt="2026-09-28T21:23:43.111" v="804"/>
        <pc:sldMkLst>
          <pc:docMk/>
          <pc:sldMk cId="3926333593" sldId="329"/>
        </pc:sldMkLst>
      </pc:sldChg>
      <pc:sldChg chg="modTransition">
        <pc:chgData name="Luka Sullivan" userId="abc291ab-e99a-4252-9517-49904b18f44f" providerId="ADAL" clId="{2DB862A1-70E8-54D7-AF1A-98EB71D84FD0}" dt="2026-09-28T21:23:43.111" v="804"/>
        <pc:sldMkLst>
          <pc:docMk/>
          <pc:sldMk cId="1749772888" sldId="330"/>
        </pc:sldMkLst>
      </pc:sldChg>
      <pc:sldChg chg="modTransition">
        <pc:chgData name="Luka Sullivan" userId="abc291ab-e99a-4252-9517-49904b18f44f" providerId="ADAL" clId="{2DB862A1-70E8-54D7-AF1A-98EB71D84FD0}" dt="2026-09-28T21:23:43.111" v="804"/>
        <pc:sldMkLst>
          <pc:docMk/>
          <pc:sldMk cId="3120997784" sldId="332"/>
        </pc:sldMkLst>
      </pc:sldChg>
      <pc:sldChg chg="modTransition">
        <pc:chgData name="Luka Sullivan" userId="abc291ab-e99a-4252-9517-49904b18f44f" providerId="ADAL" clId="{2DB862A1-70E8-54D7-AF1A-98EB71D84FD0}" dt="2026-09-28T21:23:43.111" v="804"/>
        <pc:sldMkLst>
          <pc:docMk/>
          <pc:sldMk cId="3596960166" sldId="333"/>
        </pc:sldMkLst>
      </pc:sldChg>
      <pc:sldChg chg="modTransition">
        <pc:chgData name="Luka Sullivan" userId="abc291ab-e99a-4252-9517-49904b18f44f" providerId="ADAL" clId="{2DB862A1-70E8-54D7-AF1A-98EB71D84FD0}" dt="2026-09-28T21:23:43.111" v="804"/>
        <pc:sldMkLst>
          <pc:docMk/>
          <pc:sldMk cId="231947716" sldId="334"/>
        </pc:sldMkLst>
      </pc:sldChg>
      <pc:sldChg chg="modTransition">
        <pc:chgData name="Luka Sullivan" userId="abc291ab-e99a-4252-9517-49904b18f44f" providerId="ADAL" clId="{2DB862A1-70E8-54D7-AF1A-98EB71D84FD0}" dt="2026-09-28T21:23:43.111" v="804"/>
        <pc:sldMkLst>
          <pc:docMk/>
          <pc:sldMk cId="2672108432" sldId="336"/>
        </pc:sldMkLst>
      </pc:sldChg>
      <pc:sldChg chg="modTransition">
        <pc:chgData name="Luka Sullivan" userId="abc291ab-e99a-4252-9517-49904b18f44f" providerId="ADAL" clId="{2DB862A1-70E8-54D7-AF1A-98EB71D84FD0}" dt="2026-09-28T21:23:43.111" v="804"/>
        <pc:sldMkLst>
          <pc:docMk/>
          <pc:sldMk cId="2108213348" sldId="338"/>
        </pc:sldMkLst>
      </pc:sldChg>
      <pc:sldChg chg="modTransition">
        <pc:chgData name="Luka Sullivan" userId="abc291ab-e99a-4252-9517-49904b18f44f" providerId="ADAL" clId="{2DB862A1-70E8-54D7-AF1A-98EB71D84FD0}" dt="2026-09-28T21:23:43.111" v="804"/>
        <pc:sldMkLst>
          <pc:docMk/>
          <pc:sldMk cId="1227664657" sldId="339"/>
        </pc:sldMkLst>
      </pc:sldChg>
      <pc:sldChg chg="modTransition">
        <pc:chgData name="Luka Sullivan" userId="abc291ab-e99a-4252-9517-49904b18f44f" providerId="ADAL" clId="{2DB862A1-70E8-54D7-AF1A-98EB71D84FD0}" dt="2026-09-28T21:23:43.111" v="804"/>
        <pc:sldMkLst>
          <pc:docMk/>
          <pc:sldMk cId="4015984425" sldId="341"/>
        </pc:sldMkLst>
      </pc:sldChg>
      <pc:sldChg chg="modTransition">
        <pc:chgData name="Luka Sullivan" userId="abc291ab-e99a-4252-9517-49904b18f44f" providerId="ADAL" clId="{2DB862A1-70E8-54D7-AF1A-98EB71D84FD0}" dt="2026-09-28T21:23:43.111" v="804"/>
        <pc:sldMkLst>
          <pc:docMk/>
          <pc:sldMk cId="284932576" sldId="342"/>
        </pc:sldMkLst>
      </pc:sldChg>
      <pc:sldChg chg="modTransition">
        <pc:chgData name="Luka Sullivan" userId="abc291ab-e99a-4252-9517-49904b18f44f" providerId="ADAL" clId="{2DB862A1-70E8-54D7-AF1A-98EB71D84FD0}" dt="2026-09-28T21:23:43.111" v="804"/>
        <pc:sldMkLst>
          <pc:docMk/>
          <pc:sldMk cId="2971065852" sldId="343"/>
        </pc:sldMkLst>
      </pc:sldChg>
      <pc:sldChg chg="modTransition">
        <pc:chgData name="Luka Sullivan" userId="abc291ab-e99a-4252-9517-49904b18f44f" providerId="ADAL" clId="{2DB862A1-70E8-54D7-AF1A-98EB71D84FD0}" dt="2026-09-28T21:23:43.111" v="804"/>
        <pc:sldMkLst>
          <pc:docMk/>
          <pc:sldMk cId="3569931275" sldId="344"/>
        </pc:sldMkLst>
      </pc:sldChg>
      <pc:sldChg chg="modTransition">
        <pc:chgData name="Luka Sullivan" userId="abc291ab-e99a-4252-9517-49904b18f44f" providerId="ADAL" clId="{2DB862A1-70E8-54D7-AF1A-98EB71D84FD0}" dt="2026-09-28T21:23:43.111" v="804"/>
        <pc:sldMkLst>
          <pc:docMk/>
          <pc:sldMk cId="2343283155" sldId="345"/>
        </pc:sldMkLst>
      </pc:sldChg>
      <pc:sldChg chg="modTransition">
        <pc:chgData name="Luka Sullivan" userId="abc291ab-e99a-4252-9517-49904b18f44f" providerId="ADAL" clId="{2DB862A1-70E8-54D7-AF1A-98EB71D84FD0}" dt="2026-09-28T21:23:43.111" v="804"/>
        <pc:sldMkLst>
          <pc:docMk/>
          <pc:sldMk cId="3578558935" sldId="346"/>
        </pc:sldMkLst>
      </pc:sldChg>
      <pc:sldChg chg="modTransition">
        <pc:chgData name="Luka Sullivan" userId="abc291ab-e99a-4252-9517-49904b18f44f" providerId="ADAL" clId="{2DB862A1-70E8-54D7-AF1A-98EB71D84FD0}" dt="2026-09-28T21:23:43.111" v="804"/>
        <pc:sldMkLst>
          <pc:docMk/>
          <pc:sldMk cId="1380207719" sldId="347"/>
        </pc:sldMkLst>
      </pc:sldChg>
      <pc:sldChg chg="modTransition">
        <pc:chgData name="Luka Sullivan" userId="abc291ab-e99a-4252-9517-49904b18f44f" providerId="ADAL" clId="{2DB862A1-70E8-54D7-AF1A-98EB71D84FD0}" dt="2026-09-28T21:23:43.111" v="804"/>
        <pc:sldMkLst>
          <pc:docMk/>
          <pc:sldMk cId="2989783048" sldId="348"/>
        </pc:sldMkLst>
      </pc:sldChg>
      <pc:sldChg chg="modTransition">
        <pc:chgData name="Luka Sullivan" userId="abc291ab-e99a-4252-9517-49904b18f44f" providerId="ADAL" clId="{2DB862A1-70E8-54D7-AF1A-98EB71D84FD0}" dt="2026-09-28T21:23:43.111" v="804"/>
        <pc:sldMkLst>
          <pc:docMk/>
          <pc:sldMk cId="2867592328" sldId="349"/>
        </pc:sldMkLst>
      </pc:sldChg>
      <pc:sldChg chg="modTransition">
        <pc:chgData name="Luka Sullivan" userId="abc291ab-e99a-4252-9517-49904b18f44f" providerId="ADAL" clId="{2DB862A1-70E8-54D7-AF1A-98EB71D84FD0}" dt="2026-09-28T21:23:43.111" v="804"/>
        <pc:sldMkLst>
          <pc:docMk/>
          <pc:sldMk cId="3503984817" sldId="350"/>
        </pc:sldMkLst>
      </pc:sldChg>
      <pc:sldChg chg="modTransition">
        <pc:chgData name="Luka Sullivan" userId="abc291ab-e99a-4252-9517-49904b18f44f" providerId="ADAL" clId="{2DB862A1-70E8-54D7-AF1A-98EB71D84FD0}" dt="2026-09-28T21:23:43.111" v="804"/>
        <pc:sldMkLst>
          <pc:docMk/>
          <pc:sldMk cId="3824999413" sldId="351"/>
        </pc:sldMkLst>
      </pc:sldChg>
      <pc:sldChg chg="addSp modSp mod modTransition modNotesTx">
        <pc:chgData name="Luka Sullivan" userId="abc291ab-e99a-4252-9517-49904b18f44f" providerId="ADAL" clId="{2DB862A1-70E8-54D7-AF1A-98EB71D84FD0}" dt="2026-09-29T03:27:40.755" v="1498" actId="20577"/>
        <pc:sldMkLst>
          <pc:docMk/>
          <pc:sldMk cId="0" sldId="352"/>
        </pc:sldMkLst>
        <pc:spChg chg="add mod">
          <ac:chgData name="Luka Sullivan" userId="abc291ab-e99a-4252-9517-49904b18f44f" providerId="ADAL" clId="{2DB862A1-70E8-54D7-AF1A-98EB71D84FD0}" dt="2026-09-28T21:40:08.704" v="807" actId="20577"/>
          <ac:spMkLst>
            <pc:docMk/>
            <pc:sldMk cId="0" sldId="352"/>
            <ac:spMk id="10" creationId="{0112AB5B-A02F-5C80-F02F-CC2068F1DE7A}"/>
          </ac:spMkLst>
        </pc:spChg>
        <pc:grpChg chg="mod">
          <ac:chgData name="Luka Sullivan" userId="abc291ab-e99a-4252-9517-49904b18f44f" providerId="ADAL" clId="{2DB862A1-70E8-54D7-AF1A-98EB71D84FD0}" dt="2026-09-28T17:51:45.020" v="453" actId="1076"/>
          <ac:grpSpMkLst>
            <pc:docMk/>
            <pc:sldMk cId="0" sldId="352"/>
            <ac:grpSpMk id="9" creationId="{8E69983F-707A-62E6-249A-C247B887EB8B}"/>
          </ac:grpSpMkLst>
        </pc:grpChg>
      </pc:sldChg>
      <pc:sldChg chg="modTransition modNotesTx">
        <pc:chgData name="Luka Sullivan" userId="abc291ab-e99a-4252-9517-49904b18f44f" providerId="ADAL" clId="{2DB862A1-70E8-54D7-AF1A-98EB71D84FD0}" dt="2026-09-29T03:39:08.820" v="2489" actId="20577"/>
        <pc:sldMkLst>
          <pc:docMk/>
          <pc:sldMk cId="3346900352" sldId="353"/>
        </pc:sldMkLst>
      </pc:sldChg>
      <pc:sldChg chg="modSp mod modTransition">
        <pc:chgData name="Luka Sullivan" userId="abc291ab-e99a-4252-9517-49904b18f44f" providerId="ADAL" clId="{2DB862A1-70E8-54D7-AF1A-98EB71D84FD0}" dt="2026-09-28T21:23:43.111" v="804"/>
        <pc:sldMkLst>
          <pc:docMk/>
          <pc:sldMk cId="2929727347" sldId="354"/>
        </pc:sldMkLst>
        <pc:spChg chg="mod">
          <ac:chgData name="Luka Sullivan" userId="abc291ab-e99a-4252-9517-49904b18f44f" providerId="ADAL" clId="{2DB862A1-70E8-54D7-AF1A-98EB71D84FD0}" dt="2026-09-24T19:29:21.585" v="143" actId="1076"/>
          <ac:spMkLst>
            <pc:docMk/>
            <pc:sldMk cId="2929727347" sldId="354"/>
            <ac:spMk id="12" creationId="{62679913-5010-49D8-8014-7B3F1B722CD7}"/>
          </ac:spMkLst>
        </pc:spChg>
        <pc:graphicFrameChg chg="mod modGraphic">
          <ac:chgData name="Luka Sullivan" userId="abc291ab-e99a-4252-9517-49904b18f44f" providerId="ADAL" clId="{2DB862A1-70E8-54D7-AF1A-98EB71D84FD0}" dt="2026-09-28T17:40:01.183" v="449" actId="20577"/>
          <ac:graphicFrameMkLst>
            <pc:docMk/>
            <pc:sldMk cId="2929727347" sldId="354"/>
            <ac:graphicFrameMk id="9" creationId="{A36185F4-4F34-9438-5D52-7AC124FA1CD9}"/>
          </ac:graphicFrameMkLst>
        </pc:graphicFrameChg>
      </pc:sldChg>
      <pc:sldChg chg="modSp mod modTransition">
        <pc:chgData name="Luka Sullivan" userId="abc291ab-e99a-4252-9517-49904b18f44f" providerId="ADAL" clId="{2DB862A1-70E8-54D7-AF1A-98EB71D84FD0}" dt="2026-09-28T21:23:43.111" v="804"/>
        <pc:sldMkLst>
          <pc:docMk/>
          <pc:sldMk cId="2064059125" sldId="355"/>
        </pc:sldMkLst>
        <pc:graphicFrameChg chg="mod modGraphic">
          <ac:chgData name="Luka Sullivan" userId="abc291ab-e99a-4252-9517-49904b18f44f" providerId="ADAL" clId="{2DB862A1-70E8-54D7-AF1A-98EB71D84FD0}" dt="2026-09-24T19:57:24.854" v="439" actId="313"/>
          <ac:graphicFrameMkLst>
            <pc:docMk/>
            <pc:sldMk cId="2064059125" sldId="355"/>
            <ac:graphicFrameMk id="9" creationId="{B3C17548-D674-A613-6A6D-4ACC1A9F24BF}"/>
          </ac:graphicFrameMkLst>
        </pc:graphicFrameChg>
      </pc:sldChg>
      <pc:sldChg chg="modTransition">
        <pc:chgData name="Luka Sullivan" userId="abc291ab-e99a-4252-9517-49904b18f44f" providerId="ADAL" clId="{2DB862A1-70E8-54D7-AF1A-98EB71D84FD0}" dt="2026-09-28T21:23:43.111" v="804"/>
        <pc:sldMkLst>
          <pc:docMk/>
          <pc:sldMk cId="3254661186" sldId="357"/>
        </pc:sldMkLst>
      </pc:sldChg>
      <pc:sldChg chg="modTransition">
        <pc:chgData name="Luka Sullivan" userId="abc291ab-e99a-4252-9517-49904b18f44f" providerId="ADAL" clId="{2DB862A1-70E8-54D7-AF1A-98EB71D84FD0}" dt="2026-09-28T21:23:43.111" v="804"/>
        <pc:sldMkLst>
          <pc:docMk/>
          <pc:sldMk cId="4026320584" sldId="358"/>
        </pc:sldMkLst>
      </pc:sldChg>
      <pc:sldChg chg="modTransition">
        <pc:chgData name="Luka Sullivan" userId="abc291ab-e99a-4252-9517-49904b18f44f" providerId="ADAL" clId="{2DB862A1-70E8-54D7-AF1A-98EB71D84FD0}" dt="2026-09-28T21:23:43.111" v="804"/>
        <pc:sldMkLst>
          <pc:docMk/>
          <pc:sldMk cId="0" sldId="359"/>
        </pc:sldMkLst>
      </pc:sldChg>
      <pc:sldChg chg="modTransition">
        <pc:chgData name="Luka Sullivan" userId="abc291ab-e99a-4252-9517-49904b18f44f" providerId="ADAL" clId="{2DB862A1-70E8-54D7-AF1A-98EB71D84FD0}" dt="2026-09-28T21:23:43.111" v="804"/>
        <pc:sldMkLst>
          <pc:docMk/>
          <pc:sldMk cId="82024412" sldId="360"/>
        </pc:sldMkLst>
      </pc:sldChg>
      <pc:sldChg chg="modTransition">
        <pc:chgData name="Luka Sullivan" userId="abc291ab-e99a-4252-9517-49904b18f44f" providerId="ADAL" clId="{2DB862A1-70E8-54D7-AF1A-98EB71D84FD0}" dt="2026-09-28T21:23:43.111" v="804"/>
        <pc:sldMkLst>
          <pc:docMk/>
          <pc:sldMk cId="2833587648" sldId="361"/>
        </pc:sldMkLst>
      </pc:sldChg>
      <pc:sldChg chg="modTransition">
        <pc:chgData name="Luka Sullivan" userId="abc291ab-e99a-4252-9517-49904b18f44f" providerId="ADAL" clId="{2DB862A1-70E8-54D7-AF1A-98EB71D84FD0}" dt="2026-09-28T21:23:43.111" v="804"/>
        <pc:sldMkLst>
          <pc:docMk/>
          <pc:sldMk cId="1145280537" sldId="362"/>
        </pc:sldMkLst>
      </pc:sldChg>
      <pc:sldChg chg="modTransition">
        <pc:chgData name="Luka Sullivan" userId="abc291ab-e99a-4252-9517-49904b18f44f" providerId="ADAL" clId="{2DB862A1-70E8-54D7-AF1A-98EB71D84FD0}" dt="2026-09-28T21:23:43.111" v="804"/>
        <pc:sldMkLst>
          <pc:docMk/>
          <pc:sldMk cId="329008603" sldId="364"/>
        </pc:sldMkLst>
      </pc:sldChg>
      <pc:sldChg chg="modTransition">
        <pc:chgData name="Luka Sullivan" userId="abc291ab-e99a-4252-9517-49904b18f44f" providerId="ADAL" clId="{2DB862A1-70E8-54D7-AF1A-98EB71D84FD0}" dt="2026-09-28T21:23:43.111" v="804"/>
        <pc:sldMkLst>
          <pc:docMk/>
          <pc:sldMk cId="543013456" sldId="365"/>
        </pc:sldMkLst>
      </pc:sldChg>
      <pc:sldChg chg="modTransition">
        <pc:chgData name="Luka Sullivan" userId="abc291ab-e99a-4252-9517-49904b18f44f" providerId="ADAL" clId="{2DB862A1-70E8-54D7-AF1A-98EB71D84FD0}" dt="2026-09-28T21:23:43.111" v="804"/>
        <pc:sldMkLst>
          <pc:docMk/>
          <pc:sldMk cId="4267482597" sldId="366"/>
        </pc:sldMkLst>
      </pc:sldChg>
      <pc:sldChg chg="modTransition">
        <pc:chgData name="Luka Sullivan" userId="abc291ab-e99a-4252-9517-49904b18f44f" providerId="ADAL" clId="{2DB862A1-70E8-54D7-AF1A-98EB71D84FD0}" dt="2026-09-28T21:23:43.111" v="804"/>
        <pc:sldMkLst>
          <pc:docMk/>
          <pc:sldMk cId="2577221947" sldId="408"/>
        </pc:sldMkLst>
      </pc:sldChg>
      <pc:sldChg chg="modTransition">
        <pc:chgData name="Luka Sullivan" userId="abc291ab-e99a-4252-9517-49904b18f44f" providerId="ADAL" clId="{2DB862A1-70E8-54D7-AF1A-98EB71D84FD0}" dt="2026-09-28T21:23:43.111" v="804"/>
        <pc:sldMkLst>
          <pc:docMk/>
          <pc:sldMk cId="1389355070" sldId="409"/>
        </pc:sldMkLst>
      </pc:sldChg>
      <pc:sldChg chg="modTransition">
        <pc:chgData name="Luka Sullivan" userId="abc291ab-e99a-4252-9517-49904b18f44f" providerId="ADAL" clId="{2DB862A1-70E8-54D7-AF1A-98EB71D84FD0}" dt="2026-09-28T21:23:43.111" v="804"/>
        <pc:sldMkLst>
          <pc:docMk/>
          <pc:sldMk cId="2451017131" sldId="410"/>
        </pc:sldMkLst>
      </pc:sldChg>
      <pc:sldChg chg="modTransition">
        <pc:chgData name="Luka Sullivan" userId="abc291ab-e99a-4252-9517-49904b18f44f" providerId="ADAL" clId="{2DB862A1-70E8-54D7-AF1A-98EB71D84FD0}" dt="2026-09-28T21:23:43.111" v="804"/>
        <pc:sldMkLst>
          <pc:docMk/>
          <pc:sldMk cId="4207295868" sldId="411"/>
        </pc:sldMkLst>
      </pc:sldChg>
      <pc:sldChg chg="modTransition">
        <pc:chgData name="Luka Sullivan" userId="abc291ab-e99a-4252-9517-49904b18f44f" providerId="ADAL" clId="{2DB862A1-70E8-54D7-AF1A-98EB71D84FD0}" dt="2026-09-28T21:23:43.111" v="804"/>
        <pc:sldMkLst>
          <pc:docMk/>
          <pc:sldMk cId="1390709289" sldId="412"/>
        </pc:sldMkLst>
      </pc:sldChg>
      <pc:sldChg chg="modTransition">
        <pc:chgData name="Luka Sullivan" userId="abc291ab-e99a-4252-9517-49904b18f44f" providerId="ADAL" clId="{2DB862A1-70E8-54D7-AF1A-98EB71D84FD0}" dt="2026-09-28T21:23:43.111" v="804"/>
        <pc:sldMkLst>
          <pc:docMk/>
          <pc:sldMk cId="2673962602" sldId="413"/>
        </pc:sldMkLst>
      </pc:sldChg>
      <pc:sldChg chg="modTransition">
        <pc:chgData name="Luka Sullivan" userId="abc291ab-e99a-4252-9517-49904b18f44f" providerId="ADAL" clId="{2DB862A1-70E8-54D7-AF1A-98EB71D84FD0}" dt="2026-09-28T21:23:43.111" v="804"/>
        <pc:sldMkLst>
          <pc:docMk/>
          <pc:sldMk cId="706303294" sldId="414"/>
        </pc:sldMkLst>
      </pc:sldChg>
      <pc:sldChg chg="modTransition">
        <pc:chgData name="Luka Sullivan" userId="abc291ab-e99a-4252-9517-49904b18f44f" providerId="ADAL" clId="{2DB862A1-70E8-54D7-AF1A-98EB71D84FD0}" dt="2026-09-28T21:23:43.111" v="804"/>
        <pc:sldMkLst>
          <pc:docMk/>
          <pc:sldMk cId="2992803648" sldId="415"/>
        </pc:sldMkLst>
      </pc:sldChg>
      <pc:sldChg chg="modTransition">
        <pc:chgData name="Luka Sullivan" userId="abc291ab-e99a-4252-9517-49904b18f44f" providerId="ADAL" clId="{2DB862A1-70E8-54D7-AF1A-98EB71D84FD0}" dt="2026-09-28T21:23:43.111" v="804"/>
        <pc:sldMkLst>
          <pc:docMk/>
          <pc:sldMk cId="2305334155" sldId="416"/>
        </pc:sldMkLst>
      </pc:sldChg>
      <pc:sldChg chg="modTransition">
        <pc:chgData name="Luka Sullivan" userId="abc291ab-e99a-4252-9517-49904b18f44f" providerId="ADAL" clId="{2DB862A1-70E8-54D7-AF1A-98EB71D84FD0}" dt="2026-09-28T21:23:43.111" v="804"/>
        <pc:sldMkLst>
          <pc:docMk/>
          <pc:sldMk cId="1182251348" sldId="417"/>
        </pc:sldMkLst>
      </pc:sldChg>
      <pc:sldChg chg="modTransition">
        <pc:chgData name="Luka Sullivan" userId="abc291ab-e99a-4252-9517-49904b18f44f" providerId="ADAL" clId="{2DB862A1-70E8-54D7-AF1A-98EB71D84FD0}" dt="2026-09-28T21:23:43.111" v="804"/>
        <pc:sldMkLst>
          <pc:docMk/>
          <pc:sldMk cId="3854651978" sldId="418"/>
        </pc:sldMkLst>
      </pc:sldChg>
      <pc:sldChg chg="modTransition">
        <pc:chgData name="Luka Sullivan" userId="abc291ab-e99a-4252-9517-49904b18f44f" providerId="ADAL" clId="{2DB862A1-70E8-54D7-AF1A-98EB71D84FD0}" dt="2026-09-28T21:23:43.111" v="804"/>
        <pc:sldMkLst>
          <pc:docMk/>
          <pc:sldMk cId="4004457677" sldId="419"/>
        </pc:sldMkLst>
      </pc:sldChg>
      <pc:sldChg chg="modTransition">
        <pc:chgData name="Luka Sullivan" userId="abc291ab-e99a-4252-9517-49904b18f44f" providerId="ADAL" clId="{2DB862A1-70E8-54D7-AF1A-98EB71D84FD0}" dt="2026-09-28T21:23:43.111" v="804"/>
        <pc:sldMkLst>
          <pc:docMk/>
          <pc:sldMk cId="4012133498" sldId="420"/>
        </pc:sldMkLst>
      </pc:sldChg>
      <pc:sldChg chg="modTransition">
        <pc:chgData name="Luka Sullivan" userId="abc291ab-e99a-4252-9517-49904b18f44f" providerId="ADAL" clId="{2DB862A1-70E8-54D7-AF1A-98EB71D84FD0}" dt="2026-09-28T21:23:43.111" v="804"/>
        <pc:sldMkLst>
          <pc:docMk/>
          <pc:sldMk cId="2007670534" sldId="421"/>
        </pc:sldMkLst>
      </pc:sldChg>
      <pc:sldChg chg="modTransition">
        <pc:chgData name="Luka Sullivan" userId="abc291ab-e99a-4252-9517-49904b18f44f" providerId="ADAL" clId="{2DB862A1-70E8-54D7-AF1A-98EB71D84FD0}" dt="2026-09-28T21:23:43.111" v="804"/>
        <pc:sldMkLst>
          <pc:docMk/>
          <pc:sldMk cId="2154058214" sldId="422"/>
        </pc:sldMkLst>
      </pc:sldChg>
      <pc:sldChg chg="modTransition">
        <pc:chgData name="Luka Sullivan" userId="abc291ab-e99a-4252-9517-49904b18f44f" providerId="ADAL" clId="{2DB862A1-70E8-54D7-AF1A-98EB71D84FD0}" dt="2026-09-28T21:23:43.111" v="804"/>
        <pc:sldMkLst>
          <pc:docMk/>
          <pc:sldMk cId="2403006629" sldId="423"/>
        </pc:sldMkLst>
      </pc:sldChg>
      <pc:sldChg chg="modTransition">
        <pc:chgData name="Luka Sullivan" userId="abc291ab-e99a-4252-9517-49904b18f44f" providerId="ADAL" clId="{2DB862A1-70E8-54D7-AF1A-98EB71D84FD0}" dt="2026-09-28T21:23:43.111" v="804"/>
        <pc:sldMkLst>
          <pc:docMk/>
          <pc:sldMk cId="1774268030" sldId="424"/>
        </pc:sldMkLst>
      </pc:sldChg>
      <pc:sldChg chg="modTransition">
        <pc:chgData name="Luka Sullivan" userId="abc291ab-e99a-4252-9517-49904b18f44f" providerId="ADAL" clId="{2DB862A1-70E8-54D7-AF1A-98EB71D84FD0}" dt="2026-09-28T21:23:43.111" v="804"/>
        <pc:sldMkLst>
          <pc:docMk/>
          <pc:sldMk cId="3724996214" sldId="425"/>
        </pc:sldMkLst>
      </pc:sldChg>
      <pc:sldChg chg="modTransition">
        <pc:chgData name="Luka Sullivan" userId="abc291ab-e99a-4252-9517-49904b18f44f" providerId="ADAL" clId="{2DB862A1-70E8-54D7-AF1A-98EB71D84FD0}" dt="2026-09-28T21:23:43.111" v="804"/>
        <pc:sldMkLst>
          <pc:docMk/>
          <pc:sldMk cId="3717102236" sldId="426"/>
        </pc:sldMkLst>
      </pc:sldChg>
      <pc:sldChg chg="modTransition">
        <pc:chgData name="Luka Sullivan" userId="abc291ab-e99a-4252-9517-49904b18f44f" providerId="ADAL" clId="{2DB862A1-70E8-54D7-AF1A-98EB71D84FD0}" dt="2026-09-28T21:23:43.111" v="804"/>
        <pc:sldMkLst>
          <pc:docMk/>
          <pc:sldMk cId="2140901205" sldId="427"/>
        </pc:sldMkLst>
      </pc:sldChg>
      <pc:sldChg chg="modTransition">
        <pc:chgData name="Luka Sullivan" userId="abc291ab-e99a-4252-9517-49904b18f44f" providerId="ADAL" clId="{2DB862A1-70E8-54D7-AF1A-98EB71D84FD0}" dt="2026-09-28T21:23:43.111" v="804"/>
        <pc:sldMkLst>
          <pc:docMk/>
          <pc:sldMk cId="199394415" sldId="428"/>
        </pc:sldMkLst>
      </pc:sldChg>
      <pc:sldChg chg="modTransition">
        <pc:chgData name="Luka Sullivan" userId="abc291ab-e99a-4252-9517-49904b18f44f" providerId="ADAL" clId="{2DB862A1-70E8-54D7-AF1A-98EB71D84FD0}" dt="2026-09-28T21:23:43.111" v="804"/>
        <pc:sldMkLst>
          <pc:docMk/>
          <pc:sldMk cId="3846214575" sldId="429"/>
        </pc:sldMkLst>
      </pc:sldChg>
      <pc:sldChg chg="modTransition">
        <pc:chgData name="Luka Sullivan" userId="abc291ab-e99a-4252-9517-49904b18f44f" providerId="ADAL" clId="{2DB862A1-70E8-54D7-AF1A-98EB71D84FD0}" dt="2026-09-28T21:23:43.111" v="804"/>
        <pc:sldMkLst>
          <pc:docMk/>
          <pc:sldMk cId="3963310702" sldId="430"/>
        </pc:sldMkLst>
      </pc:sldChg>
      <pc:sldChg chg="modTransition">
        <pc:chgData name="Luka Sullivan" userId="abc291ab-e99a-4252-9517-49904b18f44f" providerId="ADAL" clId="{2DB862A1-70E8-54D7-AF1A-98EB71D84FD0}" dt="2026-09-28T21:23:43.111" v="804"/>
        <pc:sldMkLst>
          <pc:docMk/>
          <pc:sldMk cId="1127563244" sldId="431"/>
        </pc:sldMkLst>
      </pc:sldChg>
      <pc:sldChg chg="modTransition">
        <pc:chgData name="Luka Sullivan" userId="abc291ab-e99a-4252-9517-49904b18f44f" providerId="ADAL" clId="{2DB862A1-70E8-54D7-AF1A-98EB71D84FD0}" dt="2026-09-28T21:23:43.111" v="804"/>
        <pc:sldMkLst>
          <pc:docMk/>
          <pc:sldMk cId="844781562" sldId="432"/>
        </pc:sldMkLst>
      </pc:sldChg>
      <pc:sldChg chg="modTransition">
        <pc:chgData name="Luka Sullivan" userId="abc291ab-e99a-4252-9517-49904b18f44f" providerId="ADAL" clId="{2DB862A1-70E8-54D7-AF1A-98EB71D84FD0}" dt="2026-09-28T21:23:43.111" v="804"/>
        <pc:sldMkLst>
          <pc:docMk/>
          <pc:sldMk cId="3072072699" sldId="433"/>
        </pc:sldMkLst>
      </pc:sldChg>
      <pc:sldChg chg="modTransition">
        <pc:chgData name="Luka Sullivan" userId="abc291ab-e99a-4252-9517-49904b18f44f" providerId="ADAL" clId="{2DB862A1-70E8-54D7-AF1A-98EB71D84FD0}" dt="2026-09-28T21:23:43.111" v="804"/>
        <pc:sldMkLst>
          <pc:docMk/>
          <pc:sldMk cId="907759416" sldId="434"/>
        </pc:sldMkLst>
      </pc:sldChg>
      <pc:sldChg chg="modTransition">
        <pc:chgData name="Luka Sullivan" userId="abc291ab-e99a-4252-9517-49904b18f44f" providerId="ADAL" clId="{2DB862A1-70E8-54D7-AF1A-98EB71D84FD0}" dt="2026-09-28T21:23:43.111" v="804"/>
        <pc:sldMkLst>
          <pc:docMk/>
          <pc:sldMk cId="2205209206" sldId="435"/>
        </pc:sldMkLst>
      </pc:sldChg>
      <pc:sldChg chg="modTransition">
        <pc:chgData name="Luka Sullivan" userId="abc291ab-e99a-4252-9517-49904b18f44f" providerId="ADAL" clId="{2DB862A1-70E8-54D7-AF1A-98EB71D84FD0}" dt="2026-09-28T21:23:43.111" v="804"/>
        <pc:sldMkLst>
          <pc:docMk/>
          <pc:sldMk cId="1143298168" sldId="436"/>
        </pc:sldMkLst>
      </pc:sldChg>
      <pc:sldChg chg="modTransition">
        <pc:chgData name="Luka Sullivan" userId="abc291ab-e99a-4252-9517-49904b18f44f" providerId="ADAL" clId="{2DB862A1-70E8-54D7-AF1A-98EB71D84FD0}" dt="2026-09-28T21:23:43.111" v="804"/>
        <pc:sldMkLst>
          <pc:docMk/>
          <pc:sldMk cId="1485531281" sldId="437"/>
        </pc:sldMkLst>
      </pc:sldChg>
      <pc:sldChg chg="modTransition">
        <pc:chgData name="Luka Sullivan" userId="abc291ab-e99a-4252-9517-49904b18f44f" providerId="ADAL" clId="{2DB862A1-70E8-54D7-AF1A-98EB71D84FD0}" dt="2026-09-28T21:23:43.111" v="804"/>
        <pc:sldMkLst>
          <pc:docMk/>
          <pc:sldMk cId="3745680642" sldId="438"/>
        </pc:sldMkLst>
      </pc:sldChg>
      <pc:sldChg chg="modTransition">
        <pc:chgData name="Luka Sullivan" userId="abc291ab-e99a-4252-9517-49904b18f44f" providerId="ADAL" clId="{2DB862A1-70E8-54D7-AF1A-98EB71D84FD0}" dt="2026-09-28T21:23:43.111" v="804"/>
        <pc:sldMkLst>
          <pc:docMk/>
          <pc:sldMk cId="3089467087" sldId="439"/>
        </pc:sldMkLst>
      </pc:sldChg>
      <pc:sldChg chg="modTransition">
        <pc:chgData name="Luka Sullivan" userId="abc291ab-e99a-4252-9517-49904b18f44f" providerId="ADAL" clId="{2DB862A1-70E8-54D7-AF1A-98EB71D84FD0}" dt="2026-09-28T21:23:43.111" v="804"/>
        <pc:sldMkLst>
          <pc:docMk/>
          <pc:sldMk cId="1736265777" sldId="440"/>
        </pc:sldMkLst>
      </pc:sldChg>
      <pc:sldChg chg="modTransition">
        <pc:chgData name="Luka Sullivan" userId="abc291ab-e99a-4252-9517-49904b18f44f" providerId="ADAL" clId="{2DB862A1-70E8-54D7-AF1A-98EB71D84FD0}" dt="2026-09-28T21:23:43.111" v="804"/>
        <pc:sldMkLst>
          <pc:docMk/>
          <pc:sldMk cId="3763309335" sldId="441"/>
        </pc:sldMkLst>
      </pc:sldChg>
      <pc:sldChg chg="modTransition">
        <pc:chgData name="Luka Sullivan" userId="abc291ab-e99a-4252-9517-49904b18f44f" providerId="ADAL" clId="{2DB862A1-70E8-54D7-AF1A-98EB71D84FD0}" dt="2026-09-28T21:23:43.111" v="804"/>
        <pc:sldMkLst>
          <pc:docMk/>
          <pc:sldMk cId="1394064813" sldId="442"/>
        </pc:sldMkLst>
      </pc:sldChg>
      <pc:sldChg chg="modTransition">
        <pc:chgData name="Luka Sullivan" userId="abc291ab-e99a-4252-9517-49904b18f44f" providerId="ADAL" clId="{2DB862A1-70E8-54D7-AF1A-98EB71D84FD0}" dt="2026-09-28T21:23:43.111" v="804"/>
        <pc:sldMkLst>
          <pc:docMk/>
          <pc:sldMk cId="154223799" sldId="443"/>
        </pc:sldMkLst>
      </pc:sldChg>
      <pc:sldChg chg="modTransition">
        <pc:chgData name="Luka Sullivan" userId="abc291ab-e99a-4252-9517-49904b18f44f" providerId="ADAL" clId="{2DB862A1-70E8-54D7-AF1A-98EB71D84FD0}" dt="2026-09-28T21:23:43.111" v="804"/>
        <pc:sldMkLst>
          <pc:docMk/>
          <pc:sldMk cId="205480056" sldId="445"/>
        </pc:sldMkLst>
      </pc:sldChg>
      <pc:sldChg chg="modTransition">
        <pc:chgData name="Luka Sullivan" userId="abc291ab-e99a-4252-9517-49904b18f44f" providerId="ADAL" clId="{2DB862A1-70E8-54D7-AF1A-98EB71D84FD0}" dt="2026-09-28T21:23:43.111" v="804"/>
        <pc:sldMkLst>
          <pc:docMk/>
          <pc:sldMk cId="1444813950" sldId="446"/>
        </pc:sldMkLst>
      </pc:sldChg>
      <pc:sldChg chg="modTransition">
        <pc:chgData name="Luka Sullivan" userId="abc291ab-e99a-4252-9517-49904b18f44f" providerId="ADAL" clId="{2DB862A1-70E8-54D7-AF1A-98EB71D84FD0}" dt="2026-09-28T21:23:43.111" v="804"/>
        <pc:sldMkLst>
          <pc:docMk/>
          <pc:sldMk cId="3850214650" sldId="447"/>
        </pc:sldMkLst>
      </pc:sldChg>
      <pc:sldChg chg="modTransition">
        <pc:chgData name="Luka Sullivan" userId="abc291ab-e99a-4252-9517-49904b18f44f" providerId="ADAL" clId="{2DB862A1-70E8-54D7-AF1A-98EB71D84FD0}" dt="2026-09-28T21:23:43.111" v="804"/>
        <pc:sldMkLst>
          <pc:docMk/>
          <pc:sldMk cId="2930370491" sldId="449"/>
        </pc:sldMkLst>
      </pc:sldChg>
      <pc:sldChg chg="modTransition">
        <pc:chgData name="Luka Sullivan" userId="abc291ab-e99a-4252-9517-49904b18f44f" providerId="ADAL" clId="{2DB862A1-70E8-54D7-AF1A-98EB71D84FD0}" dt="2026-09-28T21:23:43.111" v="804"/>
        <pc:sldMkLst>
          <pc:docMk/>
          <pc:sldMk cId="2039374550" sldId="450"/>
        </pc:sldMkLst>
      </pc:sldChg>
      <pc:sldChg chg="modTransition">
        <pc:chgData name="Luka Sullivan" userId="abc291ab-e99a-4252-9517-49904b18f44f" providerId="ADAL" clId="{2DB862A1-70E8-54D7-AF1A-98EB71D84FD0}" dt="2026-09-28T21:23:43.111" v="804"/>
        <pc:sldMkLst>
          <pc:docMk/>
          <pc:sldMk cId="2694107689" sldId="451"/>
        </pc:sldMkLst>
      </pc:sldChg>
      <pc:sldChg chg="modTransition">
        <pc:chgData name="Luka Sullivan" userId="abc291ab-e99a-4252-9517-49904b18f44f" providerId="ADAL" clId="{2DB862A1-70E8-54D7-AF1A-98EB71D84FD0}" dt="2026-09-28T21:23:43.111" v="804"/>
        <pc:sldMkLst>
          <pc:docMk/>
          <pc:sldMk cId="2845223326" sldId="452"/>
        </pc:sldMkLst>
      </pc:sldChg>
      <pc:sldChg chg="modTransition">
        <pc:chgData name="Luka Sullivan" userId="abc291ab-e99a-4252-9517-49904b18f44f" providerId="ADAL" clId="{2DB862A1-70E8-54D7-AF1A-98EB71D84FD0}" dt="2026-09-28T21:23:43.111" v="804"/>
        <pc:sldMkLst>
          <pc:docMk/>
          <pc:sldMk cId="618816656" sldId="453"/>
        </pc:sldMkLst>
      </pc:sldChg>
      <pc:sldChg chg="modTransition">
        <pc:chgData name="Luka Sullivan" userId="abc291ab-e99a-4252-9517-49904b18f44f" providerId="ADAL" clId="{2DB862A1-70E8-54D7-AF1A-98EB71D84FD0}" dt="2026-09-28T21:23:43.111" v="804"/>
        <pc:sldMkLst>
          <pc:docMk/>
          <pc:sldMk cId="1152784883" sldId="454"/>
        </pc:sldMkLst>
      </pc:sldChg>
      <pc:sldChg chg="modTransition">
        <pc:chgData name="Luka Sullivan" userId="abc291ab-e99a-4252-9517-49904b18f44f" providerId="ADAL" clId="{2DB862A1-70E8-54D7-AF1A-98EB71D84FD0}" dt="2026-09-28T21:23:43.111" v="804"/>
        <pc:sldMkLst>
          <pc:docMk/>
          <pc:sldMk cId="3343433889" sldId="455"/>
        </pc:sldMkLst>
      </pc:sldChg>
      <pc:sldChg chg="modTransition">
        <pc:chgData name="Luka Sullivan" userId="abc291ab-e99a-4252-9517-49904b18f44f" providerId="ADAL" clId="{2DB862A1-70E8-54D7-AF1A-98EB71D84FD0}" dt="2026-09-28T21:23:43.111" v="804"/>
        <pc:sldMkLst>
          <pc:docMk/>
          <pc:sldMk cId="4062404694" sldId="456"/>
        </pc:sldMkLst>
      </pc:sldChg>
      <pc:sldChg chg="modTransition">
        <pc:chgData name="Luka Sullivan" userId="abc291ab-e99a-4252-9517-49904b18f44f" providerId="ADAL" clId="{2DB862A1-70E8-54D7-AF1A-98EB71D84FD0}" dt="2026-09-28T21:23:43.111" v="804"/>
        <pc:sldMkLst>
          <pc:docMk/>
          <pc:sldMk cId="1818599228" sldId="457"/>
        </pc:sldMkLst>
      </pc:sldChg>
      <pc:sldChg chg="modTransition">
        <pc:chgData name="Luka Sullivan" userId="abc291ab-e99a-4252-9517-49904b18f44f" providerId="ADAL" clId="{2DB862A1-70E8-54D7-AF1A-98EB71D84FD0}" dt="2026-09-28T21:23:43.111" v="804"/>
        <pc:sldMkLst>
          <pc:docMk/>
          <pc:sldMk cId="3321812492" sldId="458"/>
        </pc:sldMkLst>
      </pc:sldChg>
      <pc:sldChg chg="modTransition">
        <pc:chgData name="Luka Sullivan" userId="abc291ab-e99a-4252-9517-49904b18f44f" providerId="ADAL" clId="{2DB862A1-70E8-54D7-AF1A-98EB71D84FD0}" dt="2026-09-28T21:23:43.111" v="804"/>
        <pc:sldMkLst>
          <pc:docMk/>
          <pc:sldMk cId="655926870" sldId="459"/>
        </pc:sldMkLst>
      </pc:sldChg>
      <pc:sldChg chg="modTransition">
        <pc:chgData name="Luka Sullivan" userId="abc291ab-e99a-4252-9517-49904b18f44f" providerId="ADAL" clId="{2DB862A1-70E8-54D7-AF1A-98EB71D84FD0}" dt="2026-09-28T21:23:43.111" v="804"/>
        <pc:sldMkLst>
          <pc:docMk/>
          <pc:sldMk cId="2190239225" sldId="460"/>
        </pc:sldMkLst>
      </pc:sldChg>
      <pc:sldChg chg="modSp mod modTransition">
        <pc:chgData name="Luka Sullivan" userId="abc291ab-e99a-4252-9517-49904b18f44f" providerId="ADAL" clId="{2DB862A1-70E8-54D7-AF1A-98EB71D84FD0}" dt="2026-09-28T21:25:48.647" v="805" actId="1076"/>
        <pc:sldMkLst>
          <pc:docMk/>
          <pc:sldMk cId="2171473729" sldId="461"/>
        </pc:sldMkLst>
        <pc:spChg chg="mod">
          <ac:chgData name="Luka Sullivan" userId="abc291ab-e99a-4252-9517-49904b18f44f" providerId="ADAL" clId="{2DB862A1-70E8-54D7-AF1A-98EB71D84FD0}" dt="2026-09-28T21:25:48.647" v="805" actId="1076"/>
          <ac:spMkLst>
            <pc:docMk/>
            <pc:sldMk cId="2171473729" sldId="461"/>
            <ac:spMk id="8" creationId="{2B49F479-3E87-EA51-7A4A-2906A01FA849}"/>
          </ac:spMkLst>
        </pc:spChg>
      </pc:sldChg>
      <pc:sldChg chg="modTransition">
        <pc:chgData name="Luka Sullivan" userId="abc291ab-e99a-4252-9517-49904b18f44f" providerId="ADAL" clId="{2DB862A1-70E8-54D7-AF1A-98EB71D84FD0}" dt="2026-09-28T21:23:43.111" v="804"/>
        <pc:sldMkLst>
          <pc:docMk/>
          <pc:sldMk cId="196807953" sldId="463"/>
        </pc:sldMkLst>
      </pc:sldChg>
      <pc:sldChg chg="modTransition">
        <pc:chgData name="Luka Sullivan" userId="abc291ab-e99a-4252-9517-49904b18f44f" providerId="ADAL" clId="{2DB862A1-70E8-54D7-AF1A-98EB71D84FD0}" dt="2026-09-28T21:23:43.111" v="804"/>
        <pc:sldMkLst>
          <pc:docMk/>
          <pc:sldMk cId="1883807917" sldId="464"/>
        </pc:sldMkLst>
      </pc:sldChg>
      <pc:sldChg chg="modTransition">
        <pc:chgData name="Luka Sullivan" userId="abc291ab-e99a-4252-9517-49904b18f44f" providerId="ADAL" clId="{2DB862A1-70E8-54D7-AF1A-98EB71D84FD0}" dt="2026-09-28T21:23:43.111" v="804"/>
        <pc:sldMkLst>
          <pc:docMk/>
          <pc:sldMk cId="430374171" sldId="466"/>
        </pc:sldMkLst>
      </pc:sldChg>
      <pc:sldChg chg="modTransition">
        <pc:chgData name="Luka Sullivan" userId="abc291ab-e99a-4252-9517-49904b18f44f" providerId="ADAL" clId="{2DB862A1-70E8-54D7-AF1A-98EB71D84FD0}" dt="2026-09-28T21:23:43.111" v="804"/>
        <pc:sldMkLst>
          <pc:docMk/>
          <pc:sldMk cId="1499822844" sldId="467"/>
        </pc:sldMkLst>
      </pc:sldChg>
      <pc:sldChg chg="modTransition">
        <pc:chgData name="Luka Sullivan" userId="abc291ab-e99a-4252-9517-49904b18f44f" providerId="ADAL" clId="{2DB862A1-70E8-54D7-AF1A-98EB71D84FD0}" dt="2026-09-28T21:23:43.111" v="804"/>
        <pc:sldMkLst>
          <pc:docMk/>
          <pc:sldMk cId="1104384576" sldId="468"/>
        </pc:sldMkLst>
      </pc:sldChg>
      <pc:sldChg chg="modTransition">
        <pc:chgData name="Luka Sullivan" userId="abc291ab-e99a-4252-9517-49904b18f44f" providerId="ADAL" clId="{2DB862A1-70E8-54D7-AF1A-98EB71D84FD0}" dt="2026-09-28T21:23:43.111" v="804"/>
        <pc:sldMkLst>
          <pc:docMk/>
          <pc:sldMk cId="1618848333" sldId="469"/>
        </pc:sldMkLst>
      </pc:sldChg>
      <pc:sldChg chg="modTransition">
        <pc:chgData name="Luka Sullivan" userId="abc291ab-e99a-4252-9517-49904b18f44f" providerId="ADAL" clId="{2DB862A1-70E8-54D7-AF1A-98EB71D84FD0}" dt="2026-09-28T21:23:43.111" v="804"/>
        <pc:sldMkLst>
          <pc:docMk/>
          <pc:sldMk cId="3348774661" sldId="470"/>
        </pc:sldMkLst>
      </pc:sldChg>
      <pc:sldChg chg="modTransition">
        <pc:chgData name="Luka Sullivan" userId="abc291ab-e99a-4252-9517-49904b18f44f" providerId="ADAL" clId="{2DB862A1-70E8-54D7-AF1A-98EB71D84FD0}" dt="2026-09-28T21:23:43.111" v="804"/>
        <pc:sldMkLst>
          <pc:docMk/>
          <pc:sldMk cId="1265812913" sldId="471"/>
        </pc:sldMkLst>
      </pc:sldChg>
      <pc:sldChg chg="modTransition">
        <pc:chgData name="Luka Sullivan" userId="abc291ab-e99a-4252-9517-49904b18f44f" providerId="ADAL" clId="{2DB862A1-70E8-54D7-AF1A-98EB71D84FD0}" dt="2026-09-28T21:23:43.111" v="804"/>
        <pc:sldMkLst>
          <pc:docMk/>
          <pc:sldMk cId="1405725795" sldId="472"/>
        </pc:sldMkLst>
      </pc:sldChg>
      <pc:sldChg chg="modTransition">
        <pc:chgData name="Luka Sullivan" userId="abc291ab-e99a-4252-9517-49904b18f44f" providerId="ADAL" clId="{2DB862A1-70E8-54D7-AF1A-98EB71D84FD0}" dt="2026-09-28T21:23:43.111" v="804"/>
        <pc:sldMkLst>
          <pc:docMk/>
          <pc:sldMk cId="2457259296" sldId="473"/>
        </pc:sldMkLst>
      </pc:sldChg>
      <pc:sldChg chg="modTransition">
        <pc:chgData name="Luka Sullivan" userId="abc291ab-e99a-4252-9517-49904b18f44f" providerId="ADAL" clId="{2DB862A1-70E8-54D7-AF1A-98EB71D84FD0}" dt="2026-09-28T21:23:43.111" v="804"/>
        <pc:sldMkLst>
          <pc:docMk/>
          <pc:sldMk cId="3006874005" sldId="474"/>
        </pc:sldMkLst>
      </pc:sldChg>
      <pc:sldChg chg="modTransition">
        <pc:chgData name="Luka Sullivan" userId="abc291ab-e99a-4252-9517-49904b18f44f" providerId="ADAL" clId="{2DB862A1-70E8-54D7-AF1A-98EB71D84FD0}" dt="2026-09-28T21:23:43.111" v="804"/>
        <pc:sldMkLst>
          <pc:docMk/>
          <pc:sldMk cId="1756676944" sldId="475"/>
        </pc:sldMkLst>
      </pc:sldChg>
      <pc:sldChg chg="modTransition">
        <pc:chgData name="Luka Sullivan" userId="abc291ab-e99a-4252-9517-49904b18f44f" providerId="ADAL" clId="{2DB862A1-70E8-54D7-AF1A-98EB71D84FD0}" dt="2026-09-28T21:23:43.111" v="804"/>
        <pc:sldMkLst>
          <pc:docMk/>
          <pc:sldMk cId="1260315283" sldId="476"/>
        </pc:sldMkLst>
      </pc:sldChg>
      <pc:sldMasterChg chg="modTransition modSldLayout">
        <pc:chgData name="Luka Sullivan" userId="abc291ab-e99a-4252-9517-49904b18f44f" providerId="ADAL" clId="{2DB862A1-70E8-54D7-AF1A-98EB71D84FD0}" dt="2026-09-28T21:23:43.111" v="804"/>
        <pc:sldMasterMkLst>
          <pc:docMk/>
          <pc:sldMasterMk cId="2460954070" sldId="2147483660"/>
        </pc:sldMasterMkLst>
        <pc:sldLayoutChg chg="modTransition">
          <pc:chgData name="Luka Sullivan" userId="abc291ab-e99a-4252-9517-49904b18f44f" providerId="ADAL" clId="{2DB862A1-70E8-54D7-AF1A-98EB71D84FD0}" dt="2026-09-28T21:23:43.111" v="804"/>
          <pc:sldLayoutMkLst>
            <pc:docMk/>
            <pc:sldMasterMk cId="2460954070" sldId="2147483660"/>
            <pc:sldLayoutMk cId="2385387890" sldId="2147483661"/>
          </pc:sldLayoutMkLst>
        </pc:sldLayoutChg>
        <pc:sldLayoutChg chg="modTransition">
          <pc:chgData name="Luka Sullivan" userId="abc291ab-e99a-4252-9517-49904b18f44f" providerId="ADAL" clId="{2DB862A1-70E8-54D7-AF1A-98EB71D84FD0}" dt="2026-09-28T21:23:43.111" v="804"/>
          <pc:sldLayoutMkLst>
            <pc:docMk/>
            <pc:sldMasterMk cId="2460954070" sldId="2147483660"/>
            <pc:sldLayoutMk cId="949138452" sldId="2147483662"/>
          </pc:sldLayoutMkLst>
        </pc:sldLayoutChg>
        <pc:sldLayoutChg chg="modTransition">
          <pc:chgData name="Luka Sullivan" userId="abc291ab-e99a-4252-9517-49904b18f44f" providerId="ADAL" clId="{2DB862A1-70E8-54D7-AF1A-98EB71D84FD0}" dt="2026-09-28T21:23:43.111" v="804"/>
          <pc:sldLayoutMkLst>
            <pc:docMk/>
            <pc:sldMasterMk cId="2460954070" sldId="2147483660"/>
            <pc:sldLayoutMk cId="2591524520" sldId="2147483663"/>
          </pc:sldLayoutMkLst>
        </pc:sldLayoutChg>
        <pc:sldLayoutChg chg="modTransition">
          <pc:chgData name="Luka Sullivan" userId="abc291ab-e99a-4252-9517-49904b18f44f" providerId="ADAL" clId="{2DB862A1-70E8-54D7-AF1A-98EB71D84FD0}" dt="2026-09-28T21:23:43.111" v="804"/>
          <pc:sldLayoutMkLst>
            <pc:docMk/>
            <pc:sldMasterMk cId="2460954070" sldId="2147483660"/>
            <pc:sldLayoutMk cId="1203092039" sldId="2147483664"/>
          </pc:sldLayoutMkLst>
        </pc:sldLayoutChg>
        <pc:sldLayoutChg chg="modTransition">
          <pc:chgData name="Luka Sullivan" userId="abc291ab-e99a-4252-9517-49904b18f44f" providerId="ADAL" clId="{2DB862A1-70E8-54D7-AF1A-98EB71D84FD0}" dt="2026-09-28T21:23:43.111" v="804"/>
          <pc:sldLayoutMkLst>
            <pc:docMk/>
            <pc:sldMasterMk cId="2460954070" sldId="2147483660"/>
            <pc:sldLayoutMk cId="3733172339" sldId="2147483665"/>
          </pc:sldLayoutMkLst>
        </pc:sldLayoutChg>
        <pc:sldLayoutChg chg="modTransition">
          <pc:chgData name="Luka Sullivan" userId="abc291ab-e99a-4252-9517-49904b18f44f" providerId="ADAL" clId="{2DB862A1-70E8-54D7-AF1A-98EB71D84FD0}" dt="2026-09-28T21:23:43.111" v="804"/>
          <pc:sldLayoutMkLst>
            <pc:docMk/>
            <pc:sldMasterMk cId="2460954070" sldId="2147483660"/>
            <pc:sldLayoutMk cId="3210312558" sldId="2147483666"/>
          </pc:sldLayoutMkLst>
        </pc:sldLayoutChg>
        <pc:sldLayoutChg chg="modTransition">
          <pc:chgData name="Luka Sullivan" userId="abc291ab-e99a-4252-9517-49904b18f44f" providerId="ADAL" clId="{2DB862A1-70E8-54D7-AF1A-98EB71D84FD0}" dt="2026-09-28T21:23:43.111" v="804"/>
          <pc:sldLayoutMkLst>
            <pc:docMk/>
            <pc:sldMasterMk cId="2460954070" sldId="2147483660"/>
            <pc:sldLayoutMk cId="3146388984" sldId="2147483667"/>
          </pc:sldLayoutMkLst>
        </pc:sldLayoutChg>
        <pc:sldLayoutChg chg="modTransition">
          <pc:chgData name="Luka Sullivan" userId="abc291ab-e99a-4252-9517-49904b18f44f" providerId="ADAL" clId="{2DB862A1-70E8-54D7-AF1A-98EB71D84FD0}" dt="2026-09-28T21:23:43.111" v="804"/>
          <pc:sldLayoutMkLst>
            <pc:docMk/>
            <pc:sldMasterMk cId="2460954070" sldId="2147483660"/>
            <pc:sldLayoutMk cId="3171841454" sldId="2147483668"/>
          </pc:sldLayoutMkLst>
        </pc:sldLayoutChg>
        <pc:sldLayoutChg chg="modTransition">
          <pc:chgData name="Luka Sullivan" userId="abc291ab-e99a-4252-9517-49904b18f44f" providerId="ADAL" clId="{2DB862A1-70E8-54D7-AF1A-98EB71D84FD0}" dt="2026-09-28T21:23:43.111" v="804"/>
          <pc:sldLayoutMkLst>
            <pc:docMk/>
            <pc:sldMasterMk cId="2460954070" sldId="2147483660"/>
            <pc:sldLayoutMk cId="1718958274" sldId="2147483669"/>
          </pc:sldLayoutMkLst>
        </pc:sldLayoutChg>
        <pc:sldLayoutChg chg="modTransition">
          <pc:chgData name="Luka Sullivan" userId="abc291ab-e99a-4252-9517-49904b18f44f" providerId="ADAL" clId="{2DB862A1-70E8-54D7-AF1A-98EB71D84FD0}" dt="2026-09-28T21:23:43.111" v="804"/>
          <pc:sldLayoutMkLst>
            <pc:docMk/>
            <pc:sldMasterMk cId="2460954070" sldId="2147483660"/>
            <pc:sldLayoutMk cId="2202905451" sldId="2147483670"/>
          </pc:sldLayoutMkLst>
        </pc:sldLayoutChg>
        <pc:sldLayoutChg chg="modTransition">
          <pc:chgData name="Luka Sullivan" userId="abc291ab-e99a-4252-9517-49904b18f44f" providerId="ADAL" clId="{2DB862A1-70E8-54D7-AF1A-98EB71D84FD0}" dt="2026-09-28T21:23:43.111" v="804"/>
          <pc:sldLayoutMkLst>
            <pc:docMk/>
            <pc:sldMasterMk cId="2460954070" sldId="2147483660"/>
            <pc:sldLayoutMk cId="3479445657" sldId="2147483671"/>
          </pc:sldLayoutMkLst>
        </pc:sldLayoutChg>
        <pc:sldLayoutChg chg="modTransition">
          <pc:chgData name="Luka Sullivan" userId="abc291ab-e99a-4252-9517-49904b18f44f" providerId="ADAL" clId="{2DB862A1-70E8-54D7-AF1A-98EB71D84FD0}" dt="2026-09-28T21:23:43.111" v="804"/>
          <pc:sldLayoutMkLst>
            <pc:docMk/>
            <pc:sldMasterMk cId="2460954070" sldId="2147483660"/>
            <pc:sldLayoutMk cId="410600112" sldId="2147483672"/>
          </pc:sldLayoutMkLst>
        </pc:sldLayoutChg>
      </pc:sldMasterChg>
    </pc:docChg>
  </pc:docChgLst>
  <pc:docChgLst>
    <pc:chgData name="Andrew Naiberg" userId="S::anna6128@colorado.edu::4b7ce819-ac1f-4a07-b99e-acfcb439f2f9" providerId="AD" clId="Web-{00000000-0000-0000-0000-000000000000}"/>
    <pc:docChg chg="modSld">
      <pc:chgData name="Andrew Naiberg" userId="S::anna6128@colorado.edu::4b7ce819-ac1f-4a07-b99e-acfcb439f2f9" providerId="AD" clId="Web-{00000000-0000-0000-0000-000000000000}" dt="2026-09-28T18:34:33.100" v="62" actId="1076"/>
      <pc:docMkLst>
        <pc:docMk/>
      </pc:docMkLst>
      <pc:sldChg chg="addSp delSp modSp">
        <pc:chgData name="Andrew Naiberg" userId="S::anna6128@colorado.edu::4b7ce819-ac1f-4a07-b99e-acfcb439f2f9" providerId="AD" clId="Web-{00000000-0000-0000-0000-000000000000}" dt="2026-09-28T18:33:42.335" v="24" actId="20577"/>
        <pc:sldMkLst>
          <pc:docMk/>
          <pc:sldMk cId="4040930724" sldId="286"/>
        </pc:sldMkLst>
        <pc:spChg chg="mod">
          <ac:chgData name="Andrew Naiberg" userId="S::anna6128@colorado.edu::4b7ce819-ac1f-4a07-b99e-acfcb439f2f9" providerId="AD" clId="Web-{00000000-0000-0000-0000-000000000000}" dt="2026-09-28T18:33:42.335" v="24" actId="20577"/>
          <ac:spMkLst>
            <pc:docMk/>
            <pc:sldMk cId="4040930724" sldId="286"/>
            <ac:spMk id="8" creationId="{9010FF7A-31D5-DF17-68D5-35434EE0FCCC}"/>
          </ac:spMkLst>
        </pc:spChg>
        <pc:spChg chg="add del">
          <ac:chgData name="Andrew Naiberg" userId="S::anna6128@colorado.edu::4b7ce819-ac1f-4a07-b99e-acfcb439f2f9" providerId="AD" clId="Web-{00000000-0000-0000-0000-000000000000}" dt="2026-09-28T18:33:22.179" v="17"/>
          <ac:spMkLst>
            <pc:docMk/>
            <pc:sldMk cId="4040930724" sldId="286"/>
            <ac:spMk id="9" creationId="{01B3CBA1-8C8B-D0DD-C1A6-6B4C5E412C1C}"/>
          </ac:spMkLst>
        </pc:spChg>
      </pc:sldChg>
      <pc:sldChg chg="modSp">
        <pc:chgData name="Andrew Naiberg" userId="S::anna6128@colorado.edu::4b7ce819-ac1f-4a07-b99e-acfcb439f2f9" providerId="AD" clId="Web-{00000000-0000-0000-0000-000000000000}" dt="2026-09-28T18:34:33.100" v="62" actId="1076"/>
        <pc:sldMkLst>
          <pc:docMk/>
          <pc:sldMk cId="3120997784" sldId="332"/>
        </pc:sldMkLst>
        <pc:spChg chg="mod">
          <ac:chgData name="Andrew Naiberg" userId="S::anna6128@colorado.edu::4b7ce819-ac1f-4a07-b99e-acfcb439f2f9" providerId="AD" clId="Web-{00000000-0000-0000-0000-000000000000}" dt="2026-09-28T18:34:33.100" v="62" actId="1076"/>
          <ac:spMkLst>
            <pc:docMk/>
            <pc:sldMk cId="3120997784" sldId="332"/>
            <ac:spMk id="9" creationId="{EB2830BA-F813-F7B1-1006-4054E72CAC34}"/>
          </ac:spMkLst>
        </pc:spChg>
        <pc:spChg chg="mod">
          <ac:chgData name="Andrew Naiberg" userId="S::anna6128@colorado.edu::4b7ce819-ac1f-4a07-b99e-acfcb439f2f9" providerId="AD" clId="Web-{00000000-0000-0000-0000-000000000000}" dt="2026-09-28T18:32:09.163" v="15" actId="20577"/>
          <ac:spMkLst>
            <pc:docMk/>
            <pc:sldMk cId="3120997784" sldId="332"/>
            <ac:spMk id="12" creationId="{8523D42E-B8D4-CEFE-BB76-8A3C15CA3B21}"/>
          </ac:spMkLst>
        </pc:spChg>
        <pc:cxnChg chg="mod">
          <ac:chgData name="Andrew Naiberg" userId="S::anna6128@colorado.edu::4b7ce819-ac1f-4a07-b99e-acfcb439f2f9" providerId="AD" clId="Web-{00000000-0000-0000-0000-000000000000}" dt="2026-09-28T18:31:52.320" v="3"/>
          <ac:cxnSpMkLst>
            <pc:docMk/>
            <pc:sldMk cId="3120997784" sldId="332"/>
            <ac:cxnSpMk id="11" creationId="{10D3E3AD-244B-40C8-2F0D-B1AD0E204C79}"/>
          </ac:cxnSpMkLst>
        </pc:cxnChg>
      </pc:sldChg>
    </pc:docChg>
  </pc:docChgLst>
  <pc:docChgLst>
    <pc:chgData name="Grace Kallberg" userId="S::grka3921@colorado.edu::2ffee2a2-50a6-4774-b344-04f1f7e85363" providerId="AD" clId="Web-{3E1EE9D0-1BE8-0756-CF34-905D784AFB9F}"/>
    <pc:docChg chg="delSld modSld">
      <pc:chgData name="Grace Kallberg" userId="S::grka3921@colorado.edu::2ffee2a2-50a6-4774-b344-04f1f7e85363" providerId="AD" clId="Web-{3E1EE9D0-1BE8-0756-CF34-905D784AFB9F}" dt="2026-09-28T18:48:34.071" v="576" actId="14100"/>
      <pc:docMkLst>
        <pc:docMk/>
      </pc:docMkLst>
      <pc:sldChg chg="delSp modSp">
        <pc:chgData name="Grace Kallberg" userId="S::grka3921@colorado.edu::2ffee2a2-50a6-4774-b344-04f1f7e85363" providerId="AD" clId="Web-{3E1EE9D0-1BE8-0756-CF34-905D784AFB9F}" dt="2026-09-28T18:40:45.021" v="549" actId="20577"/>
        <pc:sldMkLst>
          <pc:docMk/>
          <pc:sldMk cId="980221421" sldId="304"/>
        </pc:sldMkLst>
        <pc:spChg chg="del mod">
          <ac:chgData name="Grace Kallberg" userId="S::grka3921@colorado.edu::2ffee2a2-50a6-4774-b344-04f1f7e85363" providerId="AD" clId="Web-{3E1EE9D0-1BE8-0756-CF34-905D784AFB9F}" dt="2026-09-28T18:26:52.536" v="20"/>
          <ac:spMkLst>
            <pc:docMk/>
            <pc:sldMk cId="980221421" sldId="304"/>
            <ac:spMk id="7" creationId="{99C8D31A-8D45-0CE9-31D8-DE97AC0FCDFF}"/>
          </ac:spMkLst>
        </pc:spChg>
        <pc:spChg chg="mod">
          <ac:chgData name="Grace Kallberg" userId="S::grka3921@colorado.edu::2ffee2a2-50a6-4774-b344-04f1f7e85363" providerId="AD" clId="Web-{3E1EE9D0-1BE8-0756-CF34-905D784AFB9F}" dt="2026-09-28T18:40:45.021" v="549" actId="20577"/>
          <ac:spMkLst>
            <pc:docMk/>
            <pc:sldMk cId="980221421" sldId="304"/>
            <ac:spMk id="10" creationId="{227AAE6B-AA79-81BA-B0BB-97B02B43FB52}"/>
          </ac:spMkLst>
        </pc:spChg>
        <pc:spChg chg="mod">
          <ac:chgData name="Grace Kallberg" userId="S::grka3921@colorado.edu::2ffee2a2-50a6-4774-b344-04f1f7e85363" providerId="AD" clId="Web-{3E1EE9D0-1BE8-0756-CF34-905D784AFB9F}" dt="2026-09-28T18:30:11.778" v="114" actId="20577"/>
          <ac:spMkLst>
            <pc:docMk/>
            <pc:sldMk cId="980221421" sldId="304"/>
            <ac:spMk id="12" creationId="{00CD2888-967B-FBE9-1AC3-26C82906AE1F}"/>
          </ac:spMkLst>
        </pc:spChg>
      </pc:sldChg>
      <pc:sldChg chg="delSp modSp">
        <pc:chgData name="Grace Kallberg" userId="S::grka3921@colorado.edu::2ffee2a2-50a6-4774-b344-04f1f7e85363" providerId="AD" clId="Web-{3E1EE9D0-1BE8-0756-CF34-905D784AFB9F}" dt="2026-09-28T18:41:23.226" v="575"/>
        <pc:sldMkLst>
          <pc:docMk/>
          <pc:sldMk cId="2048655281" sldId="305"/>
        </pc:sldMkLst>
        <pc:spChg chg="del">
          <ac:chgData name="Grace Kallberg" userId="S::grka3921@colorado.edu::2ffee2a2-50a6-4774-b344-04f1f7e85363" providerId="AD" clId="Web-{3E1EE9D0-1BE8-0756-CF34-905D784AFB9F}" dt="2026-09-28T18:25:00.016" v="0"/>
          <ac:spMkLst>
            <pc:docMk/>
            <pc:sldMk cId="2048655281" sldId="305"/>
            <ac:spMk id="10" creationId="{1A48F4BE-44B6-DB0C-264E-9052A68A7410}"/>
          </ac:spMkLst>
        </pc:spChg>
        <pc:graphicFrameChg chg="mod modGraphic">
          <ac:chgData name="Grace Kallberg" userId="S::grka3921@colorado.edu::2ffee2a2-50a6-4774-b344-04f1f7e85363" providerId="AD" clId="Web-{3E1EE9D0-1BE8-0756-CF34-905D784AFB9F}" dt="2026-09-28T18:41:23.226" v="575"/>
          <ac:graphicFrameMkLst>
            <pc:docMk/>
            <pc:sldMk cId="2048655281" sldId="305"/>
            <ac:graphicFrameMk id="8" creationId="{51280F65-AB83-09E3-AD8B-EB449C8DDAC3}"/>
          </ac:graphicFrameMkLst>
        </pc:graphicFrameChg>
      </pc:sldChg>
      <pc:sldChg chg="modSp">
        <pc:chgData name="Grace Kallberg" userId="S::grka3921@colorado.edu::2ffee2a2-50a6-4774-b344-04f1f7e85363" providerId="AD" clId="Web-{3E1EE9D0-1BE8-0756-CF34-905D784AFB9F}" dt="2026-09-28T18:48:34.071" v="576" actId="14100"/>
        <pc:sldMkLst>
          <pc:docMk/>
          <pc:sldMk cId="1182251348" sldId="417"/>
        </pc:sldMkLst>
        <pc:picChg chg="mod">
          <ac:chgData name="Grace Kallberg" userId="S::grka3921@colorado.edu::2ffee2a2-50a6-4774-b344-04f1f7e85363" providerId="AD" clId="Web-{3E1EE9D0-1BE8-0756-CF34-905D784AFB9F}" dt="2026-09-28T18:48:34.071" v="576" actId="14100"/>
          <ac:picMkLst>
            <pc:docMk/>
            <pc:sldMk cId="1182251348" sldId="417"/>
            <ac:picMk id="14" creationId="{346CCECD-3BB2-0F93-5EB2-26A5AB63BB8D}"/>
          </ac:picMkLst>
        </pc:picChg>
      </pc:sldChg>
      <pc:sldChg chg="modSp">
        <pc:chgData name="Grace Kallberg" userId="S::grka3921@colorado.edu::2ffee2a2-50a6-4774-b344-04f1f7e85363" providerId="AD" clId="Web-{3E1EE9D0-1BE8-0756-CF34-905D784AFB9F}" dt="2026-09-28T18:38:11.046" v="486"/>
        <pc:sldMkLst>
          <pc:docMk/>
          <pc:sldMk cId="3343433889" sldId="455"/>
        </pc:sldMkLst>
        <pc:graphicFrameChg chg="mod modGraphic">
          <ac:chgData name="Grace Kallberg" userId="S::grka3921@colorado.edu::2ffee2a2-50a6-4774-b344-04f1f7e85363" providerId="AD" clId="Web-{3E1EE9D0-1BE8-0756-CF34-905D784AFB9F}" dt="2026-09-28T18:38:11.046" v="486"/>
          <ac:graphicFrameMkLst>
            <pc:docMk/>
            <pc:sldMk cId="3343433889" sldId="455"/>
            <ac:graphicFrameMk id="9" creationId="{A36185F4-4F34-9438-5D52-7AC124FA1CD9}"/>
          </ac:graphicFrameMkLst>
        </pc:graphicFrameChg>
      </pc:sldChg>
      <pc:sldChg chg="del">
        <pc:chgData name="Grace Kallberg" userId="S::grka3921@colorado.edu::2ffee2a2-50a6-4774-b344-04f1f7e85363" providerId="AD" clId="Web-{3E1EE9D0-1BE8-0756-CF34-905D784AFB9F}" dt="2026-09-28T18:25:07.126" v="1"/>
        <pc:sldMkLst>
          <pc:docMk/>
          <pc:sldMk cId="3098405462" sldId="465"/>
        </pc:sldMkLst>
      </pc:sldChg>
    </pc:docChg>
  </pc:docChgLst>
  <pc:docChgLst>
    <pc:chgData name="Sovann Bonini" userId="S::sobo7975@colorado.edu::fadc9a76-19bb-4e15-b9f5-0714ee2c1cba" providerId="AD" clId="Web-{00000000-0000-0000-0000-000000000000}"/>
    <pc:docChg chg="modSld">
      <pc:chgData name="Sovann Bonini" userId="S::sobo7975@colorado.edu::fadc9a76-19bb-4e15-b9f5-0714ee2c1cba" providerId="AD" clId="Web-{00000000-0000-0000-0000-000000000000}" dt="2026-09-27T00:22:36.607" v="156" actId="20577"/>
      <pc:docMkLst>
        <pc:docMk/>
      </pc:docMkLst>
      <pc:sldChg chg="modSp">
        <pc:chgData name="Sovann Bonini" userId="S::sobo7975@colorado.edu::fadc9a76-19bb-4e15-b9f5-0714ee2c1cba" providerId="AD" clId="Web-{00000000-0000-0000-0000-000000000000}" dt="2026-09-27T00:22:36.607" v="156" actId="20577"/>
        <pc:sldMkLst>
          <pc:docMk/>
          <pc:sldMk cId="491786816" sldId="311"/>
        </pc:sldMkLst>
        <pc:spChg chg="mod">
          <ac:chgData name="Sovann Bonini" userId="S::sobo7975@colorado.edu::fadc9a76-19bb-4e15-b9f5-0714ee2c1cba" providerId="AD" clId="Web-{00000000-0000-0000-0000-000000000000}" dt="2026-09-27T00:20:11.498" v="107" actId="20577"/>
          <ac:spMkLst>
            <pc:docMk/>
            <pc:sldMk cId="491786816" sldId="311"/>
            <ac:spMk id="4" creationId="{4C9DD8E5-BC1C-5860-57E6-455FDF70ED83}"/>
          </ac:spMkLst>
        </pc:spChg>
        <pc:spChg chg="mod">
          <ac:chgData name="Sovann Bonini" userId="S::sobo7975@colorado.edu::fadc9a76-19bb-4e15-b9f5-0714ee2c1cba" providerId="AD" clId="Web-{00000000-0000-0000-0000-000000000000}" dt="2026-09-27T00:22:36.607" v="156" actId="20577"/>
          <ac:spMkLst>
            <pc:docMk/>
            <pc:sldMk cId="491786816" sldId="311"/>
            <ac:spMk id="5" creationId="{2DEDFE24-7776-3976-E448-754598C05126}"/>
          </ac:spMkLst>
        </pc:spChg>
        <pc:picChg chg="mod">
          <ac:chgData name="Sovann Bonini" userId="S::sobo7975@colorado.edu::fadc9a76-19bb-4e15-b9f5-0714ee2c1cba" providerId="AD" clId="Web-{00000000-0000-0000-0000-000000000000}" dt="2026-09-27T00:16:50.638" v="59" actId="1076"/>
          <ac:picMkLst>
            <pc:docMk/>
            <pc:sldMk cId="491786816" sldId="311"/>
            <ac:picMk id="11" creationId="{F12FE6B2-4022-26C1-7149-B29F5D5A9003}"/>
          </ac:picMkLst>
        </pc:picChg>
      </pc:sldChg>
    </pc:docChg>
  </pc:docChgLst>
  <pc:docChgLst>
    <pc:chgData name="Sovann Bonini" userId="S::sobo7975@colorado.edu::fadc9a76-19bb-4e15-b9f5-0714ee2c1cba" providerId="AD" clId="Web-{E38FC692-1FB8-B7AB-8E84-90B05947E461}"/>
    <pc:docChg chg="modSld">
      <pc:chgData name="Sovann Bonini" userId="S::sobo7975@colorado.edu::fadc9a76-19bb-4e15-b9f5-0714ee2c1cba" providerId="AD" clId="Web-{E38FC692-1FB8-B7AB-8E84-90B05947E461}" dt="2026-09-26T23:51:37.115" v="27" actId="20577"/>
      <pc:docMkLst>
        <pc:docMk/>
      </pc:docMkLst>
      <pc:sldChg chg="addSp delSp modSp">
        <pc:chgData name="Sovann Bonini" userId="S::sobo7975@colorado.edu::fadc9a76-19bb-4e15-b9f5-0714ee2c1cba" providerId="AD" clId="Web-{E38FC692-1FB8-B7AB-8E84-90B05947E461}" dt="2026-09-26T23:51:37.115" v="27" actId="20577"/>
        <pc:sldMkLst>
          <pc:docMk/>
          <pc:sldMk cId="491786816" sldId="311"/>
        </pc:sldMkLst>
        <pc:spChg chg="mod">
          <ac:chgData name="Sovann Bonini" userId="S::sobo7975@colorado.edu::fadc9a76-19bb-4e15-b9f5-0714ee2c1cba" providerId="AD" clId="Web-{E38FC692-1FB8-B7AB-8E84-90B05947E461}" dt="2026-09-26T23:51:37.115" v="27" actId="20577"/>
          <ac:spMkLst>
            <pc:docMk/>
            <pc:sldMk cId="491786816" sldId="311"/>
            <ac:spMk id="5" creationId="{2DEDFE24-7776-3976-E448-754598C05126}"/>
          </ac:spMkLst>
        </pc:spChg>
        <pc:picChg chg="add mod modCrop">
          <ac:chgData name="Sovann Bonini" userId="S::sobo7975@colorado.edu::fadc9a76-19bb-4e15-b9f5-0714ee2c1cba" providerId="AD" clId="Web-{E38FC692-1FB8-B7AB-8E84-90B05947E461}" dt="2026-09-26T23:51:22.880" v="12" actId="1076"/>
          <ac:picMkLst>
            <pc:docMk/>
            <pc:sldMk cId="491786816" sldId="311"/>
            <ac:picMk id="11" creationId="{F12FE6B2-4022-26C1-7149-B29F5D5A9003}"/>
          </ac:picMkLst>
        </pc:picChg>
      </pc:sldChg>
    </pc:docChg>
  </pc:docChgLst>
  <pc:docChgLst>
    <pc:chgData name="Sovann Bonini" userId="S::sobo7975@colorado.edu::fadc9a76-19bb-4e15-b9f5-0714ee2c1cba" providerId="AD" clId="Web-{371A10AF-5988-ED76-AB1B-4A25E12B1B52}"/>
    <pc:docChg chg="delSld">
      <pc:chgData name="Sovann Bonini" userId="S::sobo7975@colorado.edu::fadc9a76-19bb-4e15-b9f5-0714ee2c1cba" providerId="AD" clId="Web-{371A10AF-5988-ED76-AB1B-4A25E12B1B52}" dt="2026-09-24T17:50:35.616" v="0"/>
      <pc:docMkLst>
        <pc:docMk/>
      </pc:docMkLst>
    </pc:docChg>
  </pc:docChgLst>
  <pc:docChgLst>
    <pc:chgData name="Grace Kallberg" userId="S::grka3921@colorado.edu::2ffee2a2-50a6-4774-b344-04f1f7e85363" providerId="AD" clId="Web-{C61FEE28-6101-D7F6-113D-00E4143F97EE}"/>
    <pc:docChg chg="mod modSld">
      <pc:chgData name="Grace Kallberg" userId="S::grka3921@colorado.edu::2ffee2a2-50a6-4774-b344-04f1f7e85363" providerId="AD" clId="Web-{C61FEE28-6101-D7F6-113D-00E4143F97EE}" dt="2026-09-25T06:51:39.897" v="169"/>
      <pc:docMkLst>
        <pc:docMk/>
      </pc:docMkLst>
      <pc:sldChg chg="modSp">
        <pc:chgData name="Grace Kallberg" userId="S::grka3921@colorado.edu::2ffee2a2-50a6-4774-b344-04f1f7e85363" providerId="AD" clId="Web-{C61FEE28-6101-D7F6-113D-00E4143F97EE}" dt="2026-09-25T05:34:37.075" v="154" actId="14100"/>
        <pc:sldMkLst>
          <pc:docMk/>
          <pc:sldMk cId="3603949100" sldId="296"/>
        </pc:sldMkLst>
        <pc:spChg chg="mod">
          <ac:chgData name="Grace Kallberg" userId="S::grka3921@colorado.edu::2ffee2a2-50a6-4774-b344-04f1f7e85363" providerId="AD" clId="Web-{C61FEE28-6101-D7F6-113D-00E4143F97EE}" dt="2026-09-25T05:34:37.075" v="154" actId="14100"/>
          <ac:spMkLst>
            <pc:docMk/>
            <pc:sldMk cId="3603949100" sldId="296"/>
            <ac:spMk id="12" creationId="{B9FE658F-8D38-4CB1-C4CB-2687E9A25E9E}"/>
          </ac:spMkLst>
        </pc:spChg>
        <pc:graphicFrameChg chg="mod modGraphic">
          <ac:chgData name="Grace Kallberg" userId="S::grka3921@colorado.edu::2ffee2a2-50a6-4774-b344-04f1f7e85363" providerId="AD" clId="Web-{C61FEE28-6101-D7F6-113D-00E4143F97EE}" dt="2026-09-25T05:34:15.138" v="153" actId="1076"/>
          <ac:graphicFrameMkLst>
            <pc:docMk/>
            <pc:sldMk cId="3603949100" sldId="296"/>
            <ac:graphicFrameMk id="9" creationId="{86AFAEF1-E970-160E-2DFD-55BA90DF8764}"/>
          </ac:graphicFrameMkLst>
        </pc:graphicFrameChg>
      </pc:sldChg>
      <pc:sldChg chg="modSp">
        <pc:chgData name="Grace Kallberg" userId="S::grka3921@colorado.edu::2ffee2a2-50a6-4774-b344-04f1f7e85363" providerId="AD" clId="Web-{C61FEE28-6101-D7F6-113D-00E4143F97EE}" dt="2026-09-25T05:26:49.133" v="137"/>
        <pc:sldMkLst>
          <pc:docMk/>
          <pc:sldMk cId="2064059125" sldId="355"/>
        </pc:sldMkLst>
        <pc:graphicFrameChg chg="mod modGraphic">
          <ac:chgData name="Grace Kallberg" userId="S::grka3921@colorado.edu::2ffee2a2-50a6-4774-b344-04f1f7e85363" providerId="AD" clId="Web-{C61FEE28-6101-D7F6-113D-00E4143F97EE}" dt="2026-09-25T05:26:49.133" v="137"/>
          <ac:graphicFrameMkLst>
            <pc:docMk/>
            <pc:sldMk cId="2064059125" sldId="355"/>
            <ac:graphicFrameMk id="9" creationId="{B3C17548-D674-A613-6A6D-4ACC1A9F24BF}"/>
          </ac:graphicFrameMkLst>
        </pc:graphicFrameChg>
      </pc:sldChg>
      <pc:sldChg chg="addSp delSp modSp">
        <pc:chgData name="Grace Kallberg" userId="S::grka3921@colorado.edu::2ffee2a2-50a6-4774-b344-04f1f7e85363" providerId="AD" clId="Web-{C61FEE28-6101-D7F6-113D-00E4143F97EE}" dt="2026-09-25T06:49:27.549" v="168" actId="1076"/>
        <pc:sldMkLst>
          <pc:docMk/>
          <pc:sldMk cId="1182251348" sldId="417"/>
        </pc:sldMkLst>
      </pc:sldChg>
      <pc:sldChg chg="modSp">
        <pc:chgData name="Grace Kallberg" userId="S::grka3921@colorado.edu::2ffee2a2-50a6-4774-b344-04f1f7e85363" providerId="AD" clId="Web-{C61FEE28-6101-D7F6-113D-00E4143F97EE}" dt="2026-09-25T05:42:34.142" v="155"/>
        <pc:sldMkLst>
          <pc:docMk/>
          <pc:sldMk cId="1883807917" sldId="464"/>
        </pc:sldMkLst>
        <pc:picChg chg="mod">
          <ac:chgData name="Grace Kallberg" userId="S::grka3921@colorado.edu::2ffee2a2-50a6-4774-b344-04f1f7e85363" providerId="AD" clId="Web-{C61FEE28-6101-D7F6-113D-00E4143F97EE}" dt="2026-09-25T05:42:34.142" v="155"/>
          <ac:picMkLst>
            <pc:docMk/>
            <pc:sldMk cId="1883807917" sldId="464"/>
            <ac:picMk id="11" creationId="{6A1ED78B-169D-E04F-4D6F-21F0EAFD9703}"/>
          </ac:picMkLst>
        </pc:picChg>
      </pc:sldChg>
    </pc:docChg>
  </pc:docChgLst>
  <pc:docChgLst>
    <pc:chgData name="Grace Kallberg" userId="S::grka3921@colorado.edu::2ffee2a2-50a6-4774-b344-04f1f7e85363" providerId="AD" clId="Web-{3D07E8E9-A4D6-F875-21BD-8C1C2CFB5935}"/>
    <pc:docChg chg="modSld">
      <pc:chgData name="Grace Kallberg" userId="S::grka3921@colorado.edu::2ffee2a2-50a6-4774-b344-04f1f7e85363" providerId="AD" clId="Web-{3D07E8E9-A4D6-F875-21BD-8C1C2CFB5935}" dt="2026-09-25T16:53:11.319" v="40"/>
      <pc:docMkLst>
        <pc:docMk/>
      </pc:docMkLst>
      <pc:sldChg chg="addSp delSp modSp">
        <pc:chgData name="Grace Kallberg" userId="S::grka3921@colorado.edu::2ffee2a2-50a6-4774-b344-04f1f7e85363" providerId="AD" clId="Web-{3D07E8E9-A4D6-F875-21BD-8C1C2CFB5935}" dt="2026-09-25T16:53:11.319" v="40"/>
        <pc:sldMkLst>
          <pc:docMk/>
          <pc:sldMk cId="1182251348" sldId="417"/>
        </pc:sldMkLst>
      </pc:sldChg>
      <pc:sldChg chg="modSp">
        <pc:chgData name="Grace Kallberg" userId="S::grka3921@colorado.edu::2ffee2a2-50a6-4774-b344-04f1f7e85363" providerId="AD" clId="Web-{3D07E8E9-A4D6-F875-21BD-8C1C2CFB5935}" dt="2026-09-25T16:36:16.972" v="31"/>
        <pc:sldMkLst>
          <pc:docMk/>
          <pc:sldMk cId="3850214650" sldId="447"/>
        </pc:sldMkLst>
        <pc:graphicFrameChg chg="mod modGraphic">
          <ac:chgData name="Grace Kallberg" userId="S::grka3921@colorado.edu::2ffee2a2-50a6-4774-b344-04f1f7e85363" providerId="AD" clId="Web-{3D07E8E9-A4D6-F875-21BD-8C1C2CFB5935}" dt="2026-09-25T16:36:16.972" v="31"/>
          <ac:graphicFrameMkLst>
            <pc:docMk/>
            <pc:sldMk cId="3850214650" sldId="447"/>
            <ac:graphicFrameMk id="9" creationId="{B3C17548-D674-A613-6A6D-4ACC1A9F24BF}"/>
          </ac:graphicFrameMkLst>
        </pc:graphicFrameChg>
      </pc:sldChg>
    </pc:docChg>
  </pc:docChgLst>
  <pc:docChgLst>
    <pc:chgData name="Christopher Wong" userId="S::chwo6932@colorado.edu::ea030524-5bca-4e95-91ba-d5ef9bb1eb90" providerId="AD" clId="Web-{00000000-0000-0000-0000-000000000000}"/>
    <pc:docChg chg="addSld delSld modSld">
      <pc:chgData name="Christopher Wong" userId="S::chwo6932@colorado.edu::ea030524-5bca-4e95-91ba-d5ef9bb1eb90" providerId="AD" clId="Web-{00000000-0000-0000-0000-000000000000}" dt="2026-09-24T16:51:34.310" v="142"/>
      <pc:docMkLst>
        <pc:docMk/>
      </pc:docMkLst>
      <pc:sldChg chg="modSp">
        <pc:chgData name="Christopher Wong" userId="S::chwo6932@colorado.edu::ea030524-5bca-4e95-91ba-d5ef9bb1eb90" providerId="AD" clId="Web-{00000000-0000-0000-0000-000000000000}" dt="2026-09-24T16:35:46.776" v="125" actId="20577"/>
        <pc:sldMkLst>
          <pc:docMk/>
          <pc:sldMk cId="4014242925" sldId="257"/>
        </pc:sldMkLst>
        <pc:spChg chg="mod">
          <ac:chgData name="Christopher Wong" userId="S::chwo6932@colorado.edu::ea030524-5bca-4e95-91ba-d5ef9bb1eb90" providerId="AD" clId="Web-{00000000-0000-0000-0000-000000000000}" dt="2026-09-24T16:35:46.776" v="125" actId="20577"/>
          <ac:spMkLst>
            <pc:docMk/>
            <pc:sldMk cId="4014242925" sldId="257"/>
            <ac:spMk id="23" creationId="{00000000-0000-0000-0000-000000000000}"/>
          </ac:spMkLst>
        </pc:spChg>
      </pc:sldChg>
      <pc:sldChg chg="addSp delSp">
        <pc:chgData name="Christopher Wong" userId="S::chwo6932@colorado.edu::ea030524-5bca-4e95-91ba-d5ef9bb1eb90" providerId="AD" clId="Web-{00000000-0000-0000-0000-000000000000}" dt="2026-09-24T16:50:43.465" v="134"/>
        <pc:sldMkLst>
          <pc:docMk/>
          <pc:sldMk cId="2995031529" sldId="279"/>
        </pc:sldMkLst>
        <pc:spChg chg="add">
          <ac:chgData name="Christopher Wong" userId="S::chwo6932@colorado.edu::ea030524-5bca-4e95-91ba-d5ef9bb1eb90" providerId="AD" clId="Web-{00000000-0000-0000-0000-000000000000}" dt="2026-09-24T16:50:43.465" v="134"/>
          <ac:spMkLst>
            <pc:docMk/>
            <pc:sldMk cId="2995031529" sldId="279"/>
            <ac:spMk id="19" creationId="{E381E345-CEFF-D794-6BA4-3F7695EDD29A}"/>
          </ac:spMkLst>
        </pc:spChg>
      </pc:sldChg>
      <pc:sldChg chg="addSp delSp">
        <pc:chgData name="Christopher Wong" userId="S::chwo6932@colorado.edu::ea030524-5bca-4e95-91ba-d5ef9bb1eb90" providerId="AD" clId="Web-{00000000-0000-0000-0000-000000000000}" dt="2026-09-24T16:50:50.512" v="136"/>
        <pc:sldMkLst>
          <pc:docMk/>
          <pc:sldMk cId="353244228" sldId="280"/>
        </pc:sldMkLst>
        <pc:spChg chg="add">
          <ac:chgData name="Christopher Wong" userId="S::chwo6932@colorado.edu::ea030524-5bca-4e95-91ba-d5ef9bb1eb90" providerId="AD" clId="Web-{00000000-0000-0000-0000-000000000000}" dt="2026-09-24T16:50:50.512" v="136"/>
          <ac:spMkLst>
            <pc:docMk/>
            <pc:sldMk cId="353244228" sldId="280"/>
            <ac:spMk id="19" creationId="{DEC0F5C9-551D-36CA-4D8E-98B496AC831C}"/>
          </ac:spMkLst>
        </pc:spChg>
      </pc:sldChg>
      <pc:sldChg chg="addSp delSp modSp">
        <pc:chgData name="Christopher Wong" userId="S::chwo6932@colorado.edu::ea030524-5bca-4e95-91ba-d5ef9bb1eb90" providerId="AD" clId="Web-{00000000-0000-0000-0000-000000000000}" dt="2026-09-24T16:50:58.950" v="138"/>
        <pc:sldMkLst>
          <pc:docMk/>
          <pc:sldMk cId="2766371140" sldId="281"/>
        </pc:sldMkLst>
        <pc:spChg chg="add">
          <ac:chgData name="Christopher Wong" userId="S::chwo6932@colorado.edu::ea030524-5bca-4e95-91ba-d5ef9bb1eb90" providerId="AD" clId="Web-{00000000-0000-0000-0000-000000000000}" dt="2026-09-24T16:50:58.950" v="138"/>
          <ac:spMkLst>
            <pc:docMk/>
            <pc:sldMk cId="2766371140" sldId="281"/>
            <ac:spMk id="19" creationId="{8255F8C1-C09B-8CE4-E939-FDFD5E6BCDF6}"/>
          </ac:spMkLst>
        </pc:spChg>
        <pc:spChg chg="mod">
          <ac:chgData name="Christopher Wong" userId="S::chwo6932@colorado.edu::ea030524-5bca-4e95-91ba-d5ef9bb1eb90" providerId="AD" clId="Web-{00000000-0000-0000-0000-000000000000}" dt="2026-09-24T16:16:34.670" v="1" actId="20577"/>
          <ac:spMkLst>
            <pc:docMk/>
            <pc:sldMk cId="2766371140" sldId="281"/>
            <ac:spMk id="22" creationId="{45F95469-3143-353D-62D8-C5D8CFC77522}"/>
          </ac:spMkLst>
        </pc:spChg>
      </pc:sldChg>
      <pc:sldChg chg="addSp delSp">
        <pc:chgData name="Christopher Wong" userId="S::chwo6932@colorado.edu::ea030524-5bca-4e95-91ba-d5ef9bb1eb90" providerId="AD" clId="Web-{00000000-0000-0000-0000-000000000000}" dt="2026-09-24T16:51:34.310" v="142"/>
        <pc:sldMkLst>
          <pc:docMk/>
          <pc:sldMk cId="3903365930" sldId="282"/>
        </pc:sldMkLst>
        <pc:spChg chg="add">
          <ac:chgData name="Christopher Wong" userId="S::chwo6932@colorado.edu::ea030524-5bca-4e95-91ba-d5ef9bb1eb90" providerId="AD" clId="Web-{00000000-0000-0000-0000-000000000000}" dt="2026-09-24T16:51:34.310" v="142"/>
          <ac:spMkLst>
            <pc:docMk/>
            <pc:sldMk cId="3903365930" sldId="282"/>
            <ac:spMk id="19" creationId="{A8288010-E9F6-C7DC-208B-CABC260DD1F5}"/>
          </ac:spMkLst>
        </pc:spChg>
      </pc:sldChg>
      <pc:sldChg chg="addSp delSp">
        <pc:chgData name="Christopher Wong" userId="S::chwo6932@colorado.edu::ea030524-5bca-4e95-91ba-d5ef9bb1eb90" providerId="AD" clId="Web-{00000000-0000-0000-0000-000000000000}" dt="2026-09-24T16:51:25.200" v="140"/>
        <pc:sldMkLst>
          <pc:docMk/>
          <pc:sldMk cId="2126636767" sldId="283"/>
        </pc:sldMkLst>
        <pc:spChg chg="add">
          <ac:chgData name="Christopher Wong" userId="S::chwo6932@colorado.edu::ea030524-5bca-4e95-91ba-d5ef9bb1eb90" providerId="AD" clId="Web-{00000000-0000-0000-0000-000000000000}" dt="2026-09-24T16:51:25.200" v="140"/>
          <ac:spMkLst>
            <pc:docMk/>
            <pc:sldMk cId="2126636767" sldId="283"/>
            <ac:spMk id="19" creationId="{0F23B3FB-9542-7A37-BA19-825875F1DB8E}"/>
          </ac:spMkLst>
        </pc:spChg>
      </pc:sldChg>
      <pc:sldChg chg="modSp">
        <pc:chgData name="Christopher Wong" userId="S::chwo6932@colorado.edu::ea030524-5bca-4e95-91ba-d5ef9bb1eb90" providerId="AD" clId="Web-{00000000-0000-0000-0000-000000000000}" dt="2026-09-24T16:35:39.963" v="119" actId="20577"/>
        <pc:sldMkLst>
          <pc:docMk/>
          <pc:sldMk cId="3418061927" sldId="302"/>
        </pc:sldMkLst>
        <pc:spChg chg="mod">
          <ac:chgData name="Christopher Wong" userId="S::chwo6932@colorado.edu::ea030524-5bca-4e95-91ba-d5ef9bb1eb90" providerId="AD" clId="Web-{00000000-0000-0000-0000-000000000000}" dt="2026-09-24T16:35:39.963" v="119" actId="20577"/>
          <ac:spMkLst>
            <pc:docMk/>
            <pc:sldMk cId="3418061927" sldId="302"/>
            <ac:spMk id="12" creationId="{0C1DAC67-94A2-995B-840D-6693BF5C561C}"/>
          </ac:spMkLst>
        </pc:spChg>
      </pc:sldChg>
      <pc:sldChg chg="addSp delSp modSp add">
        <pc:chgData name="Christopher Wong" userId="S::chwo6932@colorado.edu::ea030524-5bca-4e95-91ba-d5ef9bb1eb90" providerId="AD" clId="Web-{00000000-0000-0000-0000-000000000000}" dt="2026-09-24T16:17:42.725" v="7" actId="1076"/>
        <pc:sldMkLst>
          <pc:docMk/>
          <pc:sldMk cId="1182251348" sldId="417"/>
        </pc:sldMkLst>
      </pc:sldChg>
      <pc:sldChg chg="add">
        <pc:chgData name="Christopher Wong" userId="S::chwo6932@colorado.edu::ea030524-5bca-4e95-91ba-d5ef9bb1eb90" providerId="AD" clId="Web-{00000000-0000-0000-0000-000000000000}" dt="2026-09-24T16:21:35.652" v="22"/>
        <pc:sldMkLst>
          <pc:docMk/>
          <pc:sldMk cId="3854651978" sldId="418"/>
        </pc:sldMkLst>
      </pc:sldChg>
      <pc:sldChg chg="add">
        <pc:chgData name="Christopher Wong" userId="S::chwo6932@colorado.edu::ea030524-5bca-4e95-91ba-d5ef9bb1eb90" providerId="AD" clId="Web-{00000000-0000-0000-0000-000000000000}" dt="2026-09-24T16:21:35.714" v="23"/>
        <pc:sldMkLst>
          <pc:docMk/>
          <pc:sldMk cId="4004457677" sldId="419"/>
        </pc:sldMkLst>
      </pc:sldChg>
      <pc:sldChg chg="add">
        <pc:chgData name="Christopher Wong" userId="S::chwo6932@colorado.edu::ea030524-5bca-4e95-91ba-d5ef9bb1eb90" providerId="AD" clId="Web-{00000000-0000-0000-0000-000000000000}" dt="2026-09-24T16:21:35.792" v="24"/>
        <pc:sldMkLst>
          <pc:docMk/>
          <pc:sldMk cId="4012133498" sldId="420"/>
        </pc:sldMkLst>
      </pc:sldChg>
      <pc:sldChg chg="add">
        <pc:chgData name="Christopher Wong" userId="S::chwo6932@colorado.edu::ea030524-5bca-4e95-91ba-d5ef9bb1eb90" providerId="AD" clId="Web-{00000000-0000-0000-0000-000000000000}" dt="2026-09-24T16:21:35.855" v="25"/>
        <pc:sldMkLst>
          <pc:docMk/>
          <pc:sldMk cId="2007670534" sldId="421"/>
        </pc:sldMkLst>
      </pc:sldChg>
      <pc:sldChg chg="add">
        <pc:chgData name="Christopher Wong" userId="S::chwo6932@colorado.edu::ea030524-5bca-4e95-91ba-d5ef9bb1eb90" providerId="AD" clId="Web-{00000000-0000-0000-0000-000000000000}" dt="2026-09-24T16:21:35.933" v="26"/>
        <pc:sldMkLst>
          <pc:docMk/>
          <pc:sldMk cId="2154058214" sldId="422"/>
        </pc:sldMkLst>
      </pc:sldChg>
      <pc:sldChg chg="add">
        <pc:chgData name="Christopher Wong" userId="S::chwo6932@colorado.edu::ea030524-5bca-4e95-91ba-d5ef9bb1eb90" providerId="AD" clId="Web-{00000000-0000-0000-0000-000000000000}" dt="2026-09-24T16:21:36.027" v="27"/>
        <pc:sldMkLst>
          <pc:docMk/>
          <pc:sldMk cId="2403006629" sldId="423"/>
        </pc:sldMkLst>
      </pc:sldChg>
      <pc:sldChg chg="add">
        <pc:chgData name="Christopher Wong" userId="S::chwo6932@colorado.edu::ea030524-5bca-4e95-91ba-d5ef9bb1eb90" providerId="AD" clId="Web-{00000000-0000-0000-0000-000000000000}" dt="2026-09-24T16:21:36.152" v="28"/>
        <pc:sldMkLst>
          <pc:docMk/>
          <pc:sldMk cId="1774268030" sldId="424"/>
        </pc:sldMkLst>
      </pc:sldChg>
      <pc:sldChg chg="add">
        <pc:chgData name="Christopher Wong" userId="S::chwo6932@colorado.edu::ea030524-5bca-4e95-91ba-d5ef9bb1eb90" providerId="AD" clId="Web-{00000000-0000-0000-0000-000000000000}" dt="2026-09-24T16:21:36.230" v="29"/>
        <pc:sldMkLst>
          <pc:docMk/>
          <pc:sldMk cId="3724996214" sldId="425"/>
        </pc:sldMkLst>
      </pc:sldChg>
      <pc:sldChg chg="add">
        <pc:chgData name="Christopher Wong" userId="S::chwo6932@colorado.edu::ea030524-5bca-4e95-91ba-d5ef9bb1eb90" providerId="AD" clId="Web-{00000000-0000-0000-0000-000000000000}" dt="2026-09-24T16:21:36.308" v="30"/>
        <pc:sldMkLst>
          <pc:docMk/>
          <pc:sldMk cId="3717102236" sldId="426"/>
        </pc:sldMkLst>
      </pc:sldChg>
      <pc:sldChg chg="add">
        <pc:chgData name="Christopher Wong" userId="S::chwo6932@colorado.edu::ea030524-5bca-4e95-91ba-d5ef9bb1eb90" providerId="AD" clId="Web-{00000000-0000-0000-0000-000000000000}" dt="2026-09-24T16:21:36.433" v="31"/>
        <pc:sldMkLst>
          <pc:docMk/>
          <pc:sldMk cId="2140901205" sldId="427"/>
        </pc:sldMkLst>
      </pc:sldChg>
      <pc:sldChg chg="add">
        <pc:chgData name="Christopher Wong" userId="S::chwo6932@colorado.edu::ea030524-5bca-4e95-91ba-d5ef9bb1eb90" providerId="AD" clId="Web-{00000000-0000-0000-0000-000000000000}" dt="2026-09-24T16:21:36.605" v="32"/>
        <pc:sldMkLst>
          <pc:docMk/>
          <pc:sldMk cId="199394415" sldId="428"/>
        </pc:sldMkLst>
      </pc:sldChg>
      <pc:sldChg chg="modSp add">
        <pc:chgData name="Christopher Wong" userId="S::chwo6932@colorado.edu::ea030524-5bca-4e95-91ba-d5ef9bb1eb90" providerId="AD" clId="Web-{00000000-0000-0000-0000-000000000000}" dt="2026-09-24T16:38:43.845" v="132" actId="20577"/>
        <pc:sldMkLst>
          <pc:docMk/>
          <pc:sldMk cId="3846214575" sldId="429"/>
        </pc:sldMkLst>
        <pc:spChg chg="mod">
          <ac:chgData name="Christopher Wong" userId="S::chwo6932@colorado.edu::ea030524-5bca-4e95-91ba-d5ef9bb1eb90" providerId="AD" clId="Web-{00000000-0000-0000-0000-000000000000}" dt="2026-09-24T16:38:43.845" v="132" actId="20577"/>
          <ac:spMkLst>
            <pc:docMk/>
            <pc:sldMk cId="3846214575" sldId="429"/>
            <ac:spMk id="21" creationId="{B5108868-0FA6-6FFF-F005-BD3176D2D93C}"/>
          </ac:spMkLst>
        </pc:spChg>
      </pc:sldChg>
      <pc:sldChg chg="add">
        <pc:chgData name="Christopher Wong" userId="S::chwo6932@colorado.edu::ea030524-5bca-4e95-91ba-d5ef9bb1eb90" providerId="AD" clId="Web-{00000000-0000-0000-0000-000000000000}" dt="2026-09-24T16:21:36.761" v="34"/>
        <pc:sldMkLst>
          <pc:docMk/>
          <pc:sldMk cId="3963310702" sldId="430"/>
        </pc:sldMkLst>
      </pc:sldChg>
      <pc:sldChg chg="add">
        <pc:chgData name="Christopher Wong" userId="S::chwo6932@colorado.edu::ea030524-5bca-4e95-91ba-d5ef9bb1eb90" providerId="AD" clId="Web-{00000000-0000-0000-0000-000000000000}" dt="2026-09-24T16:21:36.808" v="35"/>
        <pc:sldMkLst>
          <pc:docMk/>
          <pc:sldMk cId="1127563244" sldId="431"/>
        </pc:sldMkLst>
      </pc:sldChg>
      <pc:sldChg chg="add">
        <pc:chgData name="Christopher Wong" userId="S::chwo6932@colorado.edu::ea030524-5bca-4e95-91ba-d5ef9bb1eb90" providerId="AD" clId="Web-{00000000-0000-0000-0000-000000000000}" dt="2026-09-24T16:25:32.707" v="74"/>
        <pc:sldMkLst>
          <pc:docMk/>
          <pc:sldMk cId="3763309335" sldId="441"/>
        </pc:sldMkLst>
      </pc:sldChg>
      <pc:sldChg chg="add">
        <pc:chgData name="Christopher Wong" userId="S::chwo6932@colorado.edu::ea030524-5bca-4e95-91ba-d5ef9bb1eb90" providerId="AD" clId="Web-{00000000-0000-0000-0000-000000000000}" dt="2026-09-24T16:25:32.785" v="75"/>
        <pc:sldMkLst>
          <pc:docMk/>
          <pc:sldMk cId="1394064813" sldId="442"/>
        </pc:sldMkLst>
      </pc:sldChg>
      <pc:sldChg chg="add">
        <pc:chgData name="Christopher Wong" userId="S::chwo6932@colorado.edu::ea030524-5bca-4e95-91ba-d5ef9bb1eb90" providerId="AD" clId="Web-{00000000-0000-0000-0000-000000000000}" dt="2026-09-24T16:25:32.863" v="76"/>
        <pc:sldMkLst>
          <pc:docMk/>
          <pc:sldMk cId="154223799" sldId="443"/>
        </pc:sldMkLst>
      </pc:sldChg>
      <pc:sldChg chg="add">
        <pc:chgData name="Christopher Wong" userId="S::chwo6932@colorado.edu::ea030524-5bca-4e95-91ba-d5ef9bb1eb90" providerId="AD" clId="Web-{00000000-0000-0000-0000-000000000000}" dt="2026-09-24T16:25:33.082" v="78"/>
        <pc:sldMkLst>
          <pc:docMk/>
          <pc:sldMk cId="205480056" sldId="445"/>
        </pc:sldMkLst>
      </pc:sldChg>
      <pc:sldChg chg="add">
        <pc:chgData name="Christopher Wong" userId="S::chwo6932@colorado.edu::ea030524-5bca-4e95-91ba-d5ef9bb1eb90" providerId="AD" clId="Web-{00000000-0000-0000-0000-000000000000}" dt="2026-09-24T16:25:33.160" v="79"/>
        <pc:sldMkLst>
          <pc:docMk/>
          <pc:sldMk cId="1444813950" sldId="446"/>
        </pc:sldMkLst>
      </pc:sldChg>
      <pc:sldChg chg="add">
        <pc:chgData name="Christopher Wong" userId="S::chwo6932@colorado.edu::ea030524-5bca-4e95-91ba-d5ef9bb1eb90" providerId="AD" clId="Web-{00000000-0000-0000-0000-000000000000}" dt="2026-09-24T16:25:33.223" v="80"/>
        <pc:sldMkLst>
          <pc:docMk/>
          <pc:sldMk cId="3850214650" sldId="447"/>
        </pc:sldMkLst>
      </pc:sldChg>
      <pc:sldChg chg="add">
        <pc:chgData name="Christopher Wong" userId="S::chwo6932@colorado.edu::ea030524-5bca-4e95-91ba-d5ef9bb1eb90" providerId="AD" clId="Web-{00000000-0000-0000-0000-000000000000}" dt="2026-09-24T16:25:33.535" v="82"/>
        <pc:sldMkLst>
          <pc:docMk/>
          <pc:sldMk cId="2930370491" sldId="449"/>
        </pc:sldMkLst>
      </pc:sldChg>
      <pc:sldChg chg="add">
        <pc:chgData name="Christopher Wong" userId="S::chwo6932@colorado.edu::ea030524-5bca-4e95-91ba-d5ef9bb1eb90" providerId="AD" clId="Web-{00000000-0000-0000-0000-000000000000}" dt="2026-09-24T16:25:33.691" v="83"/>
        <pc:sldMkLst>
          <pc:docMk/>
          <pc:sldMk cId="2039374550" sldId="450"/>
        </pc:sldMkLst>
      </pc:sldChg>
      <pc:sldChg chg="add">
        <pc:chgData name="Christopher Wong" userId="S::chwo6932@colorado.edu::ea030524-5bca-4e95-91ba-d5ef9bb1eb90" providerId="AD" clId="Web-{00000000-0000-0000-0000-000000000000}" dt="2026-09-24T16:25:33.801" v="84"/>
        <pc:sldMkLst>
          <pc:docMk/>
          <pc:sldMk cId="2694107689" sldId="451"/>
        </pc:sldMkLst>
      </pc:sldChg>
      <pc:sldChg chg="add">
        <pc:chgData name="Christopher Wong" userId="S::chwo6932@colorado.edu::ea030524-5bca-4e95-91ba-d5ef9bb1eb90" providerId="AD" clId="Web-{00000000-0000-0000-0000-000000000000}" dt="2026-09-24T16:25:33.973" v="85"/>
        <pc:sldMkLst>
          <pc:docMk/>
          <pc:sldMk cId="2845223326" sldId="452"/>
        </pc:sldMkLst>
      </pc:sldChg>
      <pc:sldChg chg="add">
        <pc:chgData name="Christopher Wong" userId="S::chwo6932@colorado.edu::ea030524-5bca-4e95-91ba-d5ef9bb1eb90" providerId="AD" clId="Web-{00000000-0000-0000-0000-000000000000}" dt="2026-09-24T16:25:34.082" v="86"/>
        <pc:sldMkLst>
          <pc:docMk/>
          <pc:sldMk cId="618816656" sldId="453"/>
        </pc:sldMkLst>
      </pc:sldChg>
      <pc:sldChg chg="add">
        <pc:chgData name="Christopher Wong" userId="S::chwo6932@colorado.edu::ea030524-5bca-4e95-91ba-d5ef9bb1eb90" providerId="AD" clId="Web-{00000000-0000-0000-0000-000000000000}" dt="2026-09-24T16:25:34.145" v="87"/>
        <pc:sldMkLst>
          <pc:docMk/>
          <pc:sldMk cId="1152784883" sldId="454"/>
        </pc:sldMkLst>
      </pc:sldChg>
      <pc:sldChg chg="add">
        <pc:chgData name="Christopher Wong" userId="S::chwo6932@colorado.edu::ea030524-5bca-4e95-91ba-d5ef9bb1eb90" providerId="AD" clId="Web-{00000000-0000-0000-0000-000000000000}" dt="2026-09-24T16:25:34.207" v="88"/>
        <pc:sldMkLst>
          <pc:docMk/>
          <pc:sldMk cId="3343433889" sldId="455"/>
        </pc:sldMkLst>
      </pc:sldChg>
      <pc:sldChg chg="add">
        <pc:chgData name="Christopher Wong" userId="S::chwo6932@colorado.edu::ea030524-5bca-4e95-91ba-d5ef9bb1eb90" providerId="AD" clId="Web-{00000000-0000-0000-0000-000000000000}" dt="2026-09-24T16:25:34.285" v="89"/>
        <pc:sldMkLst>
          <pc:docMk/>
          <pc:sldMk cId="4062404694" sldId="456"/>
        </pc:sldMkLst>
      </pc:sldChg>
      <pc:sldChg chg="add">
        <pc:chgData name="Christopher Wong" userId="S::chwo6932@colorado.edu::ea030524-5bca-4e95-91ba-d5ef9bb1eb90" providerId="AD" clId="Web-{00000000-0000-0000-0000-000000000000}" dt="2026-09-24T16:25:34.410" v="90"/>
        <pc:sldMkLst>
          <pc:docMk/>
          <pc:sldMk cId="1818599228" sldId="457"/>
        </pc:sldMkLst>
      </pc:sldChg>
      <pc:sldChg chg="add">
        <pc:chgData name="Christopher Wong" userId="S::chwo6932@colorado.edu::ea030524-5bca-4e95-91ba-d5ef9bb1eb90" providerId="AD" clId="Web-{00000000-0000-0000-0000-000000000000}" dt="2026-09-24T16:25:34.520" v="91"/>
        <pc:sldMkLst>
          <pc:docMk/>
          <pc:sldMk cId="3321812492" sldId="458"/>
        </pc:sldMkLst>
      </pc:sldChg>
      <pc:sldChg chg="add">
        <pc:chgData name="Christopher Wong" userId="S::chwo6932@colorado.edu::ea030524-5bca-4e95-91ba-d5ef9bb1eb90" providerId="AD" clId="Web-{00000000-0000-0000-0000-000000000000}" dt="2026-09-24T16:25:34.598" v="92"/>
        <pc:sldMkLst>
          <pc:docMk/>
          <pc:sldMk cId="655926870" sldId="459"/>
        </pc:sldMkLst>
      </pc:sldChg>
      <pc:sldChg chg="add">
        <pc:chgData name="Christopher Wong" userId="S::chwo6932@colorado.edu::ea030524-5bca-4e95-91ba-d5ef9bb1eb90" providerId="AD" clId="Web-{00000000-0000-0000-0000-000000000000}" dt="2026-09-24T16:25:34.676" v="93"/>
        <pc:sldMkLst>
          <pc:docMk/>
          <pc:sldMk cId="2190239225" sldId="460"/>
        </pc:sldMkLst>
      </pc:sldChg>
    </pc:docChg>
  </pc:docChgLst>
  <pc:docChgLst>
    <pc:chgData name="Harvey Watson" userId="S::hawa5315@colorado.edu::6d745f3d-f379-475e-9791-0c552029d09a" providerId="AD" clId="Web-{59F27D55-B0C5-A5D3-2C9B-650FF77F5921}"/>
    <pc:docChg chg="modSld">
      <pc:chgData name="Harvey Watson" userId="S::hawa5315@colorado.edu::6d745f3d-f379-475e-9791-0c552029d09a" providerId="AD" clId="Web-{59F27D55-B0C5-A5D3-2C9B-650FF77F5921}" dt="2026-09-24T17:53:40.254" v="11"/>
      <pc:docMkLst>
        <pc:docMk/>
      </pc:docMkLst>
      <pc:sldChg chg="delSp">
        <pc:chgData name="Harvey Watson" userId="S::hawa5315@colorado.edu::6d745f3d-f379-475e-9791-0c552029d09a" providerId="AD" clId="Web-{59F27D55-B0C5-A5D3-2C9B-650FF77F5921}" dt="2026-09-24T17:53:40.254" v="11"/>
        <pc:sldMkLst>
          <pc:docMk/>
          <pc:sldMk cId="4040930724" sldId="286"/>
        </pc:sldMkLst>
      </pc:sldChg>
      <pc:sldChg chg="delSp modSp">
        <pc:chgData name="Harvey Watson" userId="S::hawa5315@colorado.edu::6d745f3d-f379-475e-9791-0c552029d09a" providerId="AD" clId="Web-{59F27D55-B0C5-A5D3-2C9B-650FF77F5921}" dt="2026-09-24T17:53:29.629" v="10" actId="20577"/>
        <pc:sldMkLst>
          <pc:docMk/>
          <pc:sldMk cId="1618021283" sldId="315"/>
        </pc:sldMkLst>
        <pc:spChg chg="mod">
          <ac:chgData name="Harvey Watson" userId="S::hawa5315@colorado.edu::6d745f3d-f379-475e-9791-0c552029d09a" providerId="AD" clId="Web-{59F27D55-B0C5-A5D3-2C9B-650FF77F5921}" dt="2026-09-24T17:53:29.629" v="10" actId="20577"/>
          <ac:spMkLst>
            <pc:docMk/>
            <pc:sldMk cId="1618021283" sldId="315"/>
            <ac:spMk id="7" creationId="{20383A88-1E37-198D-7540-87CA290A5B26}"/>
          </ac:spMkLst>
        </pc:spChg>
      </pc:sldChg>
    </pc:docChg>
  </pc:docChgLst>
  <pc:docChgLst>
    <pc:chgData name="Ghulam Rajabi" userId="S::ghra1877@colorado.edu::1c2287eb-6c62-47c5-90f4-f3cc36c5ec1a" providerId="AD" clId="Web-{00000000-0000-0000-0000-000000000000}"/>
    <pc:docChg chg="modSld">
      <pc:chgData name="Ghulam Rajabi" userId="S::ghra1877@colorado.edu::1c2287eb-6c62-47c5-90f4-f3cc36c5ec1a" providerId="AD" clId="Web-{00000000-0000-0000-0000-000000000000}" dt="2026-09-28T22:31:31.488" v="581" actId="20577"/>
      <pc:docMkLst>
        <pc:docMk/>
      </pc:docMkLst>
      <pc:sldChg chg="addSp modSp">
        <pc:chgData name="Ghulam Rajabi" userId="S::ghra1877@colorado.edu::1c2287eb-6c62-47c5-90f4-f3cc36c5ec1a" providerId="AD" clId="Web-{00000000-0000-0000-0000-000000000000}" dt="2026-09-24T22:08:26.099" v="425" actId="1076"/>
        <pc:sldMkLst>
          <pc:docMk/>
          <pc:sldMk cId="3623098269" sldId="310"/>
        </pc:sldMkLst>
        <pc:spChg chg="mod">
          <ac:chgData name="Ghulam Rajabi" userId="S::ghra1877@colorado.edu::1c2287eb-6c62-47c5-90f4-f3cc36c5ec1a" providerId="AD" clId="Web-{00000000-0000-0000-0000-000000000000}" dt="2026-09-24T22:08:19.380" v="421" actId="20577"/>
          <ac:spMkLst>
            <pc:docMk/>
            <pc:sldMk cId="3623098269" sldId="310"/>
            <ac:spMk id="5" creationId="{0AF49B66-C811-F690-DCF0-7A59A00746D2}"/>
          </ac:spMkLst>
        </pc:spChg>
        <pc:picChg chg="add mod">
          <ac:chgData name="Ghulam Rajabi" userId="S::ghra1877@colorado.edu::1c2287eb-6c62-47c5-90f4-f3cc36c5ec1a" providerId="AD" clId="Web-{00000000-0000-0000-0000-000000000000}" dt="2026-09-24T22:08:26.099" v="425" actId="1076"/>
          <ac:picMkLst>
            <pc:docMk/>
            <pc:sldMk cId="3623098269" sldId="310"/>
            <ac:picMk id="7" creationId="{2F0D8A9F-5D75-ADF7-8C25-DB5455EB28E4}"/>
          </ac:picMkLst>
        </pc:picChg>
      </pc:sldChg>
      <pc:sldChg chg="modSp">
        <pc:chgData name="Ghulam Rajabi" userId="S::ghra1877@colorado.edu::1c2287eb-6c62-47c5-90f4-f3cc36c5ec1a" providerId="AD" clId="Web-{00000000-0000-0000-0000-000000000000}" dt="2026-09-28T22:17:11.354" v="577"/>
        <pc:sldMkLst>
          <pc:docMk/>
          <pc:sldMk cId="2154058214" sldId="422"/>
        </pc:sldMkLst>
        <pc:graphicFrameChg chg="mod modGraphic">
          <ac:chgData name="Ghulam Rajabi" userId="S::ghra1877@colorado.edu::1c2287eb-6c62-47c5-90f4-f3cc36c5ec1a" providerId="AD" clId="Web-{00000000-0000-0000-0000-000000000000}" dt="2026-09-28T22:17:11.354" v="577"/>
          <ac:graphicFrameMkLst>
            <pc:docMk/>
            <pc:sldMk cId="2154058214" sldId="422"/>
            <ac:graphicFrameMk id="9" creationId="{B3C17548-D674-A613-6A6D-4ACC1A9F24BF}"/>
          </ac:graphicFrameMkLst>
        </pc:graphicFrameChg>
      </pc:sldChg>
      <pc:sldChg chg="delSp modSp">
        <pc:chgData name="Ghulam Rajabi" userId="S::ghra1877@colorado.edu::1c2287eb-6c62-47c5-90f4-f3cc36c5ec1a" providerId="AD" clId="Web-{00000000-0000-0000-0000-000000000000}" dt="2026-09-28T22:31:31.488" v="581" actId="20577"/>
        <pc:sldMkLst>
          <pc:docMk/>
          <pc:sldMk cId="3846214575" sldId="429"/>
        </pc:sldMkLst>
        <pc:spChg chg="mod">
          <ac:chgData name="Ghulam Rajabi" userId="S::ghra1877@colorado.edu::1c2287eb-6c62-47c5-90f4-f3cc36c5ec1a" providerId="AD" clId="Web-{00000000-0000-0000-0000-000000000000}" dt="2026-09-28T22:31:31.488" v="581" actId="20577"/>
          <ac:spMkLst>
            <pc:docMk/>
            <pc:sldMk cId="3846214575" sldId="429"/>
            <ac:spMk id="21" creationId="{B5108868-0FA6-6FFF-F005-BD3176D2D93C}"/>
          </ac:spMkLst>
        </pc:spChg>
        <pc:picChg chg="del">
          <ac:chgData name="Ghulam Rajabi" userId="S::ghra1877@colorado.edu::1c2287eb-6c62-47c5-90f4-f3cc36c5ec1a" providerId="AD" clId="Web-{00000000-0000-0000-0000-000000000000}" dt="2026-09-28T22:31:24.472" v="578"/>
          <ac:picMkLst>
            <pc:docMk/>
            <pc:sldMk cId="3846214575" sldId="429"/>
            <ac:picMk id="9" creationId="{7D14C2B9-F61A-11AC-F459-0F732ED682DE}"/>
          </ac:picMkLst>
        </pc:picChg>
      </pc:sldChg>
    </pc:docChg>
  </pc:docChgLst>
  <pc:docChgLst>
    <pc:chgData name="Adarsh Boddeda" userId="S::adbo5750@colorado.edu::5bcb050d-0f82-4168-9311-2157ac60d245" providerId="AD" clId="Web-{4A6631D8-DE78-F5B6-07E4-F6EDDF15344E}"/>
    <pc:docChg chg="addSld delSld modSld sldOrd">
      <pc:chgData name="Adarsh Boddeda" userId="S::adbo5750@colorado.edu::5bcb050d-0f82-4168-9311-2157ac60d245" providerId="AD" clId="Web-{4A6631D8-DE78-F5B6-07E4-F6EDDF15344E}" dt="2026-09-29T07:28:29.200" v="746" actId="1076"/>
      <pc:docMkLst>
        <pc:docMk/>
      </pc:docMkLst>
      <pc:sldChg chg="modSp ord">
        <pc:chgData name="Adarsh Boddeda" userId="S::adbo5750@colorado.edu::5bcb050d-0f82-4168-9311-2157ac60d245" providerId="AD" clId="Web-{4A6631D8-DE78-F5B6-07E4-F6EDDF15344E}" dt="2026-09-29T01:34:21.490" v="369"/>
        <pc:sldMkLst>
          <pc:docMk/>
          <pc:sldMk cId="2883795665" sldId="292"/>
        </pc:sldMkLst>
        <pc:graphicFrameChg chg="mod modGraphic">
          <ac:chgData name="Adarsh Boddeda" userId="S::adbo5750@colorado.edu::5bcb050d-0f82-4168-9311-2157ac60d245" providerId="AD" clId="Web-{4A6631D8-DE78-F5B6-07E4-F6EDDF15344E}" dt="2026-09-29T01:23:46.507" v="368"/>
          <ac:graphicFrameMkLst>
            <pc:docMk/>
            <pc:sldMk cId="2883795665" sldId="292"/>
            <ac:graphicFrameMk id="9" creationId="{A36185F4-4F34-9438-5D52-7AC124FA1CD9}"/>
          </ac:graphicFrameMkLst>
        </pc:graphicFrameChg>
      </pc:sldChg>
      <pc:sldChg chg="modSp">
        <pc:chgData name="Adarsh Boddeda" userId="S::adbo5750@colorado.edu::5bcb050d-0f82-4168-9311-2157ac60d245" providerId="AD" clId="Web-{4A6631D8-DE78-F5B6-07E4-F6EDDF15344E}" dt="2026-09-29T01:22:02.569" v="268" actId="20577"/>
        <pc:sldMkLst>
          <pc:docMk/>
          <pc:sldMk cId="3418061927" sldId="302"/>
        </pc:sldMkLst>
        <pc:spChg chg="mod">
          <ac:chgData name="Adarsh Boddeda" userId="S::adbo5750@colorado.edu::5bcb050d-0f82-4168-9311-2157ac60d245" providerId="AD" clId="Web-{4A6631D8-DE78-F5B6-07E4-F6EDDF15344E}" dt="2026-09-29T01:22:02.569" v="268" actId="20577"/>
          <ac:spMkLst>
            <pc:docMk/>
            <pc:sldMk cId="3418061927" sldId="302"/>
            <ac:spMk id="12" creationId="{0C1DAC67-94A2-995B-840D-6693BF5C561C}"/>
          </ac:spMkLst>
        </pc:spChg>
      </pc:sldChg>
      <pc:sldChg chg="modSp">
        <pc:chgData name="Adarsh Boddeda" userId="S::adbo5750@colorado.edu::5bcb050d-0f82-4168-9311-2157ac60d245" providerId="AD" clId="Web-{4A6631D8-DE78-F5B6-07E4-F6EDDF15344E}" dt="2026-09-29T01:38:12.568" v="376"/>
        <pc:sldMkLst>
          <pc:docMk/>
          <pc:sldMk cId="3890497555" sldId="316"/>
        </pc:sldMkLst>
        <pc:spChg chg="mod">
          <ac:chgData name="Adarsh Boddeda" userId="S::adbo5750@colorado.edu::5bcb050d-0f82-4168-9311-2157ac60d245" providerId="AD" clId="Web-{4A6631D8-DE78-F5B6-07E4-F6EDDF15344E}" dt="2026-09-29T01:37:58.349" v="373" actId="20577"/>
          <ac:spMkLst>
            <pc:docMk/>
            <pc:sldMk cId="3890497555" sldId="316"/>
            <ac:spMk id="10" creationId="{8C862447-BD62-AF73-4BC7-318B5C4B6C90}"/>
          </ac:spMkLst>
        </pc:spChg>
        <pc:picChg chg="mod modCrop">
          <ac:chgData name="Adarsh Boddeda" userId="S::adbo5750@colorado.edu::5bcb050d-0f82-4168-9311-2157ac60d245" providerId="AD" clId="Web-{4A6631D8-DE78-F5B6-07E4-F6EDDF15344E}" dt="2026-09-29T01:38:12.568" v="376"/>
          <ac:picMkLst>
            <pc:docMk/>
            <pc:sldMk cId="3890497555" sldId="316"/>
            <ac:picMk id="8" creationId="{7A261216-7EF8-6499-7461-FD17C806C40E}"/>
          </ac:picMkLst>
        </pc:picChg>
      </pc:sldChg>
      <pc:sldChg chg="addSp delSp modSp ord">
        <pc:chgData name="Adarsh Boddeda" userId="S::adbo5750@colorado.edu::5bcb050d-0f82-4168-9311-2157ac60d245" providerId="AD" clId="Web-{4A6631D8-DE78-F5B6-07E4-F6EDDF15344E}" dt="2026-09-29T07:10:43.962" v="650" actId="1076"/>
        <pc:sldMkLst>
          <pc:docMk/>
          <pc:sldMk cId="231947716" sldId="334"/>
        </pc:sldMkLst>
        <pc:spChg chg="add del mod">
          <ac:chgData name="Adarsh Boddeda" userId="S::adbo5750@colorado.edu::5bcb050d-0f82-4168-9311-2157ac60d245" providerId="AD" clId="Web-{4A6631D8-DE78-F5B6-07E4-F6EDDF15344E}" dt="2026-09-29T07:10:43.962" v="650" actId="1076"/>
          <ac:spMkLst>
            <pc:docMk/>
            <pc:sldMk cId="231947716" sldId="334"/>
            <ac:spMk id="8" creationId="{B029964D-C137-3C6A-C840-6832B43A8E59}"/>
          </ac:spMkLst>
        </pc:spChg>
        <pc:picChg chg="del">
          <ac:chgData name="Adarsh Boddeda" userId="S::adbo5750@colorado.edu::5bcb050d-0f82-4168-9311-2157ac60d245" providerId="AD" clId="Web-{4A6631D8-DE78-F5B6-07E4-F6EDDF15344E}" dt="2026-09-29T06:55:44.725" v="378"/>
          <ac:picMkLst>
            <pc:docMk/>
            <pc:sldMk cId="231947716" sldId="334"/>
            <ac:picMk id="7" creationId="{F68D68D1-471C-178D-CC6D-FF9F9F94F6E8}"/>
          </ac:picMkLst>
        </pc:picChg>
        <pc:picChg chg="add mod">
          <ac:chgData name="Adarsh Boddeda" userId="S::adbo5750@colorado.edu::5bcb050d-0f82-4168-9311-2157ac60d245" providerId="AD" clId="Web-{4A6631D8-DE78-F5B6-07E4-F6EDDF15344E}" dt="2026-09-29T07:02:51.273" v="565" actId="1076"/>
          <ac:picMkLst>
            <pc:docMk/>
            <pc:sldMk cId="231947716" sldId="334"/>
            <ac:picMk id="9" creationId="{BD303076-553F-0A1B-7CCF-5D70EE8E81D6}"/>
          </ac:picMkLst>
        </pc:picChg>
        <pc:picChg chg="add del mod">
          <ac:chgData name="Adarsh Boddeda" userId="S::adbo5750@colorado.edu::5bcb050d-0f82-4168-9311-2157ac60d245" providerId="AD" clId="Web-{4A6631D8-DE78-F5B6-07E4-F6EDDF15344E}" dt="2026-09-29T06:57:17.100" v="397"/>
          <ac:picMkLst>
            <pc:docMk/>
            <pc:sldMk cId="231947716" sldId="334"/>
            <ac:picMk id="14" creationId="{570CDA59-784E-93ED-A724-FBE2FE48C4D3}"/>
          </ac:picMkLst>
        </pc:picChg>
        <pc:picChg chg="add mod">
          <ac:chgData name="Adarsh Boddeda" userId="S::adbo5750@colorado.edu::5bcb050d-0f82-4168-9311-2157ac60d245" providerId="AD" clId="Web-{4A6631D8-DE78-F5B6-07E4-F6EDDF15344E}" dt="2026-09-29T07:02:58.960" v="568" actId="14100"/>
          <ac:picMkLst>
            <pc:docMk/>
            <pc:sldMk cId="231947716" sldId="334"/>
            <ac:picMk id="20" creationId="{6B7EE9BD-BB50-A4BA-41D7-0A62DD3461DF}"/>
          </ac:picMkLst>
        </pc:picChg>
      </pc:sldChg>
      <pc:sldChg chg="ord">
        <pc:chgData name="Adarsh Boddeda" userId="S::adbo5750@colorado.edu::5bcb050d-0f82-4168-9311-2157ac60d245" providerId="AD" clId="Web-{4A6631D8-DE78-F5B6-07E4-F6EDDF15344E}" dt="2026-09-29T01:37:13.131" v="370"/>
        <pc:sldMkLst>
          <pc:docMk/>
          <pc:sldMk cId="2171473729" sldId="461"/>
        </pc:sldMkLst>
      </pc:sldChg>
      <pc:sldChg chg="addSp delSp modSp add ord replId">
        <pc:chgData name="Adarsh Boddeda" userId="S::adbo5750@colorado.edu::5bcb050d-0f82-4168-9311-2157ac60d245" providerId="AD" clId="Web-{4A6631D8-DE78-F5B6-07E4-F6EDDF15344E}" dt="2026-09-29T07:28:29.200" v="746" actId="1076"/>
        <pc:sldMkLst>
          <pc:docMk/>
          <pc:sldMk cId="2763485787" sldId="495"/>
        </pc:sldMkLst>
        <pc:spChg chg="mod">
          <ac:chgData name="Adarsh Boddeda" userId="S::adbo5750@colorado.edu::5bcb050d-0f82-4168-9311-2157ac60d245" providerId="AD" clId="Web-{4A6631D8-DE78-F5B6-07E4-F6EDDF15344E}" dt="2026-09-29T07:28:29.200" v="746" actId="1076"/>
          <ac:spMkLst>
            <pc:docMk/>
            <pc:sldMk cId="2763485787" sldId="495"/>
            <ac:spMk id="8" creationId="{98202CC6-FC13-9EAC-FCCA-F325E413A92A}"/>
          </ac:spMkLst>
        </pc:spChg>
        <pc:spChg chg="add del">
          <ac:chgData name="Adarsh Boddeda" userId="S::adbo5750@colorado.edu::5bcb050d-0f82-4168-9311-2157ac60d245" providerId="AD" clId="Web-{4A6631D8-DE78-F5B6-07E4-F6EDDF15344E}" dt="2026-09-29T07:25:52.293" v="687"/>
          <ac:spMkLst>
            <pc:docMk/>
            <pc:sldMk cId="2763485787" sldId="495"/>
            <ac:spMk id="22" creationId="{EAE31D38-A724-FA3C-3EB4-42378761560B}"/>
          </ac:spMkLst>
        </pc:spChg>
        <pc:spChg chg="add mod">
          <ac:chgData name="Adarsh Boddeda" userId="S::adbo5750@colorado.edu::5bcb050d-0f82-4168-9311-2157ac60d245" providerId="AD" clId="Web-{4A6631D8-DE78-F5B6-07E4-F6EDDF15344E}" dt="2026-09-29T07:27:19.950" v="725" actId="20577"/>
          <ac:spMkLst>
            <pc:docMk/>
            <pc:sldMk cId="2763485787" sldId="495"/>
            <ac:spMk id="23" creationId="{3CE1F26B-6BD7-7D25-CC95-E42C2BB1EBEA}"/>
          </ac:spMkLst>
        </pc:spChg>
        <pc:spChg chg="add del">
          <ac:chgData name="Adarsh Boddeda" userId="S::adbo5750@colorado.edu::5bcb050d-0f82-4168-9311-2157ac60d245" providerId="AD" clId="Web-{4A6631D8-DE78-F5B6-07E4-F6EDDF15344E}" dt="2026-09-29T07:26:37.543" v="700"/>
          <ac:spMkLst>
            <pc:docMk/>
            <pc:sldMk cId="2763485787" sldId="495"/>
            <ac:spMk id="24" creationId="{897F4644-8975-567E-F5C5-6569E7782F5F}"/>
          </ac:spMkLst>
        </pc:spChg>
        <pc:spChg chg="add mod">
          <ac:chgData name="Adarsh Boddeda" userId="S::adbo5750@colorado.edu::5bcb050d-0f82-4168-9311-2157ac60d245" providerId="AD" clId="Web-{4A6631D8-DE78-F5B6-07E4-F6EDDF15344E}" dt="2026-09-29T07:27:26.778" v="726" actId="1076"/>
          <ac:spMkLst>
            <pc:docMk/>
            <pc:sldMk cId="2763485787" sldId="495"/>
            <ac:spMk id="25" creationId="{0E4D8064-6014-C67B-36D1-13DDEE64280F}"/>
          </ac:spMkLst>
        </pc:spChg>
        <pc:picChg chg="del">
          <ac:chgData name="Adarsh Boddeda" userId="S::adbo5750@colorado.edu::5bcb050d-0f82-4168-9311-2157ac60d245" providerId="AD" clId="Web-{4A6631D8-DE78-F5B6-07E4-F6EDDF15344E}" dt="2026-09-29T07:16:16.307" v="652"/>
          <ac:picMkLst>
            <pc:docMk/>
            <pc:sldMk cId="2763485787" sldId="495"/>
            <ac:picMk id="7" creationId="{F5525137-38B2-7CDD-5F1D-65250F3DD313}"/>
          </ac:picMkLst>
        </pc:picChg>
        <pc:picChg chg="add del mod">
          <ac:chgData name="Adarsh Boddeda" userId="S::adbo5750@colorado.edu::5bcb050d-0f82-4168-9311-2157ac60d245" providerId="AD" clId="Web-{4A6631D8-DE78-F5B6-07E4-F6EDDF15344E}" dt="2026-09-29T07:16:25.698" v="656"/>
          <ac:picMkLst>
            <pc:docMk/>
            <pc:sldMk cId="2763485787" sldId="495"/>
            <ac:picMk id="9" creationId="{106135E0-FDC0-3041-FEB2-3C5314ED0B5F}"/>
          </ac:picMkLst>
        </pc:picChg>
        <pc:picChg chg="add mod">
          <ac:chgData name="Adarsh Boddeda" userId="S::adbo5750@colorado.edu::5bcb050d-0f82-4168-9311-2157ac60d245" providerId="AD" clId="Web-{4A6631D8-DE78-F5B6-07E4-F6EDDF15344E}" dt="2026-09-29T07:25:07.777" v="678" actId="1076"/>
          <ac:picMkLst>
            <pc:docMk/>
            <pc:sldMk cId="2763485787" sldId="495"/>
            <ac:picMk id="14" creationId="{B3C62D26-C35C-3996-4D48-91FDF69BD479}"/>
          </ac:picMkLst>
        </pc:picChg>
        <pc:picChg chg="add del mod">
          <ac:chgData name="Adarsh Boddeda" userId="S::adbo5750@colorado.edu::5bcb050d-0f82-4168-9311-2157ac60d245" providerId="AD" clId="Web-{4A6631D8-DE78-F5B6-07E4-F6EDDF15344E}" dt="2026-09-29T07:17:57.401" v="663"/>
          <ac:picMkLst>
            <pc:docMk/>
            <pc:sldMk cId="2763485787" sldId="495"/>
            <ac:picMk id="19" creationId="{39058FA6-AFF1-5315-C4C7-776787601F2F}"/>
          </ac:picMkLst>
        </pc:picChg>
        <pc:picChg chg="add mod">
          <ac:chgData name="Adarsh Boddeda" userId="S::adbo5750@colorado.edu::5bcb050d-0f82-4168-9311-2157ac60d245" providerId="AD" clId="Web-{4A6631D8-DE78-F5B6-07E4-F6EDDF15344E}" dt="2026-09-29T07:24:39.418" v="673" actId="1076"/>
          <ac:picMkLst>
            <pc:docMk/>
            <pc:sldMk cId="2763485787" sldId="495"/>
            <ac:picMk id="20" creationId="{F37CF4BC-5151-C841-C0AE-565388DEFED7}"/>
          </ac:picMkLst>
        </pc:picChg>
        <pc:picChg chg="add mod">
          <ac:chgData name="Adarsh Boddeda" userId="S::adbo5750@colorado.edu::5bcb050d-0f82-4168-9311-2157ac60d245" providerId="AD" clId="Web-{4A6631D8-DE78-F5B6-07E4-F6EDDF15344E}" dt="2026-09-29T07:25:17.340" v="680" actId="1076"/>
          <ac:picMkLst>
            <pc:docMk/>
            <pc:sldMk cId="2763485787" sldId="495"/>
            <ac:picMk id="21" creationId="{0879E50D-AB2E-A148-C948-8A781454506C}"/>
          </ac:picMkLst>
        </pc:picChg>
      </pc:sldChg>
      <pc:sldChg chg="addSp delSp modSp add del replId">
        <pc:chgData name="Adarsh Boddeda" userId="S::adbo5750@colorado.edu::5bcb050d-0f82-4168-9311-2157ac60d245" providerId="AD" clId="Web-{4A6631D8-DE78-F5B6-07E4-F6EDDF15344E}" dt="2026-09-29T07:11:31.306" v="651"/>
        <pc:sldMkLst>
          <pc:docMk/>
          <pc:sldMk cId="2280223890" sldId="496"/>
        </pc:sldMkLst>
        <pc:picChg chg="add mod">
          <ac:chgData name="Adarsh Boddeda" userId="S::adbo5750@colorado.edu::5bcb050d-0f82-4168-9311-2157ac60d245" providerId="AD" clId="Web-{4A6631D8-DE78-F5B6-07E4-F6EDDF15344E}" dt="2026-09-29T06:58:04.897" v="410" actId="1076"/>
          <ac:picMkLst>
            <pc:docMk/>
            <pc:sldMk cId="2280223890" sldId="496"/>
            <ac:picMk id="7" creationId="{9EFD3C72-DF4B-8824-46CE-E7FCA4E3A936}"/>
          </ac:picMkLst>
        </pc:picChg>
        <pc:picChg chg="del">
          <ac:chgData name="Adarsh Boddeda" userId="S::adbo5750@colorado.edu::5bcb050d-0f82-4168-9311-2157ac60d245" providerId="AD" clId="Web-{4A6631D8-DE78-F5B6-07E4-F6EDDF15344E}" dt="2026-09-29T06:57:36.225" v="403"/>
          <ac:picMkLst>
            <pc:docMk/>
            <pc:sldMk cId="2280223890" sldId="496"/>
            <ac:picMk id="9" creationId="{E13E52D0-50EE-43F3-A144-2C8DA0F2CB9B}"/>
          </ac:picMkLst>
        </pc:picChg>
      </pc:sldChg>
    </pc:docChg>
  </pc:docChgLst>
  <pc:docChgLst>
    <pc:chgData name="Adarsh Boddeda" userId="S::adbo5750@colorado.edu::5bcb050d-0f82-4168-9311-2157ac60d245" providerId="AD" clId="Web-{300DB70A-BEC0-318A-CBF8-4035606DF765}"/>
    <pc:docChg chg="modSld">
      <pc:chgData name="Adarsh Boddeda" userId="S::adbo5750@colorado.edu::5bcb050d-0f82-4168-9311-2157ac60d245" providerId="AD" clId="Web-{300DB70A-BEC0-318A-CBF8-4035606DF765}" dt="2026-09-27T18:33:45.993" v="117" actId="20577"/>
      <pc:docMkLst>
        <pc:docMk/>
      </pc:docMkLst>
      <pc:sldChg chg="addSp delSp modSp">
        <pc:chgData name="Adarsh Boddeda" userId="S::adbo5750@colorado.edu::5bcb050d-0f82-4168-9311-2157ac60d245" providerId="AD" clId="Web-{300DB70A-BEC0-318A-CBF8-4035606DF765}" dt="2026-09-27T18:33:45.993" v="117" actId="20577"/>
        <pc:sldMkLst>
          <pc:docMk/>
          <pc:sldMk cId="3890497555" sldId="316"/>
        </pc:sldMkLst>
        <pc:spChg chg="add mod">
          <ac:chgData name="Adarsh Boddeda" userId="S::adbo5750@colorado.edu::5bcb050d-0f82-4168-9311-2157ac60d245" providerId="AD" clId="Web-{300DB70A-BEC0-318A-CBF8-4035606DF765}" dt="2026-09-27T18:01:40.177" v="68" actId="14100"/>
          <ac:spMkLst>
            <pc:docMk/>
            <pc:sldMk cId="3890497555" sldId="316"/>
            <ac:spMk id="17" creationId="{7B2E7F63-2233-8C15-1856-0EC90F2DD23C}"/>
          </ac:spMkLst>
        </pc:spChg>
        <pc:spChg chg="mod">
          <ac:chgData name="Adarsh Boddeda" userId="S::adbo5750@colorado.edu::5bcb050d-0f82-4168-9311-2157ac60d245" providerId="AD" clId="Web-{300DB70A-BEC0-318A-CBF8-4035606DF765}" dt="2026-09-27T18:03:54.239" v="91" actId="1076"/>
          <ac:spMkLst>
            <pc:docMk/>
            <pc:sldMk cId="3890497555" sldId="316"/>
            <ac:spMk id="18" creationId="{F2773B82-8C5A-0DEA-51D7-E69EF1101F2B}"/>
          </ac:spMkLst>
        </pc:spChg>
        <pc:spChg chg="mod">
          <ac:chgData name="Adarsh Boddeda" userId="S::adbo5750@colorado.edu::5bcb050d-0f82-4168-9311-2157ac60d245" providerId="AD" clId="Web-{300DB70A-BEC0-318A-CBF8-4035606DF765}" dt="2026-09-27T18:04:06.708" v="92" actId="1076"/>
          <ac:spMkLst>
            <pc:docMk/>
            <pc:sldMk cId="3890497555" sldId="316"/>
            <ac:spMk id="20" creationId="{A03931E5-57E9-E66E-6C33-4249C02EE4DF}"/>
          </ac:spMkLst>
        </pc:spChg>
        <pc:spChg chg="add mod">
          <ac:chgData name="Adarsh Boddeda" userId="S::adbo5750@colorado.edu::5bcb050d-0f82-4168-9311-2157ac60d245" providerId="AD" clId="Web-{300DB70A-BEC0-318A-CBF8-4035606DF765}" dt="2026-09-27T18:01:50.786" v="70" actId="14100"/>
          <ac:spMkLst>
            <pc:docMk/>
            <pc:sldMk cId="3890497555" sldId="316"/>
            <ac:spMk id="22" creationId="{BE91B114-9D71-E7AD-262D-C1F4327D803E}"/>
          </ac:spMkLst>
        </pc:spChg>
        <pc:spChg chg="add mod">
          <ac:chgData name="Adarsh Boddeda" userId="S::adbo5750@colorado.edu::5bcb050d-0f82-4168-9311-2157ac60d245" providerId="AD" clId="Web-{300DB70A-BEC0-318A-CBF8-4035606DF765}" dt="2026-09-27T18:03:42.677" v="90" actId="1076"/>
          <ac:spMkLst>
            <pc:docMk/>
            <pc:sldMk cId="3890497555" sldId="316"/>
            <ac:spMk id="23" creationId="{F0F4A0AD-6C6D-0077-AA8A-18E3C787F34E}"/>
          </ac:spMkLst>
        </pc:spChg>
        <pc:picChg chg="add mod">
          <ac:chgData name="Adarsh Boddeda" userId="S::adbo5750@colorado.edu::5bcb050d-0f82-4168-9311-2157ac60d245" providerId="AD" clId="Web-{300DB70A-BEC0-318A-CBF8-4035606DF765}" dt="2026-09-27T17:52:02.395" v="7" actId="14100"/>
          <ac:picMkLst>
            <pc:docMk/>
            <pc:sldMk cId="3890497555" sldId="316"/>
            <ac:picMk id="8" creationId="{7A261216-7EF8-6499-7461-FD17C806C40E}"/>
          </ac:picMkLst>
        </pc:picChg>
        <pc:picChg chg="add mod">
          <ac:chgData name="Adarsh Boddeda" userId="S::adbo5750@colorado.edu::5bcb050d-0f82-4168-9311-2157ac60d245" providerId="AD" clId="Web-{300DB70A-BEC0-318A-CBF8-4035606DF765}" dt="2026-09-27T17:52:44.130" v="12" actId="1076"/>
          <ac:picMkLst>
            <pc:docMk/>
            <pc:sldMk cId="3890497555" sldId="316"/>
            <ac:picMk id="9" creationId="{37545650-497D-F658-A661-500B5B8D7BC4}"/>
          </ac:picMkLst>
        </pc:picChg>
        <pc:picChg chg="add mod">
          <ac:chgData name="Adarsh Boddeda" userId="S::adbo5750@colorado.edu::5bcb050d-0f82-4168-9311-2157ac60d245" providerId="AD" clId="Web-{300DB70A-BEC0-318A-CBF8-4035606DF765}" dt="2026-09-27T18:03:38.630" v="89" actId="1076"/>
          <ac:picMkLst>
            <pc:docMk/>
            <pc:sldMk cId="3890497555" sldId="316"/>
            <ac:picMk id="13" creationId="{55B2783B-12B8-2F0F-25C4-2A242935FDA7}"/>
          </ac:picMkLst>
        </pc:picChg>
      </pc:sldChg>
    </pc:docChg>
  </pc:docChgLst>
  <pc:docChgLst>
    <pc:chgData name="Christopher Wong" userId="ea030524-5bca-4e95-91ba-d5ef9bb1eb90" providerId="ADAL" clId="{D25E1E07-90FA-5253-A609-C49095F76FC0}"/>
    <pc:docChg chg="undo custSel addSld delSld modSld sldOrd">
      <pc:chgData name="Christopher Wong" userId="ea030524-5bca-4e95-91ba-d5ef9bb1eb90" providerId="ADAL" clId="{D25E1E07-90FA-5253-A609-C49095F76FC0}" dt="2026-09-24T22:14:17.654" v="1581" actId="113"/>
      <pc:docMkLst>
        <pc:docMk/>
      </pc:docMkLst>
      <pc:sldChg chg="add">
        <pc:chgData name="Christopher Wong" userId="ea030524-5bca-4e95-91ba-d5ef9bb1eb90" providerId="ADAL" clId="{D25E1E07-90FA-5253-A609-C49095F76FC0}" dt="2026-09-24T17:05:20.370" v="36"/>
        <pc:sldMkLst>
          <pc:docMk/>
          <pc:sldMk cId="1532326384" sldId="278"/>
        </pc:sldMkLst>
      </pc:sldChg>
      <pc:sldChg chg="modSp add mod">
        <pc:chgData name="Christopher Wong" userId="ea030524-5bca-4e95-91ba-d5ef9bb1eb90" providerId="ADAL" clId="{D25E1E07-90FA-5253-A609-C49095F76FC0}" dt="2026-09-24T17:08:58.578" v="88" actId="2711"/>
        <pc:sldMkLst>
          <pc:docMk/>
          <pc:sldMk cId="3015015640" sldId="285"/>
        </pc:sldMkLst>
        <pc:graphicFrameChg chg="modGraphic">
          <ac:chgData name="Christopher Wong" userId="ea030524-5bca-4e95-91ba-d5ef9bb1eb90" providerId="ADAL" clId="{D25E1E07-90FA-5253-A609-C49095F76FC0}" dt="2026-09-24T17:08:58.578" v="88" actId="2711"/>
          <ac:graphicFrameMkLst>
            <pc:docMk/>
            <pc:sldMk cId="3015015640" sldId="285"/>
            <ac:graphicFrameMk id="9" creationId="{B3C17548-D674-A613-6A6D-4ACC1A9F24BF}"/>
          </ac:graphicFrameMkLst>
        </pc:graphicFrameChg>
      </pc:sldChg>
      <pc:sldChg chg="modSp add mod">
        <pc:chgData name="Christopher Wong" userId="ea030524-5bca-4e95-91ba-d5ef9bb1eb90" providerId="ADAL" clId="{D25E1E07-90FA-5253-A609-C49095F76FC0}" dt="2026-09-24T17:09:12.368" v="90" actId="2711"/>
        <pc:sldMkLst>
          <pc:docMk/>
          <pc:sldMk cId="4040930724" sldId="286"/>
        </pc:sldMkLst>
        <pc:spChg chg="mod">
          <ac:chgData name="Christopher Wong" userId="ea030524-5bca-4e95-91ba-d5ef9bb1eb90" providerId="ADAL" clId="{D25E1E07-90FA-5253-A609-C49095F76FC0}" dt="2026-09-24T17:09:12.368" v="90" actId="2711"/>
          <ac:spMkLst>
            <pc:docMk/>
            <pc:sldMk cId="4040930724" sldId="286"/>
            <ac:spMk id="8" creationId="{9010FF7A-31D5-DF17-68D5-35434EE0FCCC}"/>
          </ac:spMkLst>
        </pc:spChg>
      </pc:sldChg>
      <pc:sldChg chg="addSp delSp modSp mod">
        <pc:chgData name="Christopher Wong" userId="ea030524-5bca-4e95-91ba-d5ef9bb1eb90" providerId="ADAL" clId="{D25E1E07-90FA-5253-A609-C49095F76FC0}" dt="2026-09-24T17:12:19.377" v="101"/>
        <pc:sldMkLst>
          <pc:docMk/>
          <pc:sldMk cId="2447690154" sldId="287"/>
        </pc:sldMkLst>
        <pc:spChg chg="add mod">
          <ac:chgData name="Christopher Wong" userId="ea030524-5bca-4e95-91ba-d5ef9bb1eb90" providerId="ADAL" clId="{D25E1E07-90FA-5253-A609-C49095F76FC0}" dt="2026-09-24T17:12:19.377" v="101"/>
          <ac:spMkLst>
            <pc:docMk/>
            <pc:sldMk cId="2447690154" sldId="287"/>
            <ac:spMk id="19" creationId="{FE3A74D0-A9BD-CFF8-6DFB-1BB33BD807CA}"/>
          </ac:spMkLst>
        </pc:spChg>
      </pc:sldChg>
      <pc:sldChg chg="modSp mod">
        <pc:chgData name="Christopher Wong" userId="ea030524-5bca-4e95-91ba-d5ef9bb1eb90" providerId="ADAL" clId="{D25E1E07-90FA-5253-A609-C49095F76FC0}" dt="2026-09-24T22:13:33.630" v="1563" actId="113"/>
        <pc:sldMkLst>
          <pc:docMk/>
          <pc:sldMk cId="2898157944" sldId="291"/>
        </pc:sldMkLst>
        <pc:spChg chg="mod">
          <ac:chgData name="Christopher Wong" userId="ea030524-5bca-4e95-91ba-d5ef9bb1eb90" providerId="ADAL" clId="{D25E1E07-90FA-5253-A609-C49095F76FC0}" dt="2026-09-24T17:19:39.032" v="172" actId="113"/>
          <ac:spMkLst>
            <pc:docMk/>
            <pc:sldMk cId="2898157944" sldId="291"/>
            <ac:spMk id="5" creationId="{650225D8-DC4A-C4AD-892B-97F439D5CD2B}"/>
          </ac:spMkLst>
        </pc:spChg>
        <pc:spChg chg="mod">
          <ac:chgData name="Christopher Wong" userId="ea030524-5bca-4e95-91ba-d5ef9bb1eb90" providerId="ADAL" clId="{D25E1E07-90FA-5253-A609-C49095F76FC0}" dt="2026-09-24T22:13:33.630" v="1563" actId="113"/>
          <ac:spMkLst>
            <pc:docMk/>
            <pc:sldMk cId="2898157944" sldId="291"/>
            <ac:spMk id="7" creationId="{46DBA7CC-A968-15B6-32D9-E0B083F37AA6}"/>
          </ac:spMkLst>
        </pc:spChg>
      </pc:sldChg>
      <pc:sldChg chg="modSp add mod">
        <pc:chgData name="Christopher Wong" userId="ea030524-5bca-4e95-91ba-d5ef9bb1eb90" providerId="ADAL" clId="{D25E1E07-90FA-5253-A609-C49095F76FC0}" dt="2026-09-24T18:40:38.770" v="250" actId="207"/>
        <pc:sldMkLst>
          <pc:docMk/>
          <pc:sldMk cId="2883795665" sldId="292"/>
        </pc:sldMkLst>
        <pc:graphicFrameChg chg="modGraphic">
          <ac:chgData name="Christopher Wong" userId="ea030524-5bca-4e95-91ba-d5ef9bb1eb90" providerId="ADAL" clId="{D25E1E07-90FA-5253-A609-C49095F76FC0}" dt="2026-09-24T18:40:38.770" v="250" actId="207"/>
          <ac:graphicFrameMkLst>
            <pc:docMk/>
            <pc:sldMk cId="2883795665" sldId="292"/>
            <ac:graphicFrameMk id="9" creationId="{A36185F4-4F34-9438-5D52-7AC124FA1CD9}"/>
          </ac:graphicFrameMkLst>
        </pc:graphicFrameChg>
      </pc:sldChg>
      <pc:sldChg chg="addSp delSp modSp mod">
        <pc:chgData name="Christopher Wong" userId="ea030524-5bca-4e95-91ba-d5ef9bb1eb90" providerId="ADAL" clId="{D25E1E07-90FA-5253-A609-C49095F76FC0}" dt="2026-09-24T22:13:47.565" v="1565" actId="207"/>
        <pc:sldMkLst>
          <pc:docMk/>
          <pc:sldMk cId="1480998472" sldId="293"/>
        </pc:sldMkLst>
        <pc:spChg chg="add mod">
          <ac:chgData name="Christopher Wong" userId="ea030524-5bca-4e95-91ba-d5ef9bb1eb90" providerId="ADAL" clId="{D25E1E07-90FA-5253-A609-C49095F76FC0}" dt="2026-09-24T17:19:43.744" v="174"/>
          <ac:spMkLst>
            <pc:docMk/>
            <pc:sldMk cId="1480998472" sldId="293"/>
            <ac:spMk id="7" creationId="{DAA837CC-C961-E867-4B7E-9C4F24006328}"/>
          </ac:spMkLst>
        </pc:spChg>
        <pc:spChg chg="mod">
          <ac:chgData name="Christopher Wong" userId="ea030524-5bca-4e95-91ba-d5ef9bb1eb90" providerId="ADAL" clId="{D25E1E07-90FA-5253-A609-C49095F76FC0}" dt="2026-09-24T22:13:47.565" v="1565" actId="207"/>
          <ac:spMkLst>
            <pc:docMk/>
            <pc:sldMk cId="1480998472" sldId="293"/>
            <ac:spMk id="8" creationId="{656B6BAE-B2CC-E13E-549C-8C4F7FF9799D}"/>
          </ac:spMkLst>
        </pc:spChg>
      </pc:sldChg>
      <pc:sldChg chg="addSp delSp modSp mod">
        <pc:chgData name="Christopher Wong" userId="ea030524-5bca-4e95-91ba-d5ef9bb1eb90" providerId="ADAL" clId="{D25E1E07-90FA-5253-A609-C49095F76FC0}" dt="2026-09-24T22:14:17.654" v="1581" actId="113"/>
        <pc:sldMkLst>
          <pc:docMk/>
          <pc:sldMk cId="1633924911" sldId="294"/>
        </pc:sldMkLst>
        <pc:spChg chg="add mod">
          <ac:chgData name="Christopher Wong" userId="ea030524-5bca-4e95-91ba-d5ef9bb1eb90" providerId="ADAL" clId="{D25E1E07-90FA-5253-A609-C49095F76FC0}" dt="2026-09-24T17:19:46.656" v="176"/>
          <ac:spMkLst>
            <pc:docMk/>
            <pc:sldMk cId="1633924911" sldId="294"/>
            <ac:spMk id="7" creationId="{12E34973-A793-1DA9-CD71-D7378F5E5C92}"/>
          </ac:spMkLst>
        </pc:spChg>
        <pc:spChg chg="mod">
          <ac:chgData name="Christopher Wong" userId="ea030524-5bca-4e95-91ba-d5ef9bb1eb90" providerId="ADAL" clId="{D25E1E07-90FA-5253-A609-C49095F76FC0}" dt="2026-09-24T22:14:17.654" v="1581" actId="113"/>
          <ac:spMkLst>
            <pc:docMk/>
            <pc:sldMk cId="1633924911" sldId="294"/>
            <ac:spMk id="10" creationId="{8FEA0268-2801-2714-73DA-FEA3B1CD362C}"/>
          </ac:spMkLst>
        </pc:spChg>
      </pc:sldChg>
      <pc:sldChg chg="addSp delSp modSp mod">
        <pc:chgData name="Christopher Wong" userId="ea030524-5bca-4e95-91ba-d5ef9bb1eb90" providerId="ADAL" clId="{D25E1E07-90FA-5253-A609-C49095F76FC0}" dt="2026-09-24T22:11:42.315" v="1553" actId="13926"/>
        <pc:sldMkLst>
          <pc:docMk/>
          <pc:sldMk cId="3603949100" sldId="296"/>
        </pc:sldMkLst>
        <pc:spChg chg="add mod">
          <ac:chgData name="Christopher Wong" userId="ea030524-5bca-4e95-91ba-d5ef9bb1eb90" providerId="ADAL" clId="{D25E1E07-90FA-5253-A609-C49095F76FC0}" dt="2026-09-24T17:20:19.714" v="199" actId="20577"/>
          <ac:spMkLst>
            <pc:docMk/>
            <pc:sldMk cId="3603949100" sldId="296"/>
            <ac:spMk id="8" creationId="{2C0DECAC-AEAF-DCA6-22E4-6AD14436C349}"/>
          </ac:spMkLst>
        </pc:spChg>
        <pc:spChg chg="add mod">
          <ac:chgData name="Christopher Wong" userId="ea030524-5bca-4e95-91ba-d5ef9bb1eb90" providerId="ADAL" clId="{D25E1E07-90FA-5253-A609-C49095F76FC0}" dt="2026-09-24T22:11:11.292" v="1552" actId="14100"/>
          <ac:spMkLst>
            <pc:docMk/>
            <pc:sldMk cId="3603949100" sldId="296"/>
            <ac:spMk id="11" creationId="{25CB4F84-CBDA-F4F0-1F5F-06978F323384}"/>
          </ac:spMkLst>
        </pc:spChg>
        <pc:spChg chg="add mod">
          <ac:chgData name="Christopher Wong" userId="ea030524-5bca-4e95-91ba-d5ef9bb1eb90" providerId="ADAL" clId="{D25E1E07-90FA-5253-A609-C49095F76FC0}" dt="2026-09-24T22:05:27.716" v="1370" actId="14100"/>
          <ac:spMkLst>
            <pc:docMk/>
            <pc:sldMk cId="3603949100" sldId="296"/>
            <ac:spMk id="12" creationId="{B9FE658F-8D38-4CB1-C4CB-2687E9A25E9E}"/>
          </ac:spMkLst>
        </pc:spChg>
        <pc:spChg chg="add mod">
          <ac:chgData name="Christopher Wong" userId="ea030524-5bca-4e95-91ba-d5ef9bb1eb90" providerId="ADAL" clId="{D25E1E07-90FA-5253-A609-C49095F76FC0}" dt="2026-09-24T22:08:56.782" v="1455" actId="2711"/>
          <ac:spMkLst>
            <pc:docMk/>
            <pc:sldMk cId="3603949100" sldId="296"/>
            <ac:spMk id="13" creationId="{83B592CB-5932-0CDF-1B42-6D1F5863BBFC}"/>
          </ac:spMkLst>
        </pc:spChg>
        <pc:spChg chg="add mod">
          <ac:chgData name="Christopher Wong" userId="ea030524-5bca-4e95-91ba-d5ef9bb1eb90" providerId="ADAL" clId="{D25E1E07-90FA-5253-A609-C49095F76FC0}" dt="2026-09-24T22:09:00.496" v="1456" actId="2711"/>
          <ac:spMkLst>
            <pc:docMk/>
            <pc:sldMk cId="3603949100" sldId="296"/>
            <ac:spMk id="14" creationId="{306B52C2-193C-7175-2D38-F1FC5A1035B1}"/>
          </ac:spMkLst>
        </pc:spChg>
        <pc:spChg chg="add mod">
          <ac:chgData name="Christopher Wong" userId="ea030524-5bca-4e95-91ba-d5ef9bb1eb90" providerId="ADAL" clId="{D25E1E07-90FA-5253-A609-C49095F76FC0}" dt="2026-09-24T22:09:09.895" v="1461" actId="2711"/>
          <ac:spMkLst>
            <pc:docMk/>
            <pc:sldMk cId="3603949100" sldId="296"/>
            <ac:spMk id="15" creationId="{DCABC376-701B-4AEC-1206-D938906CCC62}"/>
          </ac:spMkLst>
        </pc:spChg>
        <pc:spChg chg="add mod">
          <ac:chgData name="Christopher Wong" userId="ea030524-5bca-4e95-91ba-d5ef9bb1eb90" providerId="ADAL" clId="{D25E1E07-90FA-5253-A609-C49095F76FC0}" dt="2026-09-24T22:10:58.741" v="1551" actId="20577"/>
          <ac:spMkLst>
            <pc:docMk/>
            <pc:sldMk cId="3603949100" sldId="296"/>
            <ac:spMk id="16" creationId="{F88EDE61-B9A1-291E-48B9-CA35144EF8C7}"/>
          </ac:spMkLst>
        </pc:spChg>
        <pc:graphicFrameChg chg="add mod modGraphic">
          <ac:chgData name="Christopher Wong" userId="ea030524-5bca-4e95-91ba-d5ef9bb1eb90" providerId="ADAL" clId="{D25E1E07-90FA-5253-A609-C49095F76FC0}" dt="2026-09-24T22:08:49.728" v="1454" actId="2711"/>
          <ac:graphicFrameMkLst>
            <pc:docMk/>
            <pc:sldMk cId="3603949100" sldId="296"/>
            <ac:graphicFrameMk id="9" creationId="{86AFAEF1-E970-160E-2DFD-55BA90DF8764}"/>
          </ac:graphicFrameMkLst>
        </pc:graphicFrameChg>
        <pc:graphicFrameChg chg="add mod modGraphic">
          <ac:chgData name="Christopher Wong" userId="ea030524-5bca-4e95-91ba-d5ef9bb1eb90" providerId="ADAL" clId="{D25E1E07-90FA-5253-A609-C49095F76FC0}" dt="2026-09-24T22:11:42.315" v="1553" actId="13926"/>
          <ac:graphicFrameMkLst>
            <pc:docMk/>
            <pc:sldMk cId="3603949100" sldId="296"/>
            <ac:graphicFrameMk id="10" creationId="{4960C566-CB78-6616-83B6-A96EA5030F63}"/>
          </ac:graphicFrameMkLst>
        </pc:graphicFrameChg>
      </pc:sldChg>
      <pc:sldChg chg="addSp delSp modSp mod">
        <pc:chgData name="Christopher Wong" userId="ea030524-5bca-4e95-91ba-d5ef9bb1eb90" providerId="ADAL" clId="{D25E1E07-90FA-5253-A609-C49095F76FC0}" dt="2026-09-24T17:24:37.109" v="214" actId="14100"/>
        <pc:sldMkLst>
          <pc:docMk/>
          <pc:sldMk cId="1629852573" sldId="299"/>
        </pc:sldMkLst>
        <pc:spChg chg="add mod">
          <ac:chgData name="Christopher Wong" userId="ea030524-5bca-4e95-91ba-d5ef9bb1eb90" providerId="ADAL" clId="{D25E1E07-90FA-5253-A609-C49095F76FC0}" dt="2026-09-24T17:24:37.109" v="214" actId="14100"/>
          <ac:spMkLst>
            <pc:docMk/>
            <pc:sldMk cId="1629852573" sldId="299"/>
            <ac:spMk id="13" creationId="{E045B83D-DF92-7872-42B1-BFDCDA8B3831}"/>
          </ac:spMkLst>
        </pc:spChg>
      </pc:sldChg>
      <pc:sldChg chg="addSp delSp modSp mod">
        <pc:chgData name="Christopher Wong" userId="ea030524-5bca-4e95-91ba-d5ef9bb1eb90" providerId="ADAL" clId="{D25E1E07-90FA-5253-A609-C49095F76FC0}" dt="2026-09-24T17:13:44.206" v="108"/>
        <pc:sldMkLst>
          <pc:docMk/>
          <pc:sldMk cId="850950735" sldId="301"/>
        </pc:sldMkLst>
        <pc:spChg chg="add mod">
          <ac:chgData name="Christopher Wong" userId="ea030524-5bca-4e95-91ba-d5ef9bb1eb90" providerId="ADAL" clId="{D25E1E07-90FA-5253-A609-C49095F76FC0}" dt="2026-09-24T17:13:44.206" v="108"/>
          <ac:spMkLst>
            <pc:docMk/>
            <pc:sldMk cId="850950735" sldId="301"/>
            <ac:spMk id="19" creationId="{5157C625-379C-7241-C7C8-AF5C3CBA9FB8}"/>
          </ac:spMkLst>
        </pc:spChg>
      </pc:sldChg>
      <pc:sldChg chg="delSp modSp mod">
        <pc:chgData name="Christopher Wong" userId="ea030524-5bca-4e95-91ba-d5ef9bb1eb90" providerId="ADAL" clId="{D25E1E07-90FA-5253-A609-C49095F76FC0}" dt="2026-09-24T20:51:52.749" v="722" actId="20577"/>
        <pc:sldMkLst>
          <pc:docMk/>
          <pc:sldMk cId="3418061927" sldId="302"/>
        </pc:sldMkLst>
        <pc:spChg chg="mod">
          <ac:chgData name="Christopher Wong" userId="ea030524-5bca-4e95-91ba-d5ef9bb1eb90" providerId="ADAL" clId="{D25E1E07-90FA-5253-A609-C49095F76FC0}" dt="2026-09-24T17:15:32.687" v="116" actId="113"/>
          <ac:spMkLst>
            <pc:docMk/>
            <pc:sldMk cId="3418061927" sldId="302"/>
            <ac:spMk id="5" creationId="{1C9B25FF-2EDC-BB05-69AD-BB5D72393C99}"/>
          </ac:spMkLst>
        </pc:spChg>
        <pc:spChg chg="mod">
          <ac:chgData name="Christopher Wong" userId="ea030524-5bca-4e95-91ba-d5ef9bb1eb90" providerId="ADAL" clId="{D25E1E07-90FA-5253-A609-C49095F76FC0}" dt="2026-09-24T17:16:26.152" v="126" actId="2711"/>
          <ac:spMkLst>
            <pc:docMk/>
            <pc:sldMk cId="3418061927" sldId="302"/>
            <ac:spMk id="10" creationId="{BF199279-8477-FBAC-657D-441AA185BDB7}"/>
          </ac:spMkLst>
        </pc:spChg>
        <pc:spChg chg="mod">
          <ac:chgData name="Christopher Wong" userId="ea030524-5bca-4e95-91ba-d5ef9bb1eb90" providerId="ADAL" clId="{D25E1E07-90FA-5253-A609-C49095F76FC0}" dt="2026-09-24T17:17:03.252" v="128" actId="2711"/>
          <ac:spMkLst>
            <pc:docMk/>
            <pc:sldMk cId="3418061927" sldId="302"/>
            <ac:spMk id="11" creationId="{ECB5E42A-210E-59DF-D6D1-9CF67064F15F}"/>
          </ac:spMkLst>
        </pc:spChg>
        <pc:spChg chg="mod">
          <ac:chgData name="Christopher Wong" userId="ea030524-5bca-4e95-91ba-d5ef9bb1eb90" providerId="ADAL" clId="{D25E1E07-90FA-5253-A609-C49095F76FC0}" dt="2026-09-24T20:51:52.749" v="722" actId="20577"/>
          <ac:spMkLst>
            <pc:docMk/>
            <pc:sldMk cId="3418061927" sldId="302"/>
            <ac:spMk id="12" creationId="{0C1DAC67-94A2-995B-840D-6693BF5C561C}"/>
          </ac:spMkLst>
        </pc:spChg>
      </pc:sldChg>
      <pc:sldChg chg="addSp delSp modSp mod">
        <pc:chgData name="Christopher Wong" userId="ea030524-5bca-4e95-91ba-d5ef9bb1eb90" providerId="ADAL" clId="{D25E1E07-90FA-5253-A609-C49095F76FC0}" dt="2026-09-24T17:16:17.081" v="125" actId="2711"/>
        <pc:sldMkLst>
          <pc:docMk/>
          <pc:sldMk cId="980221421" sldId="304"/>
        </pc:sldMkLst>
        <pc:spChg chg="add mod">
          <ac:chgData name="Christopher Wong" userId="ea030524-5bca-4e95-91ba-d5ef9bb1eb90" providerId="ADAL" clId="{D25E1E07-90FA-5253-A609-C49095F76FC0}" dt="2026-09-24T17:15:47.944" v="118"/>
          <ac:spMkLst>
            <pc:docMk/>
            <pc:sldMk cId="980221421" sldId="304"/>
            <ac:spMk id="8" creationId="{BCBA81DB-A936-E714-E43B-434734501D7B}"/>
          </ac:spMkLst>
        </pc:spChg>
        <pc:spChg chg="mod">
          <ac:chgData name="Christopher Wong" userId="ea030524-5bca-4e95-91ba-d5ef9bb1eb90" providerId="ADAL" clId="{D25E1E07-90FA-5253-A609-C49095F76FC0}" dt="2026-09-24T17:16:13.308" v="124" actId="2711"/>
          <ac:spMkLst>
            <pc:docMk/>
            <pc:sldMk cId="980221421" sldId="304"/>
            <ac:spMk id="10" creationId="{227AAE6B-AA79-81BA-B0BB-97B02B43FB52}"/>
          </ac:spMkLst>
        </pc:spChg>
        <pc:spChg chg="mod">
          <ac:chgData name="Christopher Wong" userId="ea030524-5bca-4e95-91ba-d5ef9bb1eb90" providerId="ADAL" clId="{D25E1E07-90FA-5253-A609-C49095F76FC0}" dt="2026-09-24T17:16:17.081" v="125" actId="2711"/>
          <ac:spMkLst>
            <pc:docMk/>
            <pc:sldMk cId="980221421" sldId="304"/>
            <ac:spMk id="12" creationId="{00CD2888-967B-FBE9-1AC3-26C82906AE1F}"/>
          </ac:spMkLst>
        </pc:spChg>
      </pc:sldChg>
      <pc:sldChg chg="addSp delSp modSp mod">
        <pc:chgData name="Christopher Wong" userId="ea030524-5bca-4e95-91ba-d5ef9bb1eb90" providerId="ADAL" clId="{D25E1E07-90FA-5253-A609-C49095F76FC0}" dt="2026-09-24T17:13:48.484" v="110"/>
        <pc:sldMkLst>
          <pc:docMk/>
          <pc:sldMk cId="3819122704" sldId="306"/>
        </pc:sldMkLst>
        <pc:spChg chg="add mod">
          <ac:chgData name="Christopher Wong" userId="ea030524-5bca-4e95-91ba-d5ef9bb1eb90" providerId="ADAL" clId="{D25E1E07-90FA-5253-A609-C49095F76FC0}" dt="2026-09-24T17:13:48.484" v="110"/>
          <ac:spMkLst>
            <pc:docMk/>
            <pc:sldMk cId="3819122704" sldId="306"/>
            <ac:spMk id="19" creationId="{87A91339-C4AD-5F11-FFC0-4B165C2A6244}"/>
          </ac:spMkLst>
        </pc:spChg>
      </pc:sldChg>
      <pc:sldChg chg="addSp delSp modSp mod">
        <pc:chgData name="Christopher Wong" userId="ea030524-5bca-4e95-91ba-d5ef9bb1eb90" providerId="ADAL" clId="{D25E1E07-90FA-5253-A609-C49095F76FC0}" dt="2026-09-24T21:40:32.593" v="1282" actId="1076"/>
        <pc:sldMkLst>
          <pc:docMk/>
          <pc:sldMk cId="3841452946" sldId="308"/>
        </pc:sldMkLst>
        <pc:spChg chg="add mod">
          <ac:chgData name="Christopher Wong" userId="ea030524-5bca-4e95-91ba-d5ef9bb1eb90" providerId="ADAL" clId="{D25E1E07-90FA-5253-A609-C49095F76FC0}" dt="2026-09-24T17:18:10.041" v="158" actId="14100"/>
          <ac:spMkLst>
            <pc:docMk/>
            <pc:sldMk cId="3841452946" sldId="308"/>
            <ac:spMk id="8" creationId="{9A2EB3CB-43C3-5E65-440B-FA6015977C78}"/>
          </ac:spMkLst>
        </pc:spChg>
        <pc:spChg chg="add mod">
          <ac:chgData name="Christopher Wong" userId="ea030524-5bca-4e95-91ba-d5ef9bb1eb90" providerId="ADAL" clId="{D25E1E07-90FA-5253-A609-C49095F76FC0}" dt="2026-09-24T21:37:51.557" v="1203" actId="1076"/>
          <ac:spMkLst>
            <pc:docMk/>
            <pc:sldMk cId="3841452946" sldId="308"/>
            <ac:spMk id="14" creationId="{770DA033-D3B5-7E03-EF73-5B755F183024}"/>
          </ac:spMkLst>
        </pc:spChg>
        <pc:spChg chg="add mod">
          <ac:chgData name="Christopher Wong" userId="ea030524-5bca-4e95-91ba-d5ef9bb1eb90" providerId="ADAL" clId="{D25E1E07-90FA-5253-A609-C49095F76FC0}" dt="2026-09-24T21:36:05.475" v="1178" actId="1076"/>
          <ac:spMkLst>
            <pc:docMk/>
            <pc:sldMk cId="3841452946" sldId="308"/>
            <ac:spMk id="15" creationId="{412D7A66-1745-9496-59C7-8424431C1AF2}"/>
          </ac:spMkLst>
        </pc:spChg>
        <pc:spChg chg="add mod">
          <ac:chgData name="Christopher Wong" userId="ea030524-5bca-4e95-91ba-d5ef9bb1eb90" providerId="ADAL" clId="{D25E1E07-90FA-5253-A609-C49095F76FC0}" dt="2026-09-24T21:40:18.393" v="1280" actId="1076"/>
          <ac:spMkLst>
            <pc:docMk/>
            <pc:sldMk cId="3841452946" sldId="308"/>
            <ac:spMk id="16" creationId="{97D604FC-44B1-43C1-1E25-57176522378D}"/>
          </ac:spMkLst>
        </pc:spChg>
        <pc:spChg chg="add mod">
          <ac:chgData name="Christopher Wong" userId="ea030524-5bca-4e95-91ba-d5ef9bb1eb90" providerId="ADAL" clId="{D25E1E07-90FA-5253-A609-C49095F76FC0}" dt="2026-09-24T21:38:03.189" v="1205" actId="1076"/>
          <ac:spMkLst>
            <pc:docMk/>
            <pc:sldMk cId="3841452946" sldId="308"/>
            <ac:spMk id="17" creationId="{2A13D642-4AB7-5194-453C-07F0ACB194EC}"/>
          </ac:spMkLst>
        </pc:spChg>
        <pc:spChg chg="add mod">
          <ac:chgData name="Christopher Wong" userId="ea030524-5bca-4e95-91ba-d5ef9bb1eb90" providerId="ADAL" clId="{D25E1E07-90FA-5253-A609-C49095F76FC0}" dt="2026-09-24T21:39:29.426" v="1234" actId="20577"/>
          <ac:spMkLst>
            <pc:docMk/>
            <pc:sldMk cId="3841452946" sldId="308"/>
            <ac:spMk id="18" creationId="{17015B6B-5759-230F-87CA-2561C8C8157A}"/>
          </ac:spMkLst>
        </pc:spChg>
        <pc:spChg chg="add mod">
          <ac:chgData name="Christopher Wong" userId="ea030524-5bca-4e95-91ba-d5ef9bb1eb90" providerId="ADAL" clId="{D25E1E07-90FA-5253-A609-C49095F76FC0}" dt="2026-09-24T21:40:32.593" v="1282" actId="1076"/>
          <ac:spMkLst>
            <pc:docMk/>
            <pc:sldMk cId="3841452946" sldId="308"/>
            <ac:spMk id="19" creationId="{EE6DE7D3-BF9A-C33C-0505-37431F1A9DC4}"/>
          </ac:spMkLst>
        </pc:spChg>
        <pc:graphicFrameChg chg="add mod modGraphic">
          <ac:chgData name="Christopher Wong" userId="ea030524-5bca-4e95-91ba-d5ef9bb1eb90" providerId="ADAL" clId="{D25E1E07-90FA-5253-A609-C49095F76FC0}" dt="2026-09-24T21:35:40.986" v="1177" actId="20577"/>
          <ac:graphicFrameMkLst>
            <pc:docMk/>
            <pc:sldMk cId="3841452946" sldId="308"/>
            <ac:graphicFrameMk id="12" creationId="{CD858A18-5D4D-6E58-F9D7-DB5AA3D19864}"/>
          </ac:graphicFrameMkLst>
        </pc:graphicFrameChg>
      </pc:sldChg>
      <pc:sldChg chg="addSp delSp modSp mod">
        <pc:chgData name="Christopher Wong" userId="ea030524-5bca-4e95-91ba-d5ef9bb1eb90" providerId="ADAL" clId="{D25E1E07-90FA-5253-A609-C49095F76FC0}" dt="2026-09-24T21:37:03.103" v="1201" actId="1076"/>
        <pc:sldMkLst>
          <pc:docMk/>
          <pc:sldMk cId="540746266" sldId="309"/>
        </pc:sldMkLst>
        <pc:spChg chg="add mod">
          <ac:chgData name="Christopher Wong" userId="ea030524-5bca-4e95-91ba-d5ef9bb1eb90" providerId="ADAL" clId="{D25E1E07-90FA-5253-A609-C49095F76FC0}" dt="2026-09-24T17:18:14.322" v="160"/>
          <ac:spMkLst>
            <pc:docMk/>
            <pc:sldMk cId="540746266" sldId="309"/>
            <ac:spMk id="5" creationId="{FFF86302-1FD8-9B71-2057-7D5652D3287F}"/>
          </ac:spMkLst>
        </pc:spChg>
        <pc:spChg chg="add">
          <ac:chgData name="Christopher Wong" userId="ea030524-5bca-4e95-91ba-d5ef9bb1eb90" providerId="ADAL" clId="{D25E1E07-90FA-5253-A609-C49095F76FC0}" dt="2026-09-24T21:15:32.124" v="855" actId="11529"/>
          <ac:spMkLst>
            <pc:docMk/>
            <pc:sldMk cId="540746266" sldId="309"/>
            <ac:spMk id="10" creationId="{5AF3CF92-14C5-C4EE-FF6E-20C2D08B3008}"/>
          </ac:spMkLst>
        </pc:spChg>
        <pc:spChg chg="add mod">
          <ac:chgData name="Christopher Wong" userId="ea030524-5bca-4e95-91ba-d5ef9bb1eb90" providerId="ADAL" clId="{D25E1E07-90FA-5253-A609-C49095F76FC0}" dt="2026-09-24T21:15:38.073" v="857" actId="1076"/>
          <ac:spMkLst>
            <pc:docMk/>
            <pc:sldMk cId="540746266" sldId="309"/>
            <ac:spMk id="12" creationId="{A6B5A3A0-F4F4-1528-E0A9-D84EC05A45B0}"/>
          </ac:spMkLst>
        </pc:spChg>
        <pc:spChg chg="add mod">
          <ac:chgData name="Christopher Wong" userId="ea030524-5bca-4e95-91ba-d5ef9bb1eb90" providerId="ADAL" clId="{D25E1E07-90FA-5253-A609-C49095F76FC0}" dt="2026-09-24T21:16:45.029" v="902" actId="1076"/>
          <ac:spMkLst>
            <pc:docMk/>
            <pc:sldMk cId="540746266" sldId="309"/>
            <ac:spMk id="13" creationId="{F05F9F55-73F6-A500-3186-6FB0EE37038A}"/>
          </ac:spMkLst>
        </pc:spChg>
        <pc:spChg chg="add mod">
          <ac:chgData name="Christopher Wong" userId="ea030524-5bca-4e95-91ba-d5ef9bb1eb90" providerId="ADAL" clId="{D25E1E07-90FA-5253-A609-C49095F76FC0}" dt="2026-09-24T21:16:59.695" v="924" actId="20577"/>
          <ac:spMkLst>
            <pc:docMk/>
            <pc:sldMk cId="540746266" sldId="309"/>
            <ac:spMk id="15" creationId="{601E1C4C-725E-8044-65C0-FF54AAC2B482}"/>
          </ac:spMkLst>
        </pc:spChg>
        <pc:spChg chg="add mod">
          <ac:chgData name="Christopher Wong" userId="ea030524-5bca-4e95-91ba-d5ef9bb1eb90" providerId="ADAL" clId="{D25E1E07-90FA-5253-A609-C49095F76FC0}" dt="2026-09-24T21:20:17.947" v="977" actId="14100"/>
          <ac:spMkLst>
            <pc:docMk/>
            <pc:sldMk cId="540746266" sldId="309"/>
            <ac:spMk id="16" creationId="{5A4C6C46-7279-CF85-53BB-7A4A8A668CB9}"/>
          </ac:spMkLst>
        </pc:spChg>
        <pc:spChg chg="add mod">
          <ac:chgData name="Christopher Wong" userId="ea030524-5bca-4e95-91ba-d5ef9bb1eb90" providerId="ADAL" clId="{D25E1E07-90FA-5253-A609-C49095F76FC0}" dt="2026-09-24T21:37:03.103" v="1201" actId="1076"/>
          <ac:spMkLst>
            <pc:docMk/>
            <pc:sldMk cId="540746266" sldId="309"/>
            <ac:spMk id="17" creationId="{10C24BA2-5C65-D4F4-EFF2-BB8FC94BEECA}"/>
          </ac:spMkLst>
        </pc:spChg>
        <pc:graphicFrameChg chg="add mod modGraphic">
          <ac:chgData name="Christopher Wong" userId="ea030524-5bca-4e95-91ba-d5ef9bb1eb90" providerId="ADAL" clId="{D25E1E07-90FA-5253-A609-C49095F76FC0}" dt="2026-09-24T21:36:56.057" v="1191" actId="113"/>
          <ac:graphicFrameMkLst>
            <pc:docMk/>
            <pc:sldMk cId="540746266" sldId="309"/>
            <ac:graphicFrameMk id="7" creationId="{E23CF280-2356-1FF0-3B17-D96659358B0B}"/>
          </ac:graphicFrameMkLst>
        </pc:graphicFrameChg>
      </pc:sldChg>
      <pc:sldChg chg="addSp delSp modSp mod">
        <pc:chgData name="Christopher Wong" userId="ea030524-5bca-4e95-91ba-d5ef9bb1eb90" providerId="ADAL" clId="{D25E1E07-90FA-5253-A609-C49095F76FC0}" dt="2026-09-24T22:10:09.252" v="1495" actId="20577"/>
        <pc:sldMkLst>
          <pc:docMk/>
          <pc:sldMk cId="3623098269" sldId="310"/>
        </pc:sldMkLst>
        <pc:spChg chg="mod">
          <ac:chgData name="Christopher Wong" userId="ea030524-5bca-4e95-91ba-d5ef9bb1eb90" providerId="ADAL" clId="{D25E1E07-90FA-5253-A609-C49095F76FC0}" dt="2026-09-24T21:44:07.975" v="1292" actId="20577"/>
          <ac:spMkLst>
            <pc:docMk/>
            <pc:sldMk cId="3623098269" sldId="310"/>
            <ac:spMk id="4" creationId="{40957391-09C7-5FD7-554C-A352EE4BC12D}"/>
          </ac:spMkLst>
        </pc:spChg>
        <pc:spChg chg="mod">
          <ac:chgData name="Christopher Wong" userId="ea030524-5bca-4e95-91ba-d5ef9bb1eb90" providerId="ADAL" clId="{D25E1E07-90FA-5253-A609-C49095F76FC0}" dt="2026-09-24T22:10:09.252" v="1495" actId="20577"/>
          <ac:spMkLst>
            <pc:docMk/>
            <pc:sldMk cId="3623098269" sldId="310"/>
            <ac:spMk id="5" creationId="{0AF49B66-C811-F690-DCF0-7A59A00746D2}"/>
          </ac:spMkLst>
        </pc:spChg>
        <pc:spChg chg="add mod">
          <ac:chgData name="Christopher Wong" userId="ea030524-5bca-4e95-91ba-d5ef9bb1eb90" providerId="ADAL" clId="{D25E1E07-90FA-5253-A609-C49095F76FC0}" dt="2026-09-24T17:18:18.491" v="162"/>
          <ac:spMkLst>
            <pc:docMk/>
            <pc:sldMk cId="3623098269" sldId="310"/>
            <ac:spMk id="8" creationId="{18455AAF-8FF7-0C02-5841-A8A8A8E288FE}"/>
          </ac:spMkLst>
        </pc:spChg>
      </pc:sldChg>
      <pc:sldChg chg="addSp delSp modSp mod">
        <pc:chgData name="Christopher Wong" userId="ea030524-5bca-4e95-91ba-d5ef9bb1eb90" providerId="ADAL" clId="{D25E1E07-90FA-5253-A609-C49095F76FC0}" dt="2026-09-24T22:10:20.736" v="1528" actId="20577"/>
        <pc:sldMkLst>
          <pc:docMk/>
          <pc:sldMk cId="491786816" sldId="311"/>
        </pc:sldMkLst>
        <pc:spChg chg="mod">
          <ac:chgData name="Christopher Wong" userId="ea030524-5bca-4e95-91ba-d5ef9bb1eb90" providerId="ADAL" clId="{D25E1E07-90FA-5253-A609-C49095F76FC0}" dt="2026-09-24T21:51:23.923" v="1301" actId="20577"/>
          <ac:spMkLst>
            <pc:docMk/>
            <pc:sldMk cId="491786816" sldId="311"/>
            <ac:spMk id="4" creationId="{4C9DD8E5-BC1C-5860-57E6-455FDF70ED83}"/>
          </ac:spMkLst>
        </pc:spChg>
        <pc:spChg chg="mod">
          <ac:chgData name="Christopher Wong" userId="ea030524-5bca-4e95-91ba-d5ef9bb1eb90" providerId="ADAL" clId="{D25E1E07-90FA-5253-A609-C49095F76FC0}" dt="2026-09-24T22:10:20.736" v="1528" actId="20577"/>
          <ac:spMkLst>
            <pc:docMk/>
            <pc:sldMk cId="491786816" sldId="311"/>
            <ac:spMk id="5" creationId="{2DEDFE24-7776-3976-E448-754598C05126}"/>
          </ac:spMkLst>
        </pc:spChg>
        <pc:spChg chg="add mod">
          <ac:chgData name="Christopher Wong" userId="ea030524-5bca-4e95-91ba-d5ef9bb1eb90" providerId="ADAL" clId="{D25E1E07-90FA-5253-A609-C49095F76FC0}" dt="2026-09-24T17:19:03.546" v="166"/>
          <ac:spMkLst>
            <pc:docMk/>
            <pc:sldMk cId="491786816" sldId="311"/>
            <ac:spMk id="8" creationId="{3E36DE41-B911-560D-D343-B8E02A8EDAEC}"/>
          </ac:spMkLst>
        </pc:spChg>
      </pc:sldChg>
      <pc:sldChg chg="addSp delSp modSp mod">
        <pc:chgData name="Christopher Wong" userId="ea030524-5bca-4e95-91ba-d5ef9bb1eb90" providerId="ADAL" clId="{D25E1E07-90FA-5253-A609-C49095F76FC0}" dt="2026-09-24T17:19:06.788" v="168"/>
        <pc:sldMkLst>
          <pc:docMk/>
          <pc:sldMk cId="2716324023" sldId="312"/>
        </pc:sldMkLst>
        <pc:spChg chg="add mod">
          <ac:chgData name="Christopher Wong" userId="ea030524-5bca-4e95-91ba-d5ef9bb1eb90" providerId="ADAL" clId="{D25E1E07-90FA-5253-A609-C49095F76FC0}" dt="2026-09-24T17:19:06.788" v="168"/>
          <ac:spMkLst>
            <pc:docMk/>
            <pc:sldMk cId="2716324023" sldId="312"/>
            <ac:spMk id="5" creationId="{87A3B1FE-3306-EB50-8567-8C576A417D6E}"/>
          </ac:spMkLst>
        </pc:spChg>
      </pc:sldChg>
      <pc:sldChg chg="addSp delSp modSp mod">
        <pc:chgData name="Christopher Wong" userId="ea030524-5bca-4e95-91ba-d5ef9bb1eb90" providerId="ADAL" clId="{D25E1E07-90FA-5253-A609-C49095F76FC0}" dt="2026-09-24T17:19:10.920" v="170"/>
        <pc:sldMkLst>
          <pc:docMk/>
          <pc:sldMk cId="3687251386" sldId="313"/>
        </pc:sldMkLst>
        <pc:spChg chg="add mod">
          <ac:chgData name="Christopher Wong" userId="ea030524-5bca-4e95-91ba-d5ef9bb1eb90" providerId="ADAL" clId="{D25E1E07-90FA-5253-A609-C49095F76FC0}" dt="2026-09-24T17:19:10.920" v="170"/>
          <ac:spMkLst>
            <pc:docMk/>
            <pc:sldMk cId="3687251386" sldId="313"/>
            <ac:spMk id="5" creationId="{0F1F43C5-545D-75A4-BFD1-2E69C38F440F}"/>
          </ac:spMkLst>
        </pc:spChg>
      </pc:sldChg>
      <pc:sldChg chg="modSp add mod">
        <pc:chgData name="Christopher Wong" userId="ea030524-5bca-4e95-91ba-d5ef9bb1eb90" providerId="ADAL" clId="{D25E1E07-90FA-5253-A609-C49095F76FC0}" dt="2026-09-24T17:09:03.998" v="89" actId="2711"/>
        <pc:sldMkLst>
          <pc:docMk/>
          <pc:sldMk cId="2042656529" sldId="314"/>
        </pc:sldMkLst>
        <pc:graphicFrameChg chg="modGraphic">
          <ac:chgData name="Christopher Wong" userId="ea030524-5bca-4e95-91ba-d5ef9bb1eb90" providerId="ADAL" clId="{D25E1E07-90FA-5253-A609-C49095F76FC0}" dt="2026-09-24T17:09:03.998" v="89" actId="2711"/>
          <ac:graphicFrameMkLst>
            <pc:docMk/>
            <pc:sldMk cId="2042656529" sldId="314"/>
            <ac:graphicFrameMk id="9" creationId="{BAAA3470-E0EC-E106-8D4A-698771DB8D23}"/>
          </ac:graphicFrameMkLst>
        </pc:graphicFrameChg>
      </pc:sldChg>
      <pc:sldChg chg="add">
        <pc:chgData name="Christopher Wong" userId="ea030524-5bca-4e95-91ba-d5ef9bb1eb90" providerId="ADAL" clId="{D25E1E07-90FA-5253-A609-C49095F76FC0}" dt="2026-09-24T17:05:20.370" v="36"/>
        <pc:sldMkLst>
          <pc:docMk/>
          <pc:sldMk cId="1618021283" sldId="315"/>
        </pc:sldMkLst>
      </pc:sldChg>
      <pc:sldChg chg="modSp add mod">
        <pc:chgData name="Christopher Wong" userId="ea030524-5bca-4e95-91ba-d5ef9bb1eb90" providerId="ADAL" clId="{D25E1E07-90FA-5253-A609-C49095F76FC0}" dt="2026-09-24T17:10:25.695" v="94" actId="2711"/>
        <pc:sldMkLst>
          <pc:docMk/>
          <pc:sldMk cId="3890497555" sldId="316"/>
        </pc:sldMkLst>
      </pc:sldChg>
      <pc:sldChg chg="modSp add mod">
        <pc:chgData name="Christopher Wong" userId="ea030524-5bca-4e95-91ba-d5ef9bb1eb90" providerId="ADAL" clId="{D25E1E07-90FA-5253-A609-C49095F76FC0}" dt="2026-09-24T17:10:16.048" v="92" actId="2711"/>
        <pc:sldMkLst>
          <pc:docMk/>
          <pc:sldMk cId="3120997784" sldId="332"/>
        </pc:sldMkLst>
        <pc:spChg chg="mod">
          <ac:chgData name="Christopher Wong" userId="ea030524-5bca-4e95-91ba-d5ef9bb1eb90" providerId="ADAL" clId="{D25E1E07-90FA-5253-A609-C49095F76FC0}" dt="2026-09-24T17:10:12.475" v="91" actId="2711"/>
          <ac:spMkLst>
            <pc:docMk/>
            <pc:sldMk cId="3120997784" sldId="332"/>
            <ac:spMk id="9" creationId="{EB2830BA-F813-F7B1-1006-4054E72CAC34}"/>
          </ac:spMkLst>
        </pc:spChg>
      </pc:sldChg>
      <pc:sldChg chg="modSp add mod">
        <pc:chgData name="Christopher Wong" userId="ea030524-5bca-4e95-91ba-d5ef9bb1eb90" providerId="ADAL" clId="{D25E1E07-90FA-5253-A609-C49095F76FC0}" dt="2026-09-24T17:10:47.186" v="95" actId="2711"/>
        <pc:sldMkLst>
          <pc:docMk/>
          <pc:sldMk cId="3596960166" sldId="333"/>
        </pc:sldMkLst>
      </pc:sldChg>
      <pc:sldChg chg="modSp add mod">
        <pc:chgData name="Christopher Wong" userId="ea030524-5bca-4e95-91ba-d5ef9bb1eb90" providerId="ADAL" clId="{D25E1E07-90FA-5253-A609-C49095F76FC0}" dt="2026-09-24T17:10:54.571" v="96" actId="2711"/>
        <pc:sldMkLst>
          <pc:docMk/>
          <pc:sldMk cId="231947716" sldId="334"/>
        </pc:sldMkLst>
        <pc:spChg chg="mod">
          <ac:chgData name="Christopher Wong" userId="ea030524-5bca-4e95-91ba-d5ef9bb1eb90" providerId="ADAL" clId="{D25E1E07-90FA-5253-A609-C49095F76FC0}" dt="2026-09-24T17:10:54.571" v="96" actId="2711"/>
          <ac:spMkLst>
            <pc:docMk/>
            <pc:sldMk cId="231947716" sldId="334"/>
            <ac:spMk id="8" creationId="{B029964D-C137-3C6A-C840-6832B43A8E59}"/>
          </ac:spMkLst>
        </pc:spChg>
      </pc:sldChg>
      <pc:sldChg chg="add">
        <pc:chgData name="Christopher Wong" userId="ea030524-5bca-4e95-91ba-d5ef9bb1eb90" providerId="ADAL" clId="{D25E1E07-90FA-5253-A609-C49095F76FC0}" dt="2026-09-24T17:05:20.370" v="36"/>
        <pc:sldMkLst>
          <pc:docMk/>
          <pc:sldMk cId="2672108432" sldId="336"/>
        </pc:sldMkLst>
      </pc:sldChg>
      <pc:sldChg chg="addSp delSp modSp mod">
        <pc:chgData name="Christopher Wong" userId="ea030524-5bca-4e95-91ba-d5ef9bb1eb90" providerId="ADAL" clId="{D25E1E07-90FA-5253-A609-C49095F76FC0}" dt="2026-09-24T17:13:41.902" v="106"/>
        <pc:sldMkLst>
          <pc:docMk/>
          <pc:sldMk cId="4267482597" sldId="366"/>
        </pc:sldMkLst>
        <pc:spChg chg="add mod">
          <ac:chgData name="Christopher Wong" userId="ea030524-5bca-4e95-91ba-d5ef9bb1eb90" providerId="ADAL" clId="{D25E1E07-90FA-5253-A609-C49095F76FC0}" dt="2026-09-24T17:13:41.902" v="106"/>
          <ac:spMkLst>
            <pc:docMk/>
            <pc:sldMk cId="4267482597" sldId="366"/>
            <ac:spMk id="19" creationId="{47A376DE-6A48-77E3-B779-9BE30569E6B7}"/>
          </ac:spMkLst>
        </pc:spChg>
      </pc:sldChg>
      <pc:sldChg chg="addSp delSp modSp mod">
        <pc:chgData name="Christopher Wong" userId="ea030524-5bca-4e95-91ba-d5ef9bb1eb90" providerId="ADAL" clId="{D25E1E07-90FA-5253-A609-C49095F76FC0}" dt="2026-09-24T17:13:37.105" v="104"/>
        <pc:sldMkLst>
          <pc:docMk/>
          <pc:sldMk cId="2992803648" sldId="415"/>
        </pc:sldMkLst>
        <pc:spChg chg="add mod">
          <ac:chgData name="Christopher Wong" userId="ea030524-5bca-4e95-91ba-d5ef9bb1eb90" providerId="ADAL" clId="{D25E1E07-90FA-5253-A609-C49095F76FC0}" dt="2026-09-24T17:13:37.105" v="104"/>
          <ac:spMkLst>
            <pc:docMk/>
            <pc:sldMk cId="2992803648" sldId="415"/>
            <ac:spMk id="19" creationId="{3A8A0569-7F87-1D37-F31D-CFB66AF17591}"/>
          </ac:spMkLst>
        </pc:spChg>
      </pc:sldChg>
      <pc:sldChg chg="modSp mod">
        <pc:chgData name="Christopher Wong" userId="ea030524-5bca-4e95-91ba-d5ef9bb1eb90" providerId="ADAL" clId="{D25E1E07-90FA-5253-A609-C49095F76FC0}" dt="2026-09-24T17:19:56.599" v="178" actId="14100"/>
        <pc:sldMkLst>
          <pc:docMk/>
          <pc:sldMk cId="1182251348" sldId="417"/>
        </pc:sldMkLst>
        <pc:spChg chg="mod">
          <ac:chgData name="Christopher Wong" userId="ea030524-5bca-4e95-91ba-d5ef9bb1eb90" providerId="ADAL" clId="{D25E1E07-90FA-5253-A609-C49095F76FC0}" dt="2026-09-24T17:19:56.599" v="178" actId="14100"/>
          <ac:spMkLst>
            <pc:docMk/>
            <pc:sldMk cId="1182251348" sldId="417"/>
            <ac:spMk id="5" creationId="{27F18485-2C41-A2C2-FBA7-1CC3374D2EA8}"/>
          </ac:spMkLst>
        </pc:spChg>
        <pc:spChg chg="mod">
          <ac:chgData name="Christopher Wong" userId="ea030524-5bca-4e95-91ba-d5ef9bb1eb90" providerId="ADAL" clId="{D25E1E07-90FA-5253-A609-C49095F76FC0}" dt="2026-09-24T16:53:58.190" v="0" actId="2711"/>
          <ac:spMkLst>
            <pc:docMk/>
            <pc:sldMk cId="1182251348" sldId="417"/>
            <ac:spMk id="9" creationId="{C49AD98F-E701-0744-B977-1F9F4E19C307}"/>
          </ac:spMkLst>
        </pc:spChg>
      </pc:sldChg>
      <pc:sldChg chg="addSp delSp modSp mod">
        <pc:chgData name="Christopher Wong" userId="ea030524-5bca-4e95-91ba-d5ef9bb1eb90" providerId="ADAL" clId="{D25E1E07-90FA-5253-A609-C49095F76FC0}" dt="2026-09-24T17:30:52.408" v="226" actId="20577"/>
        <pc:sldMkLst>
          <pc:docMk/>
          <pc:sldMk cId="3854651978" sldId="418"/>
        </pc:sldMkLst>
        <pc:spChg chg="add mod">
          <ac:chgData name="Christopher Wong" userId="ea030524-5bca-4e95-91ba-d5ef9bb1eb90" providerId="ADAL" clId="{D25E1E07-90FA-5253-A609-C49095F76FC0}" dt="2026-09-24T17:24:46.138" v="216"/>
          <ac:spMkLst>
            <pc:docMk/>
            <pc:sldMk cId="3854651978" sldId="418"/>
            <ac:spMk id="8" creationId="{3F692407-A203-FD56-050A-645B9C66FB6F}"/>
          </ac:spMkLst>
        </pc:spChg>
        <pc:graphicFrameChg chg="modGraphic">
          <ac:chgData name="Christopher Wong" userId="ea030524-5bca-4e95-91ba-d5ef9bb1eb90" providerId="ADAL" clId="{D25E1E07-90FA-5253-A609-C49095F76FC0}" dt="2026-09-24T17:30:52.408" v="226" actId="20577"/>
          <ac:graphicFrameMkLst>
            <pc:docMk/>
            <pc:sldMk cId="3854651978" sldId="418"/>
            <ac:graphicFrameMk id="7" creationId="{68FB5885-4030-EC8A-2B26-702217160D6E}"/>
          </ac:graphicFrameMkLst>
        </pc:graphicFrameChg>
      </pc:sldChg>
      <pc:sldChg chg="addSp delSp modSp mod">
        <pc:chgData name="Christopher Wong" userId="ea030524-5bca-4e95-91ba-d5ef9bb1eb90" providerId="ADAL" clId="{D25E1E07-90FA-5253-A609-C49095F76FC0}" dt="2026-09-24T17:00:37.179" v="20" actId="478"/>
        <pc:sldMkLst>
          <pc:docMk/>
          <pc:sldMk cId="4004457677" sldId="419"/>
        </pc:sldMkLst>
        <pc:spChg chg="add mod">
          <ac:chgData name="Christopher Wong" userId="ea030524-5bca-4e95-91ba-d5ef9bb1eb90" providerId="ADAL" clId="{D25E1E07-90FA-5253-A609-C49095F76FC0}" dt="2026-09-24T16:55:53.519" v="10"/>
          <ac:spMkLst>
            <pc:docMk/>
            <pc:sldMk cId="4004457677" sldId="419"/>
            <ac:spMk id="27" creationId="{D697347A-B5FD-5A76-F736-30898DDFDEC9}"/>
          </ac:spMkLst>
        </pc:spChg>
      </pc:sldChg>
      <pc:sldChg chg="modSp mod">
        <pc:chgData name="Christopher Wong" userId="ea030524-5bca-4e95-91ba-d5ef9bb1eb90" providerId="ADAL" clId="{D25E1E07-90FA-5253-A609-C49095F76FC0}" dt="2026-09-24T16:56:01.214" v="11" actId="2711"/>
        <pc:sldMkLst>
          <pc:docMk/>
          <pc:sldMk cId="4012133498" sldId="420"/>
        </pc:sldMkLst>
      </pc:sldChg>
      <pc:sldChg chg="modSp mod">
        <pc:chgData name="Christopher Wong" userId="ea030524-5bca-4e95-91ba-d5ef9bb1eb90" providerId="ADAL" clId="{D25E1E07-90FA-5253-A609-C49095F76FC0}" dt="2026-09-24T18:47:46.012" v="278" actId="14734"/>
        <pc:sldMkLst>
          <pc:docMk/>
          <pc:sldMk cId="2007670534" sldId="421"/>
        </pc:sldMkLst>
        <pc:graphicFrameChg chg="mod modGraphic">
          <ac:chgData name="Christopher Wong" userId="ea030524-5bca-4e95-91ba-d5ef9bb1eb90" providerId="ADAL" clId="{D25E1E07-90FA-5253-A609-C49095F76FC0}" dt="2026-09-24T18:47:46.012" v="278" actId="14734"/>
          <ac:graphicFrameMkLst>
            <pc:docMk/>
            <pc:sldMk cId="2007670534" sldId="421"/>
            <ac:graphicFrameMk id="9" creationId="{A36185F4-4F34-9438-5D52-7AC124FA1CD9}"/>
          </ac:graphicFrameMkLst>
        </pc:graphicFrameChg>
      </pc:sldChg>
      <pc:sldChg chg="modSp mod">
        <pc:chgData name="Christopher Wong" userId="ea030524-5bca-4e95-91ba-d5ef9bb1eb90" providerId="ADAL" clId="{D25E1E07-90FA-5253-A609-C49095F76FC0}" dt="2026-09-24T18:08:05.347" v="241" actId="2711"/>
        <pc:sldMkLst>
          <pc:docMk/>
          <pc:sldMk cId="2154058214" sldId="422"/>
        </pc:sldMkLst>
        <pc:graphicFrameChg chg="mod modGraphic">
          <ac:chgData name="Christopher Wong" userId="ea030524-5bca-4e95-91ba-d5ef9bb1eb90" providerId="ADAL" clId="{D25E1E07-90FA-5253-A609-C49095F76FC0}" dt="2026-09-24T18:08:05.347" v="241" actId="2711"/>
          <ac:graphicFrameMkLst>
            <pc:docMk/>
            <pc:sldMk cId="2154058214" sldId="422"/>
            <ac:graphicFrameMk id="9" creationId="{B3C17548-D674-A613-6A6D-4ACC1A9F24BF}"/>
          </ac:graphicFrameMkLst>
        </pc:graphicFrameChg>
      </pc:sldChg>
      <pc:sldChg chg="modSp mod">
        <pc:chgData name="Christopher Wong" userId="ea030524-5bca-4e95-91ba-d5ef9bb1eb90" providerId="ADAL" clId="{D25E1E07-90FA-5253-A609-C49095F76FC0}" dt="2026-09-24T16:57:14.351" v="13" actId="2711"/>
        <pc:sldMkLst>
          <pc:docMk/>
          <pc:sldMk cId="2403006629" sldId="423"/>
        </pc:sldMkLst>
        <pc:spChg chg="mod">
          <ac:chgData name="Christopher Wong" userId="ea030524-5bca-4e95-91ba-d5ef9bb1eb90" providerId="ADAL" clId="{D25E1E07-90FA-5253-A609-C49095F76FC0}" dt="2026-09-24T16:57:14.351" v="13" actId="2711"/>
          <ac:spMkLst>
            <pc:docMk/>
            <pc:sldMk cId="2403006629" sldId="423"/>
            <ac:spMk id="21" creationId="{C7219196-A752-C843-7EC0-E8323D9D2C21}"/>
          </ac:spMkLst>
        </pc:spChg>
      </pc:sldChg>
      <pc:sldChg chg="modSp mod">
        <pc:chgData name="Christopher Wong" userId="ea030524-5bca-4e95-91ba-d5ef9bb1eb90" providerId="ADAL" clId="{D25E1E07-90FA-5253-A609-C49095F76FC0}" dt="2026-09-24T16:58:31.217" v="15" actId="2711"/>
        <pc:sldMkLst>
          <pc:docMk/>
          <pc:sldMk cId="1774268030" sldId="424"/>
        </pc:sldMkLst>
        <pc:spChg chg="mod">
          <ac:chgData name="Christopher Wong" userId="ea030524-5bca-4e95-91ba-d5ef9bb1eb90" providerId="ADAL" clId="{D25E1E07-90FA-5253-A609-C49095F76FC0}" dt="2026-09-24T16:58:31.217" v="15" actId="2711"/>
          <ac:spMkLst>
            <pc:docMk/>
            <pc:sldMk cId="1774268030" sldId="424"/>
            <ac:spMk id="21" creationId="{EFBC574C-5C36-F189-EA5F-7D5F14B0C781}"/>
          </ac:spMkLst>
        </pc:spChg>
      </pc:sldChg>
      <pc:sldChg chg="modSp mod">
        <pc:chgData name="Christopher Wong" userId="ea030524-5bca-4e95-91ba-d5ef9bb1eb90" providerId="ADAL" clId="{D25E1E07-90FA-5253-A609-C49095F76FC0}" dt="2026-09-24T16:58:17.005" v="14" actId="2711"/>
        <pc:sldMkLst>
          <pc:docMk/>
          <pc:sldMk cId="3724996214" sldId="425"/>
        </pc:sldMkLst>
        <pc:spChg chg="mod">
          <ac:chgData name="Christopher Wong" userId="ea030524-5bca-4e95-91ba-d5ef9bb1eb90" providerId="ADAL" clId="{D25E1E07-90FA-5253-A609-C49095F76FC0}" dt="2026-09-24T16:58:17.005" v="14" actId="2711"/>
          <ac:spMkLst>
            <pc:docMk/>
            <pc:sldMk cId="3724996214" sldId="425"/>
            <ac:spMk id="4" creationId="{833C3BC1-47C6-BC92-0576-C1F66362DC13}"/>
          </ac:spMkLst>
        </pc:spChg>
      </pc:sldChg>
      <pc:sldChg chg="modSp mod">
        <pc:chgData name="Christopher Wong" userId="ea030524-5bca-4e95-91ba-d5ef9bb1eb90" providerId="ADAL" clId="{D25E1E07-90FA-5253-A609-C49095F76FC0}" dt="2026-09-24T17:00:14.758" v="16" actId="2711"/>
        <pc:sldMkLst>
          <pc:docMk/>
          <pc:sldMk cId="3963310702" sldId="430"/>
        </pc:sldMkLst>
        <pc:graphicFrameChg chg="modGraphic">
          <ac:chgData name="Christopher Wong" userId="ea030524-5bca-4e95-91ba-d5ef9bb1eb90" providerId="ADAL" clId="{D25E1E07-90FA-5253-A609-C49095F76FC0}" dt="2026-09-24T17:00:14.758" v="16" actId="2711"/>
          <ac:graphicFrameMkLst>
            <pc:docMk/>
            <pc:sldMk cId="3963310702" sldId="430"/>
            <ac:graphicFrameMk id="9" creationId="{5F38DEF9-69F5-230D-6AB8-9C64783C7358}"/>
          </ac:graphicFrameMkLst>
        </pc:graphicFrameChg>
      </pc:sldChg>
      <pc:sldChg chg="addSp delSp modSp mod ord">
        <pc:chgData name="Christopher Wong" userId="ea030524-5bca-4e95-91ba-d5ef9bb1eb90" providerId="ADAL" clId="{D25E1E07-90FA-5253-A609-C49095F76FC0}" dt="2026-09-24T17:06:01.638" v="86" actId="20577"/>
        <pc:sldMkLst>
          <pc:docMk/>
          <pc:sldMk cId="1394064813" sldId="442"/>
        </pc:sldMkLst>
        <pc:spChg chg="add mod">
          <ac:chgData name="Christopher Wong" userId="ea030524-5bca-4e95-91ba-d5ef9bb1eb90" providerId="ADAL" clId="{D25E1E07-90FA-5253-A609-C49095F76FC0}" dt="2026-09-24T17:01:29.314" v="24"/>
          <ac:spMkLst>
            <pc:docMk/>
            <pc:sldMk cId="1394064813" sldId="442"/>
            <ac:spMk id="19" creationId="{4ACC3A26-FCD3-0306-E7CC-E1A56293798B}"/>
          </ac:spMkLst>
        </pc:spChg>
        <pc:spChg chg="mod">
          <ac:chgData name="Christopher Wong" userId="ea030524-5bca-4e95-91ba-d5ef9bb1eb90" providerId="ADAL" clId="{D25E1E07-90FA-5253-A609-C49095F76FC0}" dt="2026-09-24T17:06:01.638" v="86" actId="20577"/>
          <ac:spMkLst>
            <pc:docMk/>
            <pc:sldMk cId="1394064813" sldId="442"/>
            <ac:spMk id="22" creationId="{F457EB5F-6E9C-2A47-0CE5-AB96B1E01AB4}"/>
          </ac:spMkLst>
        </pc:spChg>
      </pc:sldChg>
      <pc:sldChg chg="addSp delSp modSp mod">
        <pc:chgData name="Christopher Wong" userId="ea030524-5bca-4e95-91ba-d5ef9bb1eb90" providerId="ADAL" clId="{D25E1E07-90FA-5253-A609-C49095F76FC0}" dt="2026-09-24T17:01:42.353" v="26"/>
        <pc:sldMkLst>
          <pc:docMk/>
          <pc:sldMk cId="205480056" sldId="445"/>
        </pc:sldMkLst>
        <pc:spChg chg="add mod">
          <ac:chgData name="Christopher Wong" userId="ea030524-5bca-4e95-91ba-d5ef9bb1eb90" providerId="ADAL" clId="{D25E1E07-90FA-5253-A609-C49095F76FC0}" dt="2026-09-24T17:01:42.353" v="26"/>
          <ac:spMkLst>
            <pc:docMk/>
            <pc:sldMk cId="205480056" sldId="445"/>
            <ac:spMk id="19" creationId="{405E53FD-9BDC-A4C8-8CA9-A8EB4B50E091}"/>
          </ac:spMkLst>
        </pc:spChg>
      </pc:sldChg>
      <pc:sldChg chg="modSp mod">
        <pc:chgData name="Christopher Wong" userId="ea030524-5bca-4e95-91ba-d5ef9bb1eb90" providerId="ADAL" clId="{D25E1E07-90FA-5253-A609-C49095F76FC0}" dt="2026-09-24T17:02:00.529" v="28" actId="2711"/>
        <pc:sldMkLst>
          <pc:docMk/>
          <pc:sldMk cId="2930370491" sldId="449"/>
        </pc:sldMkLst>
        <pc:spChg chg="mod">
          <ac:chgData name="Christopher Wong" userId="ea030524-5bca-4e95-91ba-d5ef9bb1eb90" providerId="ADAL" clId="{D25E1E07-90FA-5253-A609-C49095F76FC0}" dt="2026-09-24T17:02:00.529" v="28" actId="2711"/>
          <ac:spMkLst>
            <pc:docMk/>
            <pc:sldMk cId="2930370491" sldId="449"/>
            <ac:spMk id="11" creationId="{AB4ED631-5C0E-937E-CDCA-E90A2FFCCEF3}"/>
          </ac:spMkLst>
        </pc:spChg>
      </pc:sldChg>
      <pc:sldChg chg="modSp mod">
        <pc:chgData name="Christopher Wong" userId="ea030524-5bca-4e95-91ba-d5ef9bb1eb90" providerId="ADAL" clId="{D25E1E07-90FA-5253-A609-C49095F76FC0}" dt="2026-09-24T17:02:05.285" v="29" actId="2711"/>
        <pc:sldMkLst>
          <pc:docMk/>
          <pc:sldMk cId="2039374550" sldId="450"/>
        </pc:sldMkLst>
        <pc:spChg chg="mod">
          <ac:chgData name="Christopher Wong" userId="ea030524-5bca-4e95-91ba-d5ef9bb1eb90" providerId="ADAL" clId="{D25E1E07-90FA-5253-A609-C49095F76FC0}" dt="2026-09-24T17:02:05.285" v="29" actId="2711"/>
          <ac:spMkLst>
            <pc:docMk/>
            <pc:sldMk cId="2039374550" sldId="450"/>
            <ac:spMk id="8" creationId="{05AA6D52-D4B1-26AE-B7E1-58B3A51BCBD7}"/>
          </ac:spMkLst>
        </pc:spChg>
      </pc:sldChg>
      <pc:sldChg chg="modSp mod">
        <pc:chgData name="Christopher Wong" userId="ea030524-5bca-4e95-91ba-d5ef9bb1eb90" providerId="ADAL" clId="{D25E1E07-90FA-5253-A609-C49095F76FC0}" dt="2026-09-24T17:04:00.536" v="30" actId="2711"/>
        <pc:sldMkLst>
          <pc:docMk/>
          <pc:sldMk cId="618816656" sldId="453"/>
        </pc:sldMkLst>
        <pc:spChg chg="mod">
          <ac:chgData name="Christopher Wong" userId="ea030524-5bca-4e95-91ba-d5ef9bb1eb90" providerId="ADAL" clId="{D25E1E07-90FA-5253-A609-C49095F76FC0}" dt="2026-09-24T17:04:00.536" v="30" actId="2711"/>
          <ac:spMkLst>
            <pc:docMk/>
            <pc:sldMk cId="618816656" sldId="453"/>
            <ac:spMk id="11" creationId="{C38EC37B-4030-C5C4-2515-1E6EE5BEE81C}"/>
          </ac:spMkLst>
        </pc:spChg>
      </pc:sldChg>
      <pc:sldChg chg="addSp delSp modSp mod">
        <pc:chgData name="Christopher Wong" userId="ea030524-5bca-4e95-91ba-d5ef9bb1eb90" providerId="ADAL" clId="{D25E1E07-90FA-5253-A609-C49095F76FC0}" dt="2026-09-24T17:04:03.752" v="32"/>
        <pc:sldMkLst>
          <pc:docMk/>
          <pc:sldMk cId="1152784883" sldId="454"/>
        </pc:sldMkLst>
        <pc:spChg chg="add mod">
          <ac:chgData name="Christopher Wong" userId="ea030524-5bca-4e95-91ba-d5ef9bb1eb90" providerId="ADAL" clId="{D25E1E07-90FA-5253-A609-C49095F76FC0}" dt="2026-09-24T17:04:03.752" v="32"/>
          <ac:spMkLst>
            <pc:docMk/>
            <pc:sldMk cId="1152784883" sldId="454"/>
            <ac:spMk id="19" creationId="{8C3F72DB-51F3-218E-AB0C-031B01A09B90}"/>
          </ac:spMkLst>
        </pc:spChg>
      </pc:sldChg>
      <pc:sldChg chg="addSp delSp modSp mod">
        <pc:chgData name="Christopher Wong" userId="ea030524-5bca-4e95-91ba-d5ef9bb1eb90" providerId="ADAL" clId="{D25E1E07-90FA-5253-A609-C49095F76FC0}" dt="2026-09-24T17:04:17.100" v="34"/>
        <pc:sldMkLst>
          <pc:docMk/>
          <pc:sldMk cId="655926870" sldId="459"/>
        </pc:sldMkLst>
        <pc:spChg chg="add mod">
          <ac:chgData name="Christopher Wong" userId="ea030524-5bca-4e95-91ba-d5ef9bb1eb90" providerId="ADAL" clId="{D25E1E07-90FA-5253-A609-C49095F76FC0}" dt="2026-09-24T17:04:17.100" v="34"/>
          <ac:spMkLst>
            <pc:docMk/>
            <pc:sldMk cId="655926870" sldId="459"/>
            <ac:spMk id="19" creationId="{6A74718B-B940-3BE4-F3F1-F397B48650F8}"/>
          </ac:spMkLst>
        </pc:spChg>
      </pc:sldChg>
      <pc:sldChg chg="modSp del mod ord">
        <pc:chgData name="Christopher Wong" userId="ea030524-5bca-4e95-91ba-d5ef9bb1eb90" providerId="ADAL" clId="{D25E1E07-90FA-5253-A609-C49095F76FC0}" dt="2026-09-24T17:37:34.574" v="228" actId="20578"/>
        <pc:sldMkLst>
          <pc:docMk/>
          <pc:sldMk cId="2171473729" sldId="461"/>
        </pc:sldMkLst>
        <pc:spChg chg="mod">
          <ac:chgData name="Christopher Wong" userId="ea030524-5bca-4e95-91ba-d5ef9bb1eb90" providerId="ADAL" clId="{D25E1E07-90FA-5253-A609-C49095F76FC0}" dt="2026-09-24T17:12:29.214" v="102" actId="2711"/>
          <ac:spMkLst>
            <pc:docMk/>
            <pc:sldMk cId="2171473729" sldId="461"/>
            <ac:spMk id="8" creationId="{2B49F479-3E87-EA51-7A4A-2906A01FA849}"/>
          </ac:spMkLst>
        </pc:spChg>
      </pc:sldChg>
      <pc:sldChg chg="add">
        <pc:chgData name="Christopher Wong" userId="ea030524-5bca-4e95-91ba-d5ef9bb1eb90" providerId="ADAL" clId="{D25E1E07-90FA-5253-A609-C49095F76FC0}" dt="2026-09-24T17:05:36.539" v="39" actId="2890"/>
        <pc:sldMkLst>
          <pc:docMk/>
          <pc:sldMk cId="196807953" sldId="463"/>
        </pc:sldMkLst>
      </pc:sldChg>
      <pc:sldChg chg="addSp delSp modSp mod">
        <pc:chgData name="Christopher Wong" userId="ea030524-5bca-4e95-91ba-d5ef9bb1eb90" providerId="ADAL" clId="{D25E1E07-90FA-5253-A609-C49095F76FC0}" dt="2026-09-24T17:20:05.240" v="180"/>
        <pc:sldMkLst>
          <pc:docMk/>
          <pc:sldMk cId="1883807917" sldId="464"/>
        </pc:sldMkLst>
        <pc:spChg chg="add mod">
          <ac:chgData name="Christopher Wong" userId="ea030524-5bca-4e95-91ba-d5ef9bb1eb90" providerId="ADAL" clId="{D25E1E07-90FA-5253-A609-C49095F76FC0}" dt="2026-09-24T17:20:05.240" v="180"/>
          <ac:spMkLst>
            <pc:docMk/>
            <pc:sldMk cId="1883807917" sldId="464"/>
            <ac:spMk id="8" creationId="{F01C224C-5F65-33E8-59B3-CF1E107E2BD0}"/>
          </ac:spMkLst>
        </pc:spChg>
      </pc:sldChg>
      <pc:sldChg chg="addSp delSp modSp add mod">
        <pc:chgData name="Christopher Wong" userId="ea030524-5bca-4e95-91ba-d5ef9bb1eb90" providerId="ADAL" clId="{D25E1E07-90FA-5253-A609-C49095F76FC0}" dt="2026-09-24T21:39:46.356" v="1270" actId="14100"/>
        <pc:sldMkLst>
          <pc:docMk/>
          <pc:sldMk cId="430374171" sldId="466"/>
        </pc:sldMkLst>
        <pc:spChg chg="add mod">
          <ac:chgData name="Christopher Wong" userId="ea030524-5bca-4e95-91ba-d5ef9bb1eb90" providerId="ADAL" clId="{D25E1E07-90FA-5253-A609-C49095F76FC0}" dt="2026-09-24T21:23:22.876" v="1084" actId="14100"/>
          <ac:spMkLst>
            <pc:docMk/>
            <pc:sldMk cId="430374171" sldId="466"/>
            <ac:spMk id="9" creationId="{7596B008-384D-17FC-7251-2C4AFC0DB387}"/>
          </ac:spMkLst>
        </pc:spChg>
        <pc:spChg chg="add mod">
          <ac:chgData name="Christopher Wong" userId="ea030524-5bca-4e95-91ba-d5ef9bb1eb90" providerId="ADAL" clId="{D25E1E07-90FA-5253-A609-C49095F76FC0}" dt="2026-09-24T21:23:28.763" v="1086" actId="1076"/>
          <ac:spMkLst>
            <pc:docMk/>
            <pc:sldMk cId="430374171" sldId="466"/>
            <ac:spMk id="10" creationId="{25AF7442-1C14-E34C-0098-87D0631029FC}"/>
          </ac:spMkLst>
        </pc:spChg>
        <pc:spChg chg="add mod">
          <ac:chgData name="Christopher Wong" userId="ea030524-5bca-4e95-91ba-d5ef9bb1eb90" providerId="ADAL" clId="{D25E1E07-90FA-5253-A609-C49095F76FC0}" dt="2026-09-24T21:39:46.356" v="1270" actId="14100"/>
          <ac:spMkLst>
            <pc:docMk/>
            <pc:sldMk cId="430374171" sldId="466"/>
            <ac:spMk id="11" creationId="{CA3BE652-152B-A924-B8A8-C09B0E8BF7D5}"/>
          </ac:spMkLst>
        </pc:spChg>
        <pc:spChg chg="add mod">
          <ac:chgData name="Christopher Wong" userId="ea030524-5bca-4e95-91ba-d5ef9bb1eb90" providerId="ADAL" clId="{D25E1E07-90FA-5253-A609-C49095F76FC0}" dt="2026-09-24T21:24:32.540" v="1154" actId="1076"/>
          <ac:spMkLst>
            <pc:docMk/>
            <pc:sldMk cId="430374171" sldId="466"/>
            <ac:spMk id="12" creationId="{9E995CF8-0512-A8EF-7F90-2122E35F4DE6}"/>
          </ac:spMkLst>
        </pc:spChg>
        <pc:graphicFrameChg chg="mod modGraphic">
          <ac:chgData name="Christopher Wong" userId="ea030524-5bca-4e95-91ba-d5ef9bb1eb90" providerId="ADAL" clId="{D25E1E07-90FA-5253-A609-C49095F76FC0}" dt="2026-09-24T21:14:52.950" v="854" actId="1076"/>
          <ac:graphicFrameMkLst>
            <pc:docMk/>
            <pc:sldMk cId="430374171" sldId="466"/>
            <ac:graphicFrameMk id="7" creationId="{3E0DCD2C-A656-4D37-C601-21A91AC6D387}"/>
          </ac:graphicFrameMkLst>
        </pc:graphicFrameChg>
      </pc:sldChg>
    </pc:docChg>
  </pc:docChgLst>
  <pc:docChgLst>
    <pc:chgData name="Sovann Bonini" userId="S::sobo7975@colorado.edu::fadc9a76-19bb-4e15-b9f5-0714ee2c1cba" providerId="AD" clId="Web-{B0C0E6C9-C4EA-CBF7-A866-AB230866335A}"/>
    <pc:docChg chg="addSld delSld modSld">
      <pc:chgData name="Sovann Bonini" userId="S::sobo7975@colorado.edu::fadc9a76-19bb-4e15-b9f5-0714ee2c1cba" providerId="AD" clId="Web-{B0C0E6C9-C4EA-CBF7-A866-AB230866335A}" dt="2026-09-28T22:36:44.318" v="17" actId="20577"/>
      <pc:docMkLst>
        <pc:docMk/>
      </pc:docMkLst>
      <pc:sldChg chg="modSp">
        <pc:chgData name="Sovann Bonini" userId="S::sobo7975@colorado.edu::fadc9a76-19bb-4e15-b9f5-0714ee2c1cba" providerId="AD" clId="Web-{B0C0E6C9-C4EA-CBF7-A866-AB230866335A}" dt="2026-09-28T22:36:44.318" v="17" actId="20577"/>
        <pc:sldMkLst>
          <pc:docMk/>
          <pc:sldMk cId="154223799" sldId="443"/>
        </pc:sldMkLst>
        <pc:spChg chg="mod">
          <ac:chgData name="Sovann Bonini" userId="S::sobo7975@colorado.edu::fadc9a76-19bb-4e15-b9f5-0714ee2c1cba" providerId="AD" clId="Web-{B0C0E6C9-C4EA-CBF7-A866-AB230866335A}" dt="2026-09-28T22:36:44.318" v="17" actId="20577"/>
          <ac:spMkLst>
            <pc:docMk/>
            <pc:sldMk cId="154223799" sldId="443"/>
            <ac:spMk id="7" creationId="{00000000-0000-0000-0000-000000000000}"/>
          </ac:spMkLst>
        </pc:spChg>
      </pc:sldChg>
      <pc:sldChg chg="del">
        <pc:chgData name="Sovann Bonini" userId="S::sobo7975@colorado.edu::fadc9a76-19bb-4e15-b9f5-0714ee2c1cba" providerId="AD" clId="Web-{B0C0E6C9-C4EA-CBF7-A866-AB230866335A}" dt="2026-09-28T22:31:02.506" v="0"/>
        <pc:sldMkLst>
          <pc:docMk/>
          <pc:sldMk cId="1756676944" sldId="475"/>
        </pc:sldMkLst>
      </pc:sldChg>
      <pc:sldChg chg="modSp add">
        <pc:chgData name="Sovann Bonini" userId="S::sobo7975@colorado.edu::fadc9a76-19bb-4e15-b9f5-0714ee2c1cba" providerId="AD" clId="Web-{B0C0E6C9-C4EA-CBF7-A866-AB230866335A}" dt="2026-09-28T22:32:44.350" v="8" actId="1076"/>
        <pc:sldMkLst>
          <pc:docMk/>
          <pc:sldMk cId="2811541010" sldId="477"/>
        </pc:sldMkLst>
        <pc:spChg chg="mod">
          <ac:chgData name="Sovann Bonini" userId="S::sobo7975@colorado.edu::fadc9a76-19bb-4e15-b9f5-0714ee2c1cba" providerId="AD" clId="Web-{B0C0E6C9-C4EA-CBF7-A866-AB230866335A}" dt="2026-09-28T22:32:44.319" v="7" actId="1076"/>
          <ac:spMkLst>
            <pc:docMk/>
            <pc:sldMk cId="2811541010" sldId="477"/>
            <ac:spMk id="13" creationId="{72A3903B-F32E-83D2-698E-BF61AF02A4BB}"/>
          </ac:spMkLst>
        </pc:spChg>
        <pc:spChg chg="mod">
          <ac:chgData name="Sovann Bonini" userId="S::sobo7975@colorado.edu::fadc9a76-19bb-4e15-b9f5-0714ee2c1cba" providerId="AD" clId="Web-{B0C0E6C9-C4EA-CBF7-A866-AB230866335A}" dt="2026-09-28T22:32:44.350" v="8" actId="1076"/>
          <ac:spMkLst>
            <pc:docMk/>
            <pc:sldMk cId="2811541010" sldId="477"/>
            <ac:spMk id="14" creationId="{FED9AC5B-3BA1-FA09-ADE1-E10DEEA2029B}"/>
          </ac:spMkLst>
        </pc:spChg>
      </pc:sldChg>
    </pc:docChg>
  </pc:docChgLst>
  <pc:docChgLst>
    <pc:chgData name="Ian Connolly" userId="c9a39a08-19cd-4fab-8ff6-a9422772da8f" providerId="ADAL" clId="{5A5B429E-810C-4CDC-808C-45F120470C27}"/>
    <pc:docChg chg="custSel modSld">
      <pc:chgData name="Ian Connolly" userId="c9a39a08-19cd-4fab-8ff6-a9422772da8f" providerId="ADAL" clId="{5A5B429E-810C-4CDC-808C-45F120470C27}" dt="2026-09-29T15:48:57.993" v="1695" actId="20577"/>
      <pc:docMkLst>
        <pc:docMk/>
      </pc:docMkLst>
      <pc:sldChg chg="addSp modSp mod">
        <pc:chgData name="Ian Connolly" userId="c9a39a08-19cd-4fab-8ff6-a9422772da8f" providerId="ADAL" clId="{5A5B429E-810C-4CDC-808C-45F120470C27}" dt="2026-09-24T17:10:45.764" v="674" actId="20577"/>
        <pc:sldMkLst>
          <pc:docMk/>
          <pc:sldMk cId="0" sldId="261"/>
        </pc:sldMkLst>
        <pc:spChg chg="add mod">
          <ac:chgData name="Ian Connolly" userId="c9a39a08-19cd-4fab-8ff6-a9422772da8f" providerId="ADAL" clId="{5A5B429E-810C-4CDC-808C-45F120470C27}" dt="2026-09-24T17:10:45.764" v="674" actId="20577"/>
          <ac:spMkLst>
            <pc:docMk/>
            <pc:sldMk cId="0" sldId="261"/>
            <ac:spMk id="14" creationId="{C906C351-CF59-7A87-DD60-B95060433DE0}"/>
          </ac:spMkLst>
        </pc:spChg>
      </pc:sldChg>
      <pc:sldChg chg="modSp mod modNotesTx">
        <pc:chgData name="Ian Connolly" userId="c9a39a08-19cd-4fab-8ff6-a9422772da8f" providerId="ADAL" clId="{5A5B429E-810C-4CDC-808C-45F120470C27}" dt="2026-09-29T15:48:57.993" v="1695" actId="20577"/>
        <pc:sldMkLst>
          <pc:docMk/>
          <pc:sldMk cId="2929727347" sldId="354"/>
        </pc:sldMkLst>
        <pc:spChg chg="mod">
          <ac:chgData name="Ian Connolly" userId="c9a39a08-19cd-4fab-8ff6-a9422772da8f" providerId="ADAL" clId="{5A5B429E-810C-4CDC-808C-45F120470C27}" dt="2026-09-28T14:35:50.128" v="1120" actId="1076"/>
          <ac:spMkLst>
            <pc:docMk/>
            <pc:sldMk cId="2929727347" sldId="354"/>
            <ac:spMk id="12" creationId="{62679913-5010-49D8-8014-7B3F1B722CD7}"/>
          </ac:spMkLst>
        </pc:spChg>
        <pc:graphicFrameChg chg="modGraphic">
          <ac:chgData name="Ian Connolly" userId="c9a39a08-19cd-4fab-8ff6-a9422772da8f" providerId="ADAL" clId="{5A5B429E-810C-4CDC-808C-45F120470C27}" dt="2026-09-28T14:34:37.956" v="1119" actId="20577"/>
          <ac:graphicFrameMkLst>
            <pc:docMk/>
            <pc:sldMk cId="2929727347" sldId="354"/>
            <ac:graphicFrameMk id="9" creationId="{A36185F4-4F34-9438-5D52-7AC124FA1CD9}"/>
          </ac:graphicFrameMkLst>
        </pc:graphicFrameChg>
      </pc:sldChg>
      <pc:sldChg chg="modSp mod modNotesTx">
        <pc:chgData name="Ian Connolly" userId="c9a39a08-19cd-4fab-8ff6-a9422772da8f" providerId="ADAL" clId="{5A5B429E-810C-4CDC-808C-45F120470C27}" dt="2026-09-29T04:13:40.842" v="1565" actId="20577"/>
        <pc:sldMkLst>
          <pc:docMk/>
          <pc:sldMk cId="2064059125" sldId="355"/>
        </pc:sldMkLst>
        <pc:graphicFrameChg chg="mod modGraphic">
          <ac:chgData name="Ian Connolly" userId="c9a39a08-19cd-4fab-8ff6-a9422772da8f" providerId="ADAL" clId="{5A5B429E-810C-4CDC-808C-45F120470C27}" dt="2026-09-24T17:31:03.683" v="976" actId="2165"/>
          <ac:graphicFrameMkLst>
            <pc:docMk/>
            <pc:sldMk cId="2064059125" sldId="355"/>
            <ac:graphicFrameMk id="9" creationId="{B3C17548-D674-A613-6A6D-4ACC1A9F24BF}"/>
          </ac:graphicFrameMkLst>
        </pc:graphicFrameChg>
      </pc:sldChg>
      <pc:sldChg chg="modSp mod">
        <pc:chgData name="Ian Connolly" userId="c9a39a08-19cd-4fab-8ff6-a9422772da8f" providerId="ADAL" clId="{5A5B429E-810C-4CDC-808C-45F120470C27}" dt="2026-09-24T18:04:46.382" v="1083" actId="207"/>
        <pc:sldMkLst>
          <pc:docMk/>
          <pc:sldMk cId="3254661186" sldId="357"/>
        </pc:sldMkLst>
        <pc:graphicFrameChg chg="modGraphic">
          <ac:chgData name="Ian Connolly" userId="c9a39a08-19cd-4fab-8ff6-a9422772da8f" providerId="ADAL" clId="{5A5B429E-810C-4CDC-808C-45F120470C27}" dt="2026-09-24T18:04:46.382" v="1083" actId="207"/>
          <ac:graphicFrameMkLst>
            <pc:docMk/>
            <pc:sldMk cId="3254661186" sldId="357"/>
            <ac:graphicFrameMk id="9" creationId="{B7C976B1-C962-A127-9DFC-1ECCB6D84E6E}"/>
          </ac:graphicFrameMkLst>
        </pc:graphicFrameChg>
      </pc:sldChg>
      <pc:sldChg chg="delSp modSp mod">
        <pc:chgData name="Ian Connolly" userId="c9a39a08-19cd-4fab-8ff6-a9422772da8f" providerId="ADAL" clId="{5A5B429E-810C-4CDC-808C-45F120470C27}" dt="2026-09-24T18:05:42.122" v="1087" actId="20577"/>
        <pc:sldMkLst>
          <pc:docMk/>
          <pc:sldMk cId="4026320584" sldId="358"/>
        </pc:sldMkLst>
        <pc:graphicFrameChg chg="modGraphic">
          <ac:chgData name="Ian Connolly" userId="c9a39a08-19cd-4fab-8ff6-a9422772da8f" providerId="ADAL" clId="{5A5B429E-810C-4CDC-808C-45F120470C27}" dt="2026-09-24T18:05:42.122" v="1087" actId="20577"/>
          <ac:graphicFrameMkLst>
            <pc:docMk/>
            <pc:sldMk cId="4026320584" sldId="358"/>
            <ac:graphicFrameMk id="9" creationId="{70326BBA-307F-474D-955F-EE66F920D2AE}"/>
          </ac:graphicFrameMkLst>
        </pc:graphicFrameChg>
      </pc:sldChg>
      <pc:sldChg chg="mod modShow">
        <pc:chgData name="Ian Connolly" userId="c9a39a08-19cd-4fab-8ff6-a9422772da8f" providerId="ADAL" clId="{5A5B429E-810C-4CDC-808C-45F120470C27}" dt="2026-09-24T16:18:36.813" v="0" actId="729"/>
        <pc:sldMkLst>
          <pc:docMk/>
          <pc:sldMk cId="329008603" sldId="364"/>
        </pc:sldMkLst>
      </pc:sldChg>
      <pc:sldChg chg="modSp mod">
        <pc:chgData name="Ian Connolly" userId="c9a39a08-19cd-4fab-8ff6-a9422772da8f" providerId="ADAL" clId="{5A5B429E-810C-4CDC-808C-45F120470C27}" dt="2026-09-24T17:09:43.653" v="670" actId="122"/>
        <pc:sldMkLst>
          <pc:docMk/>
          <pc:sldMk cId="3763309335" sldId="441"/>
        </pc:sldMkLst>
        <pc:spChg chg="mod">
          <ac:chgData name="Ian Connolly" userId="c9a39a08-19cd-4fab-8ff6-a9422772da8f" providerId="ADAL" clId="{5A5B429E-810C-4CDC-808C-45F120470C27}" dt="2026-09-24T17:09:43.653" v="670" actId="122"/>
          <ac:spMkLst>
            <pc:docMk/>
            <pc:sldMk cId="3763309335" sldId="441"/>
            <ac:spMk id="9" creationId="{4A3A8569-181A-4221-A232-765C940995B7}"/>
          </ac:spMkLst>
        </pc:spChg>
      </pc:sldChg>
      <pc:sldChg chg="modSp mod">
        <pc:chgData name="Ian Connolly" userId="c9a39a08-19cd-4fab-8ff6-a9422772da8f" providerId="ADAL" clId="{5A5B429E-810C-4CDC-808C-45F120470C27}" dt="2026-09-24T16:29:38.357" v="6" actId="14100"/>
        <pc:sldMkLst>
          <pc:docMk/>
          <pc:sldMk cId="618816656" sldId="453"/>
        </pc:sldMkLst>
        <pc:spChg chg="mod">
          <ac:chgData name="Ian Connolly" userId="c9a39a08-19cd-4fab-8ff6-a9422772da8f" providerId="ADAL" clId="{5A5B429E-810C-4CDC-808C-45F120470C27}" dt="2026-09-24T16:29:38.357" v="6" actId="14100"/>
          <ac:spMkLst>
            <pc:docMk/>
            <pc:sldMk cId="618816656" sldId="453"/>
            <ac:spMk id="7" creationId="{8CDFB3B4-5666-50C6-3521-83BC31043000}"/>
          </ac:spMkLst>
        </pc:spChg>
      </pc:sldChg>
    </pc:docChg>
  </pc:docChgLst>
  <pc:docChgLst>
    <pc:chgData name="Ian Jaggi" userId="S::iaja6607@colorado.edu::b21bfc62-fedc-4bee-a2ec-17472b30e995" providerId="AD" clId="Web-{C1C283FB-6905-345C-76A1-CA8B703B02F9}"/>
    <pc:docChg chg="modSld">
      <pc:chgData name="Ian Jaggi" userId="S::iaja6607@colorado.edu::b21bfc62-fedc-4bee-a2ec-17472b30e995" providerId="AD" clId="Web-{C1C283FB-6905-345C-76A1-CA8B703B02F9}" dt="2026-09-24T17:40:47.203" v="1952"/>
      <pc:docMkLst>
        <pc:docMk/>
      </pc:docMkLst>
      <pc:sldChg chg="modNotes">
        <pc:chgData name="Ian Jaggi" userId="S::iaja6607@colorado.edu::b21bfc62-fedc-4bee-a2ec-17472b30e995" providerId="AD" clId="Web-{C1C283FB-6905-345C-76A1-CA8B703B02F9}" dt="2026-09-24T17:22:40.573" v="1156"/>
        <pc:sldMkLst>
          <pc:docMk/>
          <pc:sldMk cId="0" sldId="261"/>
        </pc:sldMkLst>
      </pc:sldChg>
      <pc:sldChg chg="modNotes">
        <pc:chgData name="Ian Jaggi" userId="S::iaja6607@colorado.edu::b21bfc62-fedc-4bee-a2ec-17472b30e995" providerId="AD" clId="Web-{C1C283FB-6905-345C-76A1-CA8B703B02F9}" dt="2026-09-24T17:30:51.903" v="1698"/>
        <pc:sldMkLst>
          <pc:docMk/>
          <pc:sldMk cId="4026320584" sldId="358"/>
        </pc:sldMkLst>
      </pc:sldChg>
      <pc:sldChg chg="modNotes">
        <pc:chgData name="Ian Jaggi" userId="S::iaja6607@colorado.edu::b21bfc62-fedc-4bee-a2ec-17472b30e995" providerId="AD" clId="Web-{C1C283FB-6905-345C-76A1-CA8B703B02F9}" dt="2026-09-24T17:40:47.203" v="1952"/>
        <pc:sldMkLst>
          <pc:docMk/>
          <pc:sldMk cId="2305334155" sldId="416"/>
        </pc:sldMkLst>
      </pc:sldChg>
    </pc:docChg>
  </pc:docChgLst>
  <pc:docChgLst>
    <pc:chgData name="Grace Kallberg" userId="S::grka3921@colorado.edu::2ffee2a2-50a6-4774-b344-04f1f7e85363" providerId="AD" clId="Web-{3549ED5D-CCA6-29BD-866D-CD4F8B04F25C}"/>
    <pc:docChg chg="addSld delSld modSld">
      <pc:chgData name="Grace Kallberg" userId="S::grka3921@colorado.edu::2ffee2a2-50a6-4774-b344-04f1f7e85363" providerId="AD" clId="Web-{3549ED5D-CCA6-29BD-866D-CD4F8B04F25C}" dt="2026-09-29T03:28:51.982" v="2528"/>
      <pc:docMkLst>
        <pc:docMk/>
      </pc:docMkLst>
      <pc:sldChg chg="modSp">
        <pc:chgData name="Grace Kallberg" userId="S::grka3921@colorado.edu::2ffee2a2-50a6-4774-b344-04f1f7e85363" providerId="AD" clId="Web-{3549ED5D-CCA6-29BD-866D-CD4F8B04F25C}" dt="2026-09-28T20:23:53.807" v="279" actId="20577"/>
        <pc:sldMkLst>
          <pc:docMk/>
          <pc:sldMk cId="4014242925" sldId="257"/>
        </pc:sldMkLst>
        <pc:spChg chg="mod">
          <ac:chgData name="Grace Kallberg" userId="S::grka3921@colorado.edu::2ffee2a2-50a6-4774-b344-04f1f7e85363" providerId="AD" clId="Web-{3549ED5D-CCA6-29BD-866D-CD4F8B04F25C}" dt="2026-09-28T20:23:53.807" v="279" actId="20577"/>
          <ac:spMkLst>
            <pc:docMk/>
            <pc:sldMk cId="4014242925" sldId="257"/>
            <ac:spMk id="28" creationId="{4EADCA68-988A-DFC3-134D-DFEE4059EFC1}"/>
          </ac:spMkLst>
        </pc:spChg>
      </pc:sldChg>
      <pc:sldChg chg="modSp">
        <pc:chgData name="Grace Kallberg" userId="S::grka3921@colorado.edu::2ffee2a2-50a6-4774-b344-04f1f7e85363" providerId="AD" clId="Web-{3549ED5D-CCA6-29BD-866D-CD4F8B04F25C}" dt="2026-09-28T20:24:06.588" v="280" actId="20577"/>
        <pc:sldMkLst>
          <pc:docMk/>
          <pc:sldMk cId="2995031529" sldId="279"/>
        </pc:sldMkLst>
        <pc:spChg chg="mod">
          <ac:chgData name="Grace Kallberg" userId="S::grka3921@colorado.edu::2ffee2a2-50a6-4774-b344-04f1f7e85363" providerId="AD" clId="Web-{3549ED5D-CCA6-29BD-866D-CD4F8B04F25C}" dt="2026-09-28T20:24:06.588" v="280" actId="20577"/>
          <ac:spMkLst>
            <pc:docMk/>
            <pc:sldMk cId="2995031529" sldId="279"/>
            <ac:spMk id="24" creationId="{3F9A9185-E15E-4D17-C48E-B475F7181CB9}"/>
          </ac:spMkLst>
        </pc:spChg>
      </pc:sldChg>
      <pc:sldChg chg="modSp">
        <pc:chgData name="Grace Kallberg" userId="S::grka3921@colorado.edu::2ffee2a2-50a6-4774-b344-04f1f7e85363" providerId="AD" clId="Web-{3549ED5D-CCA6-29BD-866D-CD4F8B04F25C}" dt="2026-09-28T20:24:16.682" v="281" actId="20577"/>
        <pc:sldMkLst>
          <pc:docMk/>
          <pc:sldMk cId="353244228" sldId="280"/>
        </pc:sldMkLst>
        <pc:spChg chg="mod">
          <ac:chgData name="Grace Kallberg" userId="S::grka3921@colorado.edu::2ffee2a2-50a6-4774-b344-04f1f7e85363" providerId="AD" clId="Web-{3549ED5D-CCA6-29BD-866D-CD4F8B04F25C}" dt="2026-09-28T20:24:16.682" v="281" actId="20577"/>
          <ac:spMkLst>
            <pc:docMk/>
            <pc:sldMk cId="353244228" sldId="280"/>
            <ac:spMk id="24" creationId="{EB4EE7F6-EFF3-587A-5571-9A843D26459E}"/>
          </ac:spMkLst>
        </pc:spChg>
      </pc:sldChg>
      <pc:sldChg chg="modSp">
        <pc:chgData name="Grace Kallberg" userId="S::grka3921@colorado.edu::2ffee2a2-50a6-4774-b344-04f1f7e85363" providerId="AD" clId="Web-{3549ED5D-CCA6-29BD-866D-CD4F8B04F25C}" dt="2026-09-28T20:24:24.588" v="282" actId="20577"/>
        <pc:sldMkLst>
          <pc:docMk/>
          <pc:sldMk cId="2766371140" sldId="281"/>
        </pc:sldMkLst>
        <pc:spChg chg="mod">
          <ac:chgData name="Grace Kallberg" userId="S::grka3921@colorado.edu::2ffee2a2-50a6-4774-b344-04f1f7e85363" providerId="AD" clId="Web-{3549ED5D-CCA6-29BD-866D-CD4F8B04F25C}" dt="2026-09-28T20:24:24.588" v="282" actId="20577"/>
          <ac:spMkLst>
            <pc:docMk/>
            <pc:sldMk cId="2766371140" sldId="281"/>
            <ac:spMk id="24" creationId="{112095B7-9101-EA99-8B4A-D616E4F652CE}"/>
          </ac:spMkLst>
        </pc:spChg>
      </pc:sldChg>
      <pc:sldChg chg="modSp">
        <pc:chgData name="Grace Kallberg" userId="S::grka3921@colorado.edu::2ffee2a2-50a6-4774-b344-04f1f7e85363" providerId="AD" clId="Web-{3549ED5D-CCA6-29BD-866D-CD4F8B04F25C}" dt="2026-09-28T20:24:43.166" v="284" actId="20577"/>
        <pc:sldMkLst>
          <pc:docMk/>
          <pc:sldMk cId="3903365930" sldId="282"/>
        </pc:sldMkLst>
        <pc:spChg chg="mod">
          <ac:chgData name="Grace Kallberg" userId="S::grka3921@colorado.edu::2ffee2a2-50a6-4774-b344-04f1f7e85363" providerId="AD" clId="Web-{3549ED5D-CCA6-29BD-866D-CD4F8B04F25C}" dt="2026-09-28T20:24:43.166" v="284" actId="20577"/>
          <ac:spMkLst>
            <pc:docMk/>
            <pc:sldMk cId="3903365930" sldId="282"/>
            <ac:spMk id="24" creationId="{A19E7F2E-FF97-5B11-F770-41A12BB3343C}"/>
          </ac:spMkLst>
        </pc:spChg>
      </pc:sldChg>
      <pc:sldChg chg="modSp">
        <pc:chgData name="Grace Kallberg" userId="S::grka3921@colorado.edu::2ffee2a2-50a6-4774-b344-04f1f7e85363" providerId="AD" clId="Web-{3549ED5D-CCA6-29BD-866D-CD4F8B04F25C}" dt="2026-09-28T20:24:31.619" v="283" actId="20577"/>
        <pc:sldMkLst>
          <pc:docMk/>
          <pc:sldMk cId="2126636767" sldId="283"/>
        </pc:sldMkLst>
        <pc:spChg chg="mod">
          <ac:chgData name="Grace Kallberg" userId="S::grka3921@colorado.edu::2ffee2a2-50a6-4774-b344-04f1f7e85363" providerId="AD" clId="Web-{3549ED5D-CCA6-29BD-866D-CD4F8B04F25C}" dt="2026-09-28T20:24:31.619" v="283" actId="20577"/>
          <ac:spMkLst>
            <pc:docMk/>
            <pc:sldMk cId="2126636767" sldId="283"/>
            <ac:spMk id="24" creationId="{38E1B1E3-6FC8-138F-AF79-5DB8427D0EA9}"/>
          </ac:spMkLst>
        </pc:spChg>
      </pc:sldChg>
      <pc:sldChg chg="modSp">
        <pc:chgData name="Grace Kallberg" userId="S::grka3921@colorado.edu::2ffee2a2-50a6-4774-b344-04f1f7e85363" providerId="AD" clId="Web-{3549ED5D-CCA6-29BD-866D-CD4F8B04F25C}" dt="2026-09-28T20:27:18.213" v="295" actId="20577"/>
        <pc:sldMkLst>
          <pc:docMk/>
          <pc:sldMk cId="2447690154" sldId="287"/>
        </pc:sldMkLst>
        <pc:spChg chg="mod">
          <ac:chgData name="Grace Kallberg" userId="S::grka3921@colorado.edu::2ffee2a2-50a6-4774-b344-04f1f7e85363" providerId="AD" clId="Web-{3549ED5D-CCA6-29BD-866D-CD4F8B04F25C}" dt="2026-09-28T20:27:18.213" v="295" actId="20577"/>
          <ac:spMkLst>
            <pc:docMk/>
            <pc:sldMk cId="2447690154" sldId="287"/>
            <ac:spMk id="25" creationId="{88A94132-925C-30CD-1BB6-1A30448503B5}"/>
          </ac:spMkLst>
        </pc:spChg>
      </pc:sldChg>
      <pc:sldChg chg="modSp modNotes">
        <pc:chgData name="Grace Kallberg" userId="S::grka3921@colorado.edu::2ffee2a2-50a6-4774-b344-04f1f7e85363" providerId="AD" clId="Web-{3549ED5D-CCA6-29BD-866D-CD4F8B04F25C}" dt="2026-09-29T03:23:46.077" v="2424"/>
        <pc:sldMkLst>
          <pc:docMk/>
          <pc:sldMk cId="758599013" sldId="290"/>
        </pc:sldMkLst>
        <pc:spChg chg="mod">
          <ac:chgData name="Grace Kallberg" userId="S::grka3921@colorado.edu::2ffee2a2-50a6-4774-b344-04f1f7e85363" providerId="AD" clId="Web-{3549ED5D-CCA6-29BD-866D-CD4F8B04F25C}" dt="2026-09-28T20:28:15.745" v="301" actId="20577"/>
          <ac:spMkLst>
            <pc:docMk/>
            <pc:sldMk cId="758599013" sldId="290"/>
            <ac:spMk id="24" creationId="{7AB522BE-4535-49E1-AE39-B99D59FE7FCE}"/>
          </ac:spMkLst>
        </pc:spChg>
      </pc:sldChg>
      <pc:sldChg chg="addSp delSp">
        <pc:chgData name="Grace Kallberg" userId="S::grka3921@colorado.edu::2ffee2a2-50a6-4774-b344-04f1f7e85363" providerId="AD" clId="Web-{3549ED5D-CCA6-29BD-866D-CD4F8B04F25C}" dt="2026-09-28T20:39:40.606" v="537"/>
        <pc:sldMkLst>
          <pc:docMk/>
          <pc:sldMk cId="1574109893" sldId="295"/>
        </pc:sldMkLst>
        <pc:spChg chg="add del">
          <ac:chgData name="Grace Kallberg" userId="S::grka3921@colorado.edu::2ffee2a2-50a6-4774-b344-04f1f7e85363" providerId="AD" clId="Web-{3549ED5D-CCA6-29BD-866D-CD4F8B04F25C}" dt="2026-09-28T20:39:27.497" v="536"/>
          <ac:spMkLst>
            <pc:docMk/>
            <pc:sldMk cId="1574109893" sldId="295"/>
            <ac:spMk id="20" creationId="{829B018C-6456-65C2-AA14-E7575BA44020}"/>
          </ac:spMkLst>
        </pc:spChg>
        <pc:spChg chg="add">
          <ac:chgData name="Grace Kallberg" userId="S::grka3921@colorado.edu::2ffee2a2-50a6-4774-b344-04f1f7e85363" providerId="AD" clId="Web-{3549ED5D-CCA6-29BD-866D-CD4F8B04F25C}" dt="2026-09-28T20:39:40.606" v="537"/>
          <ac:spMkLst>
            <pc:docMk/>
            <pc:sldMk cId="1574109893" sldId="295"/>
            <ac:spMk id="22" creationId="{6B73D5C7-AE36-CEF8-4881-CEFEA4D6CACC}"/>
          </ac:spMkLst>
        </pc:spChg>
      </pc:sldChg>
      <pc:sldChg chg="modSp">
        <pc:chgData name="Grace Kallberg" userId="S::grka3921@colorado.edu::2ffee2a2-50a6-4774-b344-04f1f7e85363" providerId="AD" clId="Web-{3549ED5D-CCA6-29BD-866D-CD4F8B04F25C}" dt="2026-09-28T20:28:30.635" v="303" actId="20577"/>
        <pc:sldMkLst>
          <pc:docMk/>
          <pc:sldMk cId="850950735" sldId="301"/>
        </pc:sldMkLst>
        <pc:spChg chg="mod">
          <ac:chgData name="Grace Kallberg" userId="S::grka3921@colorado.edu::2ffee2a2-50a6-4774-b344-04f1f7e85363" providerId="AD" clId="Web-{3549ED5D-CCA6-29BD-866D-CD4F8B04F25C}" dt="2026-09-28T20:28:30.635" v="303" actId="20577"/>
          <ac:spMkLst>
            <pc:docMk/>
            <pc:sldMk cId="850950735" sldId="301"/>
            <ac:spMk id="24" creationId="{4FAEFE30-8D9B-8EA1-5B9F-0847971348E2}"/>
          </ac:spMkLst>
        </pc:spChg>
      </pc:sldChg>
      <pc:sldChg chg="addSp modSp">
        <pc:chgData name="Grace Kallberg" userId="S::grka3921@colorado.edu::2ffee2a2-50a6-4774-b344-04f1f7e85363" providerId="AD" clId="Web-{3549ED5D-CCA6-29BD-866D-CD4F8B04F25C}" dt="2026-09-28T20:23:06.213" v="278" actId="1076"/>
        <pc:sldMkLst>
          <pc:docMk/>
          <pc:sldMk cId="3418061927" sldId="302"/>
        </pc:sldMkLst>
        <pc:spChg chg="add mod">
          <ac:chgData name="Grace Kallberg" userId="S::grka3921@colorado.edu::2ffee2a2-50a6-4774-b344-04f1f7e85363" providerId="AD" clId="Web-{3549ED5D-CCA6-29BD-866D-CD4F8B04F25C}" dt="2026-09-28T20:23:04.588" v="277" actId="1076"/>
          <ac:spMkLst>
            <pc:docMk/>
            <pc:sldMk cId="3418061927" sldId="302"/>
            <ac:spMk id="7" creationId="{E1192AC1-1951-3E44-748E-7031C17F4B45}"/>
          </ac:spMkLst>
        </pc:spChg>
        <pc:spChg chg="add mod">
          <ac:chgData name="Grace Kallberg" userId="S::grka3921@colorado.edu::2ffee2a2-50a6-4774-b344-04f1f7e85363" providerId="AD" clId="Web-{3549ED5D-CCA6-29BD-866D-CD4F8B04F25C}" dt="2026-09-28T20:22:58.166" v="275" actId="1076"/>
          <ac:spMkLst>
            <pc:docMk/>
            <pc:sldMk cId="3418061927" sldId="302"/>
            <ac:spMk id="8" creationId="{0172DBF1-9C53-4C9C-2DED-982208940AD6}"/>
          </ac:spMkLst>
        </pc:spChg>
        <pc:spChg chg="mod">
          <ac:chgData name="Grace Kallberg" userId="S::grka3921@colorado.edu::2ffee2a2-50a6-4774-b344-04f1f7e85363" providerId="AD" clId="Web-{3549ED5D-CCA6-29BD-866D-CD4F8B04F25C}" dt="2026-09-28T20:18:32.259" v="219" actId="20577"/>
          <ac:spMkLst>
            <pc:docMk/>
            <pc:sldMk cId="3418061927" sldId="302"/>
            <ac:spMk id="10" creationId="{BF199279-8477-FBAC-657D-441AA185BDB7}"/>
          </ac:spMkLst>
        </pc:spChg>
        <pc:spChg chg="add mod">
          <ac:chgData name="Grace Kallberg" userId="S::grka3921@colorado.edu::2ffee2a2-50a6-4774-b344-04f1f7e85363" providerId="AD" clId="Web-{3549ED5D-CCA6-29BD-866D-CD4F8B04F25C}" dt="2026-09-28T20:22:24.932" v="266" actId="1076"/>
          <ac:spMkLst>
            <pc:docMk/>
            <pc:sldMk cId="3418061927" sldId="302"/>
            <ac:spMk id="16" creationId="{6196653E-06ED-70EF-9260-7357F20A7A45}"/>
          </ac:spMkLst>
        </pc:spChg>
        <pc:picChg chg="mod">
          <ac:chgData name="Grace Kallberg" userId="S::grka3921@colorado.edu::2ffee2a2-50a6-4774-b344-04f1f7e85363" providerId="AD" clId="Web-{3549ED5D-CCA6-29BD-866D-CD4F8B04F25C}" dt="2026-09-28T20:23:06.213" v="278" actId="1076"/>
          <ac:picMkLst>
            <pc:docMk/>
            <pc:sldMk cId="3418061927" sldId="302"/>
            <ac:picMk id="9" creationId="{D7695EBC-DB9D-CA79-5CCC-254B90E13577}"/>
          </ac:picMkLst>
        </pc:picChg>
        <pc:picChg chg="mod">
          <ac:chgData name="Grace Kallberg" userId="S::grka3921@colorado.edu::2ffee2a2-50a6-4774-b344-04f1f7e85363" providerId="AD" clId="Web-{3549ED5D-CCA6-29BD-866D-CD4F8B04F25C}" dt="2026-09-28T20:23:00.369" v="276" actId="1076"/>
          <ac:picMkLst>
            <pc:docMk/>
            <pc:sldMk cId="3418061927" sldId="302"/>
            <ac:picMk id="13" creationId="{DA5B9032-7FA3-7CB7-0DE9-92E4840E0A22}"/>
          </ac:picMkLst>
        </pc:picChg>
        <pc:picChg chg="add mod">
          <ac:chgData name="Grace Kallberg" userId="S::grka3921@colorado.edu::2ffee2a2-50a6-4774-b344-04f1f7e85363" providerId="AD" clId="Web-{3549ED5D-CCA6-29BD-866D-CD4F8B04F25C}" dt="2026-09-28T20:22:19.182" v="265" actId="14100"/>
          <ac:picMkLst>
            <pc:docMk/>
            <pc:sldMk cId="3418061927" sldId="302"/>
            <ac:picMk id="15" creationId="{F90A61AF-2E3B-56B8-48AD-2C0D1D45A843}"/>
          </ac:picMkLst>
        </pc:picChg>
      </pc:sldChg>
      <pc:sldChg chg="modSp modNotes">
        <pc:chgData name="Grace Kallberg" userId="S::grka3921@colorado.edu::2ffee2a2-50a6-4774-b344-04f1f7e85363" providerId="AD" clId="Web-{3549ED5D-CCA6-29BD-866D-CD4F8B04F25C}" dt="2026-09-29T03:28:51.982" v="2528"/>
        <pc:sldMkLst>
          <pc:docMk/>
          <pc:sldMk cId="980221421" sldId="304"/>
        </pc:sldMkLst>
        <pc:spChg chg="mod">
          <ac:chgData name="Grace Kallberg" userId="S::grka3921@colorado.edu::2ffee2a2-50a6-4774-b344-04f1f7e85363" providerId="AD" clId="Web-{3549ED5D-CCA6-29BD-866D-CD4F8B04F25C}" dt="2026-09-28T20:07:10.925" v="164" actId="20577"/>
          <ac:spMkLst>
            <pc:docMk/>
            <pc:sldMk cId="980221421" sldId="304"/>
            <ac:spMk id="10" creationId="{227AAE6B-AA79-81BA-B0BB-97B02B43FB52}"/>
          </ac:spMkLst>
        </pc:spChg>
        <pc:spChg chg="mod">
          <ac:chgData name="Grace Kallberg" userId="S::grka3921@colorado.edu::2ffee2a2-50a6-4774-b344-04f1f7e85363" providerId="AD" clId="Web-{3549ED5D-CCA6-29BD-866D-CD4F8B04F25C}" dt="2026-09-29T03:21:52.359" v="2268" actId="20577"/>
          <ac:spMkLst>
            <pc:docMk/>
            <pc:sldMk cId="980221421" sldId="304"/>
            <ac:spMk id="12" creationId="{00CD2888-967B-FBE9-1AC3-26C82906AE1F}"/>
          </ac:spMkLst>
        </pc:spChg>
      </pc:sldChg>
      <pc:sldChg chg="del">
        <pc:chgData name="Grace Kallberg" userId="S::grka3921@colorado.edu::2ffee2a2-50a6-4774-b344-04f1f7e85363" providerId="AD" clId="Web-{3549ED5D-CCA6-29BD-866D-CD4F8B04F25C}" dt="2026-09-28T23:31:45.144" v="1630"/>
        <pc:sldMkLst>
          <pc:docMk/>
          <pc:sldMk cId="2048655281" sldId="305"/>
        </pc:sldMkLst>
      </pc:sldChg>
      <pc:sldChg chg="modSp">
        <pc:chgData name="Grace Kallberg" userId="S::grka3921@colorado.edu::2ffee2a2-50a6-4774-b344-04f1f7e85363" providerId="AD" clId="Web-{3549ED5D-CCA6-29BD-866D-CD4F8B04F25C}" dt="2026-09-28T20:28:22.354" v="302" actId="20577"/>
        <pc:sldMkLst>
          <pc:docMk/>
          <pc:sldMk cId="3819122704" sldId="306"/>
        </pc:sldMkLst>
        <pc:spChg chg="mod">
          <ac:chgData name="Grace Kallberg" userId="S::grka3921@colorado.edu::2ffee2a2-50a6-4774-b344-04f1f7e85363" providerId="AD" clId="Web-{3549ED5D-CCA6-29BD-866D-CD4F8B04F25C}" dt="2026-09-28T20:28:22.354" v="302" actId="20577"/>
          <ac:spMkLst>
            <pc:docMk/>
            <pc:sldMk cId="3819122704" sldId="306"/>
            <ac:spMk id="24" creationId="{1FF09FFA-4672-0D68-A321-B4F40FE46B4C}"/>
          </ac:spMkLst>
        </pc:spChg>
      </pc:sldChg>
      <pc:sldChg chg="modSp">
        <pc:chgData name="Grace Kallberg" userId="S::grka3921@colorado.edu::2ffee2a2-50a6-4774-b344-04f1f7e85363" providerId="AD" clId="Web-{3549ED5D-CCA6-29BD-866D-CD4F8B04F25C}" dt="2026-09-28T19:56:48.990" v="137"/>
        <pc:sldMkLst>
          <pc:docMk/>
          <pc:sldMk cId="540746266" sldId="309"/>
        </pc:sldMkLst>
        <pc:graphicFrameChg chg="mod modGraphic">
          <ac:chgData name="Grace Kallberg" userId="S::grka3921@colorado.edu::2ffee2a2-50a6-4774-b344-04f1f7e85363" providerId="AD" clId="Web-{3549ED5D-CCA6-29BD-866D-CD4F8B04F25C}" dt="2026-09-28T19:56:48.990" v="137"/>
          <ac:graphicFrameMkLst>
            <pc:docMk/>
            <pc:sldMk cId="540746266" sldId="309"/>
            <ac:graphicFrameMk id="7" creationId="{E23CF280-2356-1FF0-3B17-D96659358B0B}"/>
          </ac:graphicFrameMkLst>
        </pc:graphicFrameChg>
      </pc:sldChg>
      <pc:sldChg chg="modSp">
        <pc:chgData name="Grace Kallberg" userId="S::grka3921@colorado.edu::2ffee2a2-50a6-4774-b344-04f1f7e85363" providerId="AD" clId="Web-{3549ED5D-CCA6-29BD-866D-CD4F8B04F25C}" dt="2026-09-28T20:12:06.362" v="176"/>
        <pc:sldMkLst>
          <pc:docMk/>
          <pc:sldMk cId="2929727347" sldId="354"/>
        </pc:sldMkLst>
        <pc:graphicFrameChg chg="mod modGraphic">
          <ac:chgData name="Grace Kallberg" userId="S::grka3921@colorado.edu::2ffee2a2-50a6-4774-b344-04f1f7e85363" providerId="AD" clId="Web-{3549ED5D-CCA6-29BD-866D-CD4F8B04F25C}" dt="2026-09-28T20:12:06.362" v="176"/>
          <ac:graphicFrameMkLst>
            <pc:docMk/>
            <pc:sldMk cId="2929727347" sldId="354"/>
            <ac:graphicFrameMk id="9" creationId="{A36185F4-4F34-9438-5D52-7AC124FA1CD9}"/>
          </ac:graphicFrameMkLst>
        </pc:graphicFrameChg>
      </pc:sldChg>
      <pc:sldChg chg="modSp">
        <pc:chgData name="Grace Kallberg" userId="S::grka3921@colorado.edu::2ffee2a2-50a6-4774-b344-04f1f7e85363" providerId="AD" clId="Web-{3549ED5D-CCA6-29BD-866D-CD4F8B04F25C}" dt="2026-09-28T20:27:52.495" v="298" actId="1076"/>
        <pc:sldMkLst>
          <pc:docMk/>
          <pc:sldMk cId="2064059125" sldId="355"/>
        </pc:sldMkLst>
        <pc:spChg chg="mod">
          <ac:chgData name="Grace Kallberg" userId="S::grka3921@colorado.edu::2ffee2a2-50a6-4774-b344-04f1f7e85363" providerId="AD" clId="Web-{3549ED5D-CCA6-29BD-866D-CD4F8B04F25C}" dt="2026-09-28T20:27:52.495" v="298" actId="1076"/>
          <ac:spMkLst>
            <pc:docMk/>
            <pc:sldMk cId="2064059125" sldId="355"/>
            <ac:spMk id="7" creationId="{D5BDF764-A389-C3D5-C9D2-779F71367AE6}"/>
          </ac:spMkLst>
        </pc:spChg>
        <pc:graphicFrameChg chg="modGraphic">
          <ac:chgData name="Grace Kallberg" userId="S::grka3921@colorado.edu::2ffee2a2-50a6-4774-b344-04f1f7e85363" providerId="AD" clId="Web-{3549ED5D-CCA6-29BD-866D-CD4F8B04F25C}" dt="2026-09-28T20:27:48.557" v="297"/>
          <ac:graphicFrameMkLst>
            <pc:docMk/>
            <pc:sldMk cId="2064059125" sldId="355"/>
            <ac:graphicFrameMk id="9" creationId="{B3C17548-D674-A613-6A6D-4ACC1A9F24BF}"/>
          </ac:graphicFrameMkLst>
        </pc:graphicFrameChg>
      </pc:sldChg>
      <pc:sldChg chg="addSp delSp modSp">
        <pc:chgData name="Grace Kallberg" userId="S::grka3921@colorado.edu::2ffee2a2-50a6-4774-b344-04f1f7e85363" providerId="AD" clId="Web-{3549ED5D-CCA6-29BD-866D-CD4F8B04F25C}" dt="2026-09-28T20:28:10.463" v="300"/>
        <pc:sldMkLst>
          <pc:docMk/>
          <pc:sldMk cId="2305334155" sldId="416"/>
        </pc:sldMkLst>
        <pc:spChg chg="add mod">
          <ac:chgData name="Grace Kallberg" userId="S::grka3921@colorado.edu::2ffee2a2-50a6-4774-b344-04f1f7e85363" providerId="AD" clId="Web-{3549ED5D-CCA6-29BD-866D-CD4F8B04F25C}" dt="2026-09-28T20:28:10.463" v="300"/>
          <ac:spMkLst>
            <pc:docMk/>
            <pc:sldMk cId="2305334155" sldId="416"/>
            <ac:spMk id="9" creationId="{5DEC63ED-97A6-D0C2-2B11-0B4FF6535305}"/>
          </ac:spMkLst>
        </pc:spChg>
        <pc:spChg chg="del">
          <ac:chgData name="Grace Kallberg" userId="S::grka3921@colorado.edu::2ffee2a2-50a6-4774-b344-04f1f7e85363" providerId="AD" clId="Web-{3549ED5D-CCA6-29BD-866D-CD4F8B04F25C}" dt="2026-09-28T20:28:09.292" v="299"/>
          <ac:spMkLst>
            <pc:docMk/>
            <pc:sldMk cId="2305334155" sldId="416"/>
            <ac:spMk id="13" creationId="{6D4CD877-D233-9417-3605-8A76C41350BA}"/>
          </ac:spMkLst>
        </pc:spChg>
      </pc:sldChg>
      <pc:sldChg chg="modSp add del modNotes">
        <pc:chgData name="Grace Kallberg" userId="S::grka3921@colorado.edu::2ffee2a2-50a6-4774-b344-04f1f7e85363" providerId="AD" clId="Web-{3549ED5D-CCA6-29BD-866D-CD4F8B04F25C}" dt="2026-09-28T21:23:16.462" v="860"/>
        <pc:sldMkLst>
          <pc:docMk/>
          <pc:sldMk cId="1182251348" sldId="417"/>
        </pc:sldMkLst>
        <pc:picChg chg="mod">
          <ac:chgData name="Grace Kallberg" userId="S::grka3921@colorado.edu::2ffee2a2-50a6-4774-b344-04f1f7e85363" providerId="AD" clId="Web-{3549ED5D-CCA6-29BD-866D-CD4F8B04F25C}" dt="2026-09-28T21:22:37.196" v="840" actId="14100"/>
          <ac:picMkLst>
            <pc:docMk/>
            <pc:sldMk cId="1182251348" sldId="417"/>
            <ac:picMk id="14" creationId="{346CCECD-3BB2-0F93-5EB2-26A5AB63BB8D}"/>
          </ac:picMkLst>
        </pc:picChg>
      </pc:sldChg>
      <pc:sldChg chg="modSp">
        <pc:chgData name="Grace Kallberg" userId="S::grka3921@colorado.edu::2ffee2a2-50a6-4774-b344-04f1f7e85363" providerId="AD" clId="Web-{3549ED5D-CCA6-29BD-866D-CD4F8B04F25C}" dt="2026-09-28T20:11:32.143" v="166"/>
        <pc:sldMkLst>
          <pc:docMk/>
          <pc:sldMk cId="3854651978" sldId="418"/>
        </pc:sldMkLst>
        <pc:graphicFrameChg chg="mod modGraphic">
          <ac:chgData name="Grace Kallberg" userId="S::grka3921@colorado.edu::2ffee2a2-50a6-4774-b344-04f1f7e85363" providerId="AD" clId="Web-{3549ED5D-CCA6-29BD-866D-CD4F8B04F25C}" dt="2026-09-28T20:11:32.143" v="166"/>
          <ac:graphicFrameMkLst>
            <pc:docMk/>
            <pc:sldMk cId="3854651978" sldId="418"/>
            <ac:graphicFrameMk id="7" creationId="{68FB5885-4030-EC8A-2B26-702217160D6E}"/>
          </ac:graphicFrameMkLst>
        </pc:graphicFrameChg>
      </pc:sldChg>
      <pc:sldChg chg="addSp modSp">
        <pc:chgData name="Grace Kallberg" userId="S::grka3921@colorado.edu::2ffee2a2-50a6-4774-b344-04f1f7e85363" providerId="AD" clId="Web-{3549ED5D-CCA6-29BD-866D-CD4F8B04F25C}" dt="2026-09-28T20:25:00.198" v="286" actId="1076"/>
        <pc:sldMkLst>
          <pc:docMk/>
          <pc:sldMk cId="4004457677" sldId="419"/>
        </pc:sldMkLst>
        <pc:spChg chg="add mod">
          <ac:chgData name="Grace Kallberg" userId="S::grka3921@colorado.edu::2ffee2a2-50a6-4774-b344-04f1f7e85363" providerId="AD" clId="Web-{3549ED5D-CCA6-29BD-866D-CD4F8B04F25C}" dt="2026-09-28T20:25:00.198" v="286" actId="1076"/>
          <ac:spMkLst>
            <pc:docMk/>
            <pc:sldMk cId="4004457677" sldId="419"/>
            <ac:spMk id="20" creationId="{78E42BA9-F321-9C30-25AD-D678B7261C33}"/>
          </ac:spMkLst>
        </pc:spChg>
      </pc:sldChg>
      <pc:sldChg chg="modSp">
        <pc:chgData name="Grace Kallberg" userId="S::grka3921@colorado.edu::2ffee2a2-50a6-4774-b344-04f1f7e85363" providerId="AD" clId="Web-{3549ED5D-CCA6-29BD-866D-CD4F8B04F25C}" dt="2026-09-28T20:25:18.729" v="287" actId="20577"/>
        <pc:sldMkLst>
          <pc:docMk/>
          <pc:sldMk cId="844781562" sldId="432"/>
        </pc:sldMkLst>
        <pc:spChg chg="mod">
          <ac:chgData name="Grace Kallberg" userId="S::grka3921@colorado.edu::2ffee2a2-50a6-4774-b344-04f1f7e85363" providerId="AD" clId="Web-{3549ED5D-CCA6-29BD-866D-CD4F8B04F25C}" dt="2026-09-28T20:25:18.729" v="287" actId="20577"/>
          <ac:spMkLst>
            <pc:docMk/>
            <pc:sldMk cId="844781562" sldId="432"/>
            <ac:spMk id="19" creationId="{650865CC-52B2-5957-ED45-36E90AD9B417}"/>
          </ac:spMkLst>
        </pc:spChg>
      </pc:sldChg>
      <pc:sldChg chg="delSp">
        <pc:chgData name="Grace Kallberg" userId="S::grka3921@colorado.edu::2ffee2a2-50a6-4774-b344-04f1f7e85363" providerId="AD" clId="Web-{3549ED5D-CCA6-29BD-866D-CD4F8B04F25C}" dt="2026-09-28T20:25:28.416" v="288"/>
        <pc:sldMkLst>
          <pc:docMk/>
          <pc:sldMk cId="3072072699" sldId="433"/>
        </pc:sldMkLst>
        <pc:spChg chg="del">
          <ac:chgData name="Grace Kallberg" userId="S::grka3921@colorado.edu::2ffee2a2-50a6-4774-b344-04f1f7e85363" providerId="AD" clId="Web-{3549ED5D-CCA6-29BD-866D-CD4F8B04F25C}" dt="2026-09-28T20:25:28.416" v="288"/>
          <ac:spMkLst>
            <pc:docMk/>
            <pc:sldMk cId="3072072699" sldId="433"/>
            <ac:spMk id="13" creationId="{00000000-0000-0000-0000-000000000000}"/>
          </ac:spMkLst>
        </pc:spChg>
      </pc:sldChg>
      <pc:sldChg chg="modSp">
        <pc:chgData name="Grace Kallberg" userId="S::grka3921@colorado.edu::2ffee2a2-50a6-4774-b344-04f1f7e85363" providerId="AD" clId="Web-{3549ED5D-CCA6-29BD-866D-CD4F8B04F25C}" dt="2026-09-28T20:25:39.651" v="289" actId="20577"/>
        <pc:sldMkLst>
          <pc:docMk/>
          <pc:sldMk cId="1394064813" sldId="442"/>
        </pc:sldMkLst>
        <pc:spChg chg="mod">
          <ac:chgData name="Grace Kallberg" userId="S::grka3921@colorado.edu::2ffee2a2-50a6-4774-b344-04f1f7e85363" providerId="AD" clId="Web-{3549ED5D-CCA6-29BD-866D-CD4F8B04F25C}" dt="2026-09-28T20:25:39.651" v="289" actId="20577"/>
          <ac:spMkLst>
            <pc:docMk/>
            <pc:sldMk cId="1394064813" sldId="442"/>
            <ac:spMk id="25" creationId="{352372E3-5F2B-DACF-372A-813902449883}"/>
          </ac:spMkLst>
        </pc:spChg>
      </pc:sldChg>
      <pc:sldChg chg="modSp">
        <pc:chgData name="Grace Kallberg" userId="S::grka3921@colorado.edu::2ffee2a2-50a6-4774-b344-04f1f7e85363" providerId="AD" clId="Web-{3549ED5D-CCA6-29BD-866D-CD4F8B04F25C}" dt="2026-09-28T20:26:01.229" v="291" actId="20577"/>
        <pc:sldMkLst>
          <pc:docMk/>
          <pc:sldMk cId="205480056" sldId="445"/>
        </pc:sldMkLst>
        <pc:spChg chg="mod">
          <ac:chgData name="Grace Kallberg" userId="S::grka3921@colorado.edu::2ffee2a2-50a6-4774-b344-04f1f7e85363" providerId="AD" clId="Web-{3549ED5D-CCA6-29BD-866D-CD4F8B04F25C}" dt="2026-09-28T20:26:01.229" v="291" actId="20577"/>
          <ac:spMkLst>
            <pc:docMk/>
            <pc:sldMk cId="205480056" sldId="445"/>
            <ac:spMk id="25" creationId="{C08A9873-6C9B-69B4-4614-0114DF3CD22B}"/>
          </ac:spMkLst>
        </pc:spChg>
      </pc:sldChg>
      <pc:sldChg chg="modSp">
        <pc:chgData name="Grace Kallberg" userId="S::grka3921@colorado.edu::2ffee2a2-50a6-4774-b344-04f1f7e85363" providerId="AD" clId="Web-{3549ED5D-CCA6-29BD-866D-CD4F8B04F25C}" dt="2026-09-28T20:26:29.666" v="292" actId="1076"/>
        <pc:sldMkLst>
          <pc:docMk/>
          <pc:sldMk cId="2845223326" sldId="452"/>
        </pc:sldMkLst>
        <pc:spChg chg="mod">
          <ac:chgData name="Grace Kallberg" userId="S::grka3921@colorado.edu::2ffee2a2-50a6-4774-b344-04f1f7e85363" providerId="AD" clId="Web-{3549ED5D-CCA6-29BD-866D-CD4F8B04F25C}" dt="2026-09-28T20:26:29.666" v="292" actId="1076"/>
          <ac:spMkLst>
            <pc:docMk/>
            <pc:sldMk cId="2845223326" sldId="452"/>
            <ac:spMk id="15" creationId="{0C3C5D09-5233-DAED-B78F-ECD7B10E4DE9}"/>
          </ac:spMkLst>
        </pc:spChg>
      </pc:sldChg>
      <pc:sldChg chg="modSp">
        <pc:chgData name="Grace Kallberg" userId="S::grka3921@colorado.edu::2ffee2a2-50a6-4774-b344-04f1f7e85363" providerId="AD" clId="Web-{3549ED5D-CCA6-29BD-866D-CD4F8B04F25C}" dt="2026-09-28T20:26:47.854" v="293" actId="20577"/>
        <pc:sldMkLst>
          <pc:docMk/>
          <pc:sldMk cId="1152784883" sldId="454"/>
        </pc:sldMkLst>
        <pc:spChg chg="mod">
          <ac:chgData name="Grace Kallberg" userId="S::grka3921@colorado.edu::2ffee2a2-50a6-4774-b344-04f1f7e85363" providerId="AD" clId="Web-{3549ED5D-CCA6-29BD-866D-CD4F8B04F25C}" dt="2026-09-28T20:26:47.854" v="293" actId="20577"/>
          <ac:spMkLst>
            <pc:docMk/>
            <pc:sldMk cId="1152784883" sldId="454"/>
            <ac:spMk id="25" creationId="{FB1523BE-874C-79CD-CF00-B029A41C69BF}"/>
          </ac:spMkLst>
        </pc:spChg>
      </pc:sldChg>
      <pc:sldChg chg="modSp">
        <pc:chgData name="Grace Kallberg" userId="S::grka3921@colorado.edu::2ffee2a2-50a6-4774-b344-04f1f7e85363" providerId="AD" clId="Web-{3549ED5D-CCA6-29BD-866D-CD4F8B04F25C}" dt="2026-09-28T20:27:10.510" v="294" actId="20577"/>
        <pc:sldMkLst>
          <pc:docMk/>
          <pc:sldMk cId="655926870" sldId="459"/>
        </pc:sldMkLst>
        <pc:spChg chg="mod">
          <ac:chgData name="Grace Kallberg" userId="S::grka3921@colorado.edu::2ffee2a2-50a6-4774-b344-04f1f7e85363" providerId="AD" clId="Web-{3549ED5D-CCA6-29BD-866D-CD4F8B04F25C}" dt="2026-09-28T20:27:10.510" v="294" actId="20577"/>
          <ac:spMkLst>
            <pc:docMk/>
            <pc:sldMk cId="655926870" sldId="459"/>
            <ac:spMk id="25" creationId="{0CC72460-ACD2-AB89-6287-9B21436AD8F4}"/>
          </ac:spMkLst>
        </pc:spChg>
      </pc:sldChg>
      <pc:sldChg chg="modSp">
        <pc:chgData name="Grace Kallberg" userId="S::grka3921@colorado.edu::2ffee2a2-50a6-4774-b344-04f1f7e85363" providerId="AD" clId="Web-{3549ED5D-CCA6-29BD-866D-CD4F8B04F25C}" dt="2026-09-28T20:25:55.198" v="290" actId="20577"/>
        <pc:sldMkLst>
          <pc:docMk/>
          <pc:sldMk cId="196807953" sldId="463"/>
        </pc:sldMkLst>
        <pc:spChg chg="mod">
          <ac:chgData name="Grace Kallberg" userId="S::grka3921@colorado.edu::2ffee2a2-50a6-4774-b344-04f1f7e85363" providerId="AD" clId="Web-{3549ED5D-CCA6-29BD-866D-CD4F8B04F25C}" dt="2026-09-28T20:25:55.198" v="290" actId="20577"/>
          <ac:spMkLst>
            <pc:docMk/>
            <pc:sldMk cId="196807953" sldId="463"/>
            <ac:spMk id="25" creationId="{EDF1D163-0BC0-460A-FF91-0CE4DA060D9E}"/>
          </ac:spMkLst>
        </pc:spChg>
      </pc:sldChg>
      <pc:sldChg chg="modSp modNotes">
        <pc:chgData name="Grace Kallberg" userId="S::grka3921@colorado.edu::2ffee2a2-50a6-4774-b344-04f1f7e85363" providerId="AD" clId="Web-{3549ED5D-CCA6-29BD-866D-CD4F8B04F25C}" dt="2026-09-28T20:41:53.653" v="588"/>
        <pc:sldMkLst>
          <pc:docMk/>
          <pc:sldMk cId="1883807917" sldId="464"/>
        </pc:sldMkLst>
        <pc:picChg chg="mod">
          <ac:chgData name="Grace Kallberg" userId="S::grka3921@colorado.edu::2ffee2a2-50a6-4774-b344-04f1f7e85363" providerId="AD" clId="Web-{3549ED5D-CCA6-29BD-866D-CD4F8B04F25C}" dt="2026-09-28T20:36:47.262" v="512"/>
          <ac:picMkLst>
            <pc:docMk/>
            <pc:sldMk cId="1883807917" sldId="464"/>
            <ac:picMk id="11" creationId="{6A1ED78B-169D-E04F-4D6F-21F0EAFD9703}"/>
          </ac:picMkLst>
        </pc:picChg>
      </pc:sldChg>
      <pc:sldChg chg="addSp modSp">
        <pc:chgData name="Grace Kallberg" userId="S::grka3921@colorado.edu::2ffee2a2-50a6-4774-b344-04f1f7e85363" providerId="AD" clId="Web-{3549ED5D-CCA6-29BD-866D-CD4F8B04F25C}" dt="2026-09-28T20:28:39.276" v="304"/>
        <pc:sldMkLst>
          <pc:docMk/>
          <pc:sldMk cId="1499822844" sldId="467"/>
        </pc:sldMkLst>
        <pc:spChg chg="add mod">
          <ac:chgData name="Grace Kallberg" userId="S::grka3921@colorado.edu::2ffee2a2-50a6-4774-b344-04f1f7e85363" providerId="AD" clId="Web-{3549ED5D-CCA6-29BD-866D-CD4F8B04F25C}" dt="2026-09-28T20:28:39.276" v="304"/>
          <ac:spMkLst>
            <pc:docMk/>
            <pc:sldMk cId="1499822844" sldId="467"/>
            <ac:spMk id="21" creationId="{3F0F0E29-0FAB-3B12-9489-243FACCF44B9}"/>
          </ac:spMkLst>
        </pc:spChg>
      </pc:sldChg>
      <pc:sldChg chg="addSp delSp modSp">
        <pc:chgData name="Grace Kallberg" userId="S::grka3921@colorado.edu::2ffee2a2-50a6-4774-b344-04f1f7e85363" providerId="AD" clId="Web-{3549ED5D-CCA6-29BD-866D-CD4F8B04F25C}" dt="2026-09-28T20:29:30.604" v="312"/>
        <pc:sldMkLst>
          <pc:docMk/>
          <pc:sldMk cId="1104384576" sldId="468"/>
        </pc:sldMkLst>
        <pc:spChg chg="add del mod">
          <ac:chgData name="Grace Kallberg" userId="S::grka3921@colorado.edu::2ffee2a2-50a6-4774-b344-04f1f7e85363" providerId="AD" clId="Web-{3549ED5D-CCA6-29BD-866D-CD4F8B04F25C}" dt="2026-09-28T20:29:30.604" v="312"/>
          <ac:spMkLst>
            <pc:docMk/>
            <pc:sldMk cId="1104384576" sldId="468"/>
            <ac:spMk id="8" creationId="{E62503C7-8E4A-91FA-BCAB-6D7CA28E414F}"/>
          </ac:spMkLst>
        </pc:spChg>
      </pc:sldChg>
      <pc:sldChg chg="addSp delSp modSp">
        <pc:chgData name="Grace Kallberg" userId="S::grka3921@colorado.edu::2ffee2a2-50a6-4774-b344-04f1f7e85363" providerId="AD" clId="Web-{3549ED5D-CCA6-29BD-866D-CD4F8B04F25C}" dt="2026-09-28T20:29:24.229" v="310"/>
        <pc:sldMkLst>
          <pc:docMk/>
          <pc:sldMk cId="3348774661" sldId="470"/>
        </pc:sldMkLst>
        <pc:spChg chg="add del mod">
          <ac:chgData name="Grace Kallberg" userId="S::grka3921@colorado.edu::2ffee2a2-50a6-4774-b344-04f1f7e85363" providerId="AD" clId="Web-{3549ED5D-CCA6-29BD-866D-CD4F8B04F25C}" dt="2026-09-28T20:29:24.229" v="310"/>
          <ac:spMkLst>
            <pc:docMk/>
            <pc:sldMk cId="3348774661" sldId="470"/>
            <ac:spMk id="10" creationId="{97D01C88-C870-D3B9-5405-7030D2CCC56F}"/>
          </ac:spMkLst>
        </pc:spChg>
      </pc:sldChg>
      <pc:sldChg chg="addSp modSp">
        <pc:chgData name="Grace Kallberg" userId="S::grka3921@colorado.edu::2ffee2a2-50a6-4774-b344-04f1f7e85363" providerId="AD" clId="Web-{3549ED5D-CCA6-29BD-866D-CD4F8B04F25C}" dt="2026-09-28T20:39:16.216" v="534" actId="1076"/>
        <pc:sldMkLst>
          <pc:docMk/>
          <pc:sldMk cId="1260315283" sldId="476"/>
        </pc:sldMkLst>
        <pc:spChg chg="add mod">
          <ac:chgData name="Grace Kallberg" userId="S::grka3921@colorado.edu::2ffee2a2-50a6-4774-b344-04f1f7e85363" providerId="AD" clId="Web-{3549ED5D-CCA6-29BD-866D-CD4F8B04F25C}" dt="2026-09-28T20:39:16.216" v="534" actId="1076"/>
          <ac:spMkLst>
            <pc:docMk/>
            <pc:sldMk cId="1260315283" sldId="476"/>
            <ac:spMk id="2" creationId="{439A176C-51A9-AD7E-B1D7-79D876E8BED4}"/>
          </ac:spMkLst>
        </pc:spChg>
      </pc:sldChg>
      <pc:sldChg chg="modSp add replId modNotes">
        <pc:chgData name="Grace Kallberg" userId="S::grka3921@colorado.edu::2ffee2a2-50a6-4774-b344-04f1f7e85363" providerId="AD" clId="Web-{3549ED5D-CCA6-29BD-866D-CD4F8B04F25C}" dt="2026-09-29T03:07:51.928" v="2138"/>
        <pc:sldMkLst>
          <pc:docMk/>
          <pc:sldMk cId="2675637331" sldId="478"/>
        </pc:sldMkLst>
        <pc:graphicFrameChg chg="mod modGraphic">
          <ac:chgData name="Grace Kallberg" userId="S::grka3921@colorado.edu::2ffee2a2-50a6-4774-b344-04f1f7e85363" providerId="AD" clId="Web-{3549ED5D-CCA6-29BD-866D-CD4F8B04F25C}" dt="2026-09-28T23:31:20.300" v="1629"/>
          <ac:graphicFrameMkLst>
            <pc:docMk/>
            <pc:sldMk cId="2675637331" sldId="478"/>
            <ac:graphicFrameMk id="8" creationId="{DE72C24D-FD1B-C311-0649-8FACAD8D6709}"/>
          </ac:graphicFrameMkLst>
        </pc:graphicFrameChg>
      </pc:sldChg>
    </pc:docChg>
  </pc:docChgLst>
  <pc:docChgLst>
    <pc:chgData name="Jeremy Kanter" userId="S::jeka6360@colorado.edu::18f16f3d-69c8-42ec-962a-a7642d847000" providerId="AD" clId="Web-{FF8EC0DE-0A14-7945-1BDF-64D19B6D77AE}"/>
    <pc:docChg chg="modSld sldOrd">
      <pc:chgData name="Jeremy Kanter" userId="S::jeka6360@colorado.edu::18f16f3d-69c8-42ec-962a-a7642d847000" providerId="AD" clId="Web-{FF8EC0DE-0A14-7945-1BDF-64D19B6D77AE}" dt="2026-09-28T04:01:26.785" v="271"/>
      <pc:docMkLst>
        <pc:docMk/>
      </pc:docMkLst>
      <pc:sldChg chg="addSp delSp modSp">
        <pc:chgData name="Jeremy Kanter" userId="S::jeka6360@colorado.edu::18f16f3d-69c8-42ec-962a-a7642d847000" providerId="AD" clId="Web-{FF8EC0DE-0A14-7945-1BDF-64D19B6D77AE}" dt="2026-09-28T03:18:57.246" v="137" actId="20577"/>
        <pc:sldMkLst>
          <pc:docMk/>
          <pc:sldMk cId="4012133498" sldId="420"/>
        </pc:sldMkLst>
        <pc:spChg chg="add del mod">
          <ac:chgData name="Jeremy Kanter" userId="S::jeka6360@colorado.edu::18f16f3d-69c8-42ec-962a-a7642d847000" providerId="AD" clId="Web-{FF8EC0DE-0A14-7945-1BDF-64D19B6D77AE}" dt="2026-09-28T03:16:03.214" v="25"/>
          <ac:spMkLst>
            <pc:docMk/>
            <pc:sldMk cId="4012133498" sldId="420"/>
            <ac:spMk id="7" creationId="{00000000-0000-0000-0000-000000000000}"/>
          </ac:spMkLst>
        </pc:spChg>
        <pc:spChg chg="add mod">
          <ac:chgData name="Jeremy Kanter" userId="S::jeka6360@colorado.edu::18f16f3d-69c8-42ec-962a-a7642d847000" providerId="AD" clId="Web-{FF8EC0DE-0A14-7945-1BDF-64D19B6D77AE}" dt="2026-09-28T03:18:57.246" v="137" actId="20577"/>
          <ac:spMkLst>
            <pc:docMk/>
            <pc:sldMk cId="4012133498" sldId="420"/>
            <ac:spMk id="10" creationId="{B6EA34E6-2DFC-B51B-B4FF-58F5012A977D}"/>
          </ac:spMkLst>
        </pc:spChg>
      </pc:sldChg>
      <pc:sldChg chg="modSp">
        <pc:chgData name="Jeremy Kanter" userId="S::jeka6360@colorado.edu::18f16f3d-69c8-42ec-962a-a7642d847000" providerId="AD" clId="Web-{FF8EC0DE-0A14-7945-1BDF-64D19B6D77AE}" dt="2026-09-28T04:01:26.785" v="271"/>
        <pc:sldMkLst>
          <pc:docMk/>
          <pc:sldMk cId="2007670534" sldId="421"/>
        </pc:sldMkLst>
        <pc:graphicFrameChg chg="mod modGraphic">
          <ac:chgData name="Jeremy Kanter" userId="S::jeka6360@colorado.edu::18f16f3d-69c8-42ec-962a-a7642d847000" providerId="AD" clId="Web-{FF8EC0DE-0A14-7945-1BDF-64D19B6D77AE}" dt="2026-09-28T04:01:26.785" v="271"/>
          <ac:graphicFrameMkLst>
            <pc:docMk/>
            <pc:sldMk cId="2007670534" sldId="421"/>
            <ac:graphicFrameMk id="9" creationId="{A36185F4-4F34-9438-5D52-7AC124FA1CD9}"/>
          </ac:graphicFrameMkLst>
        </pc:graphicFrameChg>
      </pc:sldChg>
      <pc:sldChg chg="ord">
        <pc:chgData name="Jeremy Kanter" userId="S::jeka6360@colorado.edu::18f16f3d-69c8-42ec-962a-a7642d847000" providerId="AD" clId="Web-{FF8EC0DE-0A14-7945-1BDF-64D19B6D77AE}" dt="2026-09-28T03:59:34.347" v="205"/>
        <pc:sldMkLst>
          <pc:docMk/>
          <pc:sldMk cId="2154058214" sldId="422"/>
        </pc:sldMkLst>
      </pc:sldChg>
      <pc:sldChg chg="modSp">
        <pc:chgData name="Jeremy Kanter" userId="S::jeka6360@colorado.edu::18f16f3d-69c8-42ec-962a-a7642d847000" providerId="AD" clId="Web-{FF8EC0DE-0A14-7945-1BDF-64D19B6D77AE}" dt="2026-09-28T03:36:21.454" v="193" actId="20577"/>
        <pc:sldMkLst>
          <pc:docMk/>
          <pc:sldMk cId="2403006629" sldId="423"/>
        </pc:sldMkLst>
        <pc:spChg chg="mod">
          <ac:chgData name="Jeremy Kanter" userId="S::jeka6360@colorado.edu::18f16f3d-69c8-42ec-962a-a7642d847000" providerId="AD" clId="Web-{FF8EC0DE-0A14-7945-1BDF-64D19B6D77AE}" dt="2026-09-28T03:36:21.454" v="193" actId="20577"/>
          <ac:spMkLst>
            <pc:docMk/>
            <pc:sldMk cId="2403006629" sldId="423"/>
            <ac:spMk id="21" creationId="{C7219196-A752-C843-7EC0-E8323D9D2C21}"/>
          </ac:spMkLst>
        </pc:spChg>
      </pc:sldChg>
      <pc:sldChg chg="addSp modSp">
        <pc:chgData name="Jeremy Kanter" userId="S::jeka6360@colorado.edu::18f16f3d-69c8-42ec-962a-a7642d847000" providerId="AD" clId="Web-{FF8EC0DE-0A14-7945-1BDF-64D19B6D77AE}" dt="2026-09-28T03:23:54.824" v="158" actId="1076"/>
        <pc:sldMkLst>
          <pc:docMk/>
          <pc:sldMk cId="1774268030" sldId="424"/>
        </pc:sldMkLst>
        <pc:spChg chg="add mod">
          <ac:chgData name="Jeremy Kanter" userId="S::jeka6360@colorado.edu::18f16f3d-69c8-42ec-962a-a7642d847000" providerId="AD" clId="Web-{FF8EC0DE-0A14-7945-1BDF-64D19B6D77AE}" dt="2026-09-28T03:22:39.559" v="152" actId="1076"/>
          <ac:spMkLst>
            <pc:docMk/>
            <pc:sldMk cId="1774268030" sldId="424"/>
            <ac:spMk id="8" creationId="{B8FD6082-F576-6E83-3785-78DF2EDD06B1}"/>
          </ac:spMkLst>
        </pc:spChg>
        <pc:spChg chg="add mod">
          <ac:chgData name="Jeremy Kanter" userId="S::jeka6360@colorado.edu::18f16f3d-69c8-42ec-962a-a7642d847000" providerId="AD" clId="Web-{FF8EC0DE-0A14-7945-1BDF-64D19B6D77AE}" dt="2026-09-28T03:22:56.512" v="154" actId="1076"/>
          <ac:spMkLst>
            <pc:docMk/>
            <pc:sldMk cId="1774268030" sldId="424"/>
            <ac:spMk id="9" creationId="{95A40FE5-AAF2-A080-4041-5FAA7D4784AC}"/>
          </ac:spMkLst>
        </pc:spChg>
        <pc:spChg chg="mod">
          <ac:chgData name="Jeremy Kanter" userId="S::jeka6360@colorado.edu::18f16f3d-69c8-42ec-962a-a7642d847000" providerId="AD" clId="Web-{FF8EC0DE-0A14-7945-1BDF-64D19B6D77AE}" dt="2026-09-28T03:23:46.356" v="156" actId="1076"/>
          <ac:spMkLst>
            <pc:docMk/>
            <pc:sldMk cId="1774268030" sldId="424"/>
            <ac:spMk id="21" creationId="{EFBC574C-5C36-F189-EA5F-7D5F14B0C781}"/>
          </ac:spMkLst>
        </pc:spChg>
        <pc:picChg chg="mod">
          <ac:chgData name="Jeremy Kanter" userId="S::jeka6360@colorado.edu::18f16f3d-69c8-42ec-962a-a7642d847000" providerId="AD" clId="Web-{FF8EC0DE-0A14-7945-1BDF-64D19B6D77AE}" dt="2026-09-28T03:23:52.903" v="157" actId="1076"/>
          <ac:picMkLst>
            <pc:docMk/>
            <pc:sldMk cId="1774268030" sldId="424"/>
            <ac:picMk id="19" creationId="{BAD28F4B-A5A0-3765-F26B-1FFE70725DBE}"/>
          </ac:picMkLst>
        </pc:picChg>
        <pc:picChg chg="mod">
          <ac:chgData name="Jeremy Kanter" userId="S::jeka6360@colorado.edu::18f16f3d-69c8-42ec-962a-a7642d847000" providerId="AD" clId="Web-{FF8EC0DE-0A14-7945-1BDF-64D19B6D77AE}" dt="2026-09-28T03:23:54.824" v="158" actId="1076"/>
          <ac:picMkLst>
            <pc:docMk/>
            <pc:sldMk cId="1774268030" sldId="424"/>
            <ac:picMk id="20" creationId="{C98AE7FE-8A21-83FD-7F0B-F05EE35DE777}"/>
          </ac:picMkLst>
        </pc:picChg>
      </pc:sldChg>
    </pc:docChg>
  </pc:docChgLst>
  <pc:docChgLst>
    <pc:chgData name="Jack Ely" userId="S::jael8190@colorado.edu::ef1cc2f5-20f8-495e-8956-3f03c44ea3f9" providerId="AD" clId="Web-{D36F52A0-0ECC-20AF-7219-A2E41F56775F}"/>
    <pc:docChg chg="modSld">
      <pc:chgData name="Jack Ely" userId="S::jael8190@colorado.edu::ef1cc2f5-20f8-495e-8956-3f03c44ea3f9" providerId="AD" clId="Web-{D36F52A0-0ECC-20AF-7219-A2E41F56775F}" dt="2026-09-28T21:32:45.463" v="4"/>
      <pc:docMkLst>
        <pc:docMk/>
      </pc:docMkLst>
      <pc:sldChg chg="modSp">
        <pc:chgData name="Jack Ely" userId="S::jael8190@colorado.edu::ef1cc2f5-20f8-495e-8956-3f03c44ea3f9" providerId="AD" clId="Web-{D36F52A0-0ECC-20AF-7219-A2E41F56775F}" dt="2026-09-28T21:32:45.463" v="4"/>
        <pc:sldMkLst>
          <pc:docMk/>
          <pc:sldMk cId="907759416" sldId="434"/>
        </pc:sldMkLst>
        <pc:graphicFrameChg chg="mod modGraphic">
          <ac:chgData name="Jack Ely" userId="S::jael8190@colorado.edu::ef1cc2f5-20f8-495e-8956-3f03c44ea3f9" providerId="AD" clId="Web-{D36F52A0-0ECC-20AF-7219-A2E41F56775F}" dt="2026-09-28T21:32:45.463" v="4"/>
          <ac:graphicFrameMkLst>
            <pc:docMk/>
            <pc:sldMk cId="907759416" sldId="434"/>
            <ac:graphicFrameMk id="9" creationId="{A36185F4-4F34-9438-5D52-7AC124FA1CD9}"/>
          </ac:graphicFrameMkLst>
        </pc:graphicFrameChg>
      </pc:sldChg>
    </pc:docChg>
  </pc:docChgLst>
  <pc:docChgLst>
    <pc:chgData name="Sovann Bonini" userId="S::sobo7975@colorado.edu::fadc9a76-19bb-4e15-b9f5-0714ee2c1cba" providerId="AD" clId="Web-{61F344F5-6B99-184D-CB43-F48009E9A1E7}"/>
    <pc:docChg chg="addSld delSld modSld sldOrd">
      <pc:chgData name="Sovann Bonini" userId="S::sobo7975@colorado.edu::fadc9a76-19bb-4e15-b9f5-0714ee2c1cba" providerId="AD" clId="Web-{61F344F5-6B99-184D-CB43-F48009E9A1E7}" dt="2026-09-27T17:32:21.357" v="722" actId="20577"/>
      <pc:docMkLst>
        <pc:docMk/>
      </pc:docMkLst>
      <pc:sldChg chg="addSp delSp modSp">
        <pc:chgData name="Sovann Bonini" userId="S::sobo7975@colorado.edu::fadc9a76-19bb-4e15-b9f5-0714ee2c1cba" providerId="AD" clId="Web-{61F344F5-6B99-184D-CB43-F48009E9A1E7}" dt="2026-09-27T17:01:14.432" v="371" actId="20577"/>
        <pc:sldMkLst>
          <pc:docMk/>
          <pc:sldMk cId="491786816" sldId="311"/>
        </pc:sldMkLst>
        <pc:spChg chg="mod">
          <ac:chgData name="Sovann Bonini" userId="S::sobo7975@colorado.edu::fadc9a76-19bb-4e15-b9f5-0714ee2c1cba" providerId="AD" clId="Web-{61F344F5-6B99-184D-CB43-F48009E9A1E7}" dt="2026-09-27T16:58:49.447" v="356" actId="20577"/>
          <ac:spMkLst>
            <pc:docMk/>
            <pc:sldMk cId="491786816" sldId="311"/>
            <ac:spMk id="5" creationId="{2DEDFE24-7776-3976-E448-754598C05126}"/>
          </ac:spMkLst>
        </pc:spChg>
        <pc:spChg chg="add mod">
          <ac:chgData name="Sovann Bonini" userId="S::sobo7975@colorado.edu::fadc9a76-19bb-4e15-b9f5-0714ee2c1cba" providerId="AD" clId="Web-{61F344F5-6B99-184D-CB43-F48009E9A1E7}" dt="2026-09-27T16:57:51.151" v="335" actId="1076"/>
          <ac:spMkLst>
            <pc:docMk/>
            <pc:sldMk cId="491786816" sldId="311"/>
            <ac:spMk id="7" creationId="{D4716148-9A4D-09D3-38C2-9155CA063803}"/>
          </ac:spMkLst>
        </pc:spChg>
        <pc:spChg chg="add mod">
          <ac:chgData name="Sovann Bonini" userId="S::sobo7975@colorado.edu::fadc9a76-19bb-4e15-b9f5-0714ee2c1cba" providerId="AD" clId="Web-{61F344F5-6B99-184D-CB43-F48009E9A1E7}" dt="2026-09-27T17:01:14.432" v="371" actId="20577"/>
          <ac:spMkLst>
            <pc:docMk/>
            <pc:sldMk cId="491786816" sldId="311"/>
            <ac:spMk id="13" creationId="{0D1288B5-45F1-4EFE-91FC-414626861BB8}"/>
          </ac:spMkLst>
        </pc:spChg>
        <pc:picChg chg="add mod">
          <ac:chgData name="Sovann Bonini" userId="S::sobo7975@colorado.edu::fadc9a76-19bb-4e15-b9f5-0714ee2c1cba" providerId="AD" clId="Web-{61F344F5-6B99-184D-CB43-F48009E9A1E7}" dt="2026-09-27T16:58:02.916" v="339" actId="1076"/>
          <ac:picMkLst>
            <pc:docMk/>
            <pc:sldMk cId="491786816" sldId="311"/>
            <ac:picMk id="10" creationId="{DEF14A0E-C07A-D29D-0F23-71E0233320E3}"/>
          </ac:picMkLst>
        </pc:picChg>
        <pc:picChg chg="mod">
          <ac:chgData name="Sovann Bonini" userId="S::sobo7975@colorado.edu::fadc9a76-19bb-4e15-b9f5-0714ee2c1cba" providerId="AD" clId="Web-{61F344F5-6B99-184D-CB43-F48009E9A1E7}" dt="2026-09-27T16:57:51.135" v="334" actId="1076"/>
          <ac:picMkLst>
            <pc:docMk/>
            <pc:sldMk cId="491786816" sldId="311"/>
            <ac:picMk id="11" creationId="{F12FE6B2-4022-26C1-7149-B29F5D5A9003}"/>
          </ac:picMkLst>
        </pc:picChg>
      </pc:sldChg>
      <pc:sldChg chg="addSp delSp modSp add replId">
        <pc:chgData name="Sovann Bonini" userId="S::sobo7975@colorado.edu::fadc9a76-19bb-4e15-b9f5-0714ee2c1cba" providerId="AD" clId="Web-{61F344F5-6B99-184D-CB43-F48009E9A1E7}" dt="2026-09-27T17:29:40.842" v="645" actId="20577"/>
        <pc:sldMkLst>
          <pc:docMk/>
          <pc:sldMk cId="3348774661" sldId="470"/>
        </pc:sldMkLst>
        <pc:spChg chg="mod">
          <ac:chgData name="Sovann Bonini" userId="S::sobo7975@colorado.edu::fadc9a76-19bb-4e15-b9f5-0714ee2c1cba" providerId="AD" clId="Web-{61F344F5-6B99-184D-CB43-F48009E9A1E7}" dt="2026-09-27T17:09:07.463" v="407" actId="20577"/>
          <ac:spMkLst>
            <pc:docMk/>
            <pc:sldMk cId="3348774661" sldId="470"/>
            <ac:spMk id="4" creationId="{7753ED7A-B2DF-499A-340E-DBBCC3B7488C}"/>
          </ac:spMkLst>
        </pc:spChg>
        <pc:spChg chg="add mod">
          <ac:chgData name="Sovann Bonini" userId="S::sobo7975@colorado.edu::fadc9a76-19bb-4e15-b9f5-0714ee2c1cba" providerId="AD" clId="Web-{61F344F5-6B99-184D-CB43-F48009E9A1E7}" dt="2026-09-27T17:26:45.842" v="556" actId="20577"/>
          <ac:spMkLst>
            <pc:docMk/>
            <pc:sldMk cId="3348774661" sldId="470"/>
            <ac:spMk id="14" creationId="{A9DFB5ED-3B82-4141-5F0A-C3A728EF3E3D}"/>
          </ac:spMkLst>
        </pc:spChg>
        <pc:spChg chg="add mod">
          <ac:chgData name="Sovann Bonini" userId="S::sobo7975@colorado.edu::fadc9a76-19bb-4e15-b9f5-0714ee2c1cba" providerId="AD" clId="Web-{61F344F5-6B99-184D-CB43-F48009E9A1E7}" dt="2026-09-27T17:23:41.999" v="478" actId="1076"/>
          <ac:spMkLst>
            <pc:docMk/>
            <pc:sldMk cId="3348774661" sldId="470"/>
            <ac:spMk id="15" creationId="{ADDBB48B-0D84-CEE4-F4AA-9B79708C459C}"/>
          </ac:spMkLst>
        </pc:spChg>
        <pc:spChg chg="add mod">
          <ac:chgData name="Sovann Bonini" userId="S::sobo7975@colorado.edu::fadc9a76-19bb-4e15-b9f5-0714ee2c1cba" providerId="AD" clId="Web-{61F344F5-6B99-184D-CB43-F48009E9A1E7}" dt="2026-09-27T17:24:38.436" v="497" actId="20577"/>
          <ac:spMkLst>
            <pc:docMk/>
            <pc:sldMk cId="3348774661" sldId="470"/>
            <ac:spMk id="16" creationId="{3D4032BB-D7E6-742A-3A2F-13CE39979502}"/>
          </ac:spMkLst>
        </pc:spChg>
        <pc:spChg chg="add mod">
          <ac:chgData name="Sovann Bonini" userId="S::sobo7975@colorado.edu::fadc9a76-19bb-4e15-b9f5-0714ee2c1cba" providerId="AD" clId="Web-{61F344F5-6B99-184D-CB43-F48009E9A1E7}" dt="2026-09-27T17:27:56.873" v="596" actId="20577"/>
          <ac:spMkLst>
            <pc:docMk/>
            <pc:sldMk cId="3348774661" sldId="470"/>
            <ac:spMk id="18" creationId="{EB585F4C-E541-CE13-AA8A-62DBA70E3742}"/>
          </ac:spMkLst>
        </pc:spChg>
        <pc:spChg chg="add mod">
          <ac:chgData name="Sovann Bonini" userId="S::sobo7975@colorado.edu::fadc9a76-19bb-4e15-b9f5-0714ee2c1cba" providerId="AD" clId="Web-{61F344F5-6B99-184D-CB43-F48009E9A1E7}" dt="2026-09-27T17:26:13.326" v="538" actId="20577"/>
          <ac:spMkLst>
            <pc:docMk/>
            <pc:sldMk cId="3348774661" sldId="470"/>
            <ac:spMk id="19" creationId="{925941DE-AF3C-93C2-7548-57B2D425DCD0}"/>
          </ac:spMkLst>
        </pc:spChg>
        <pc:spChg chg="add mod">
          <ac:chgData name="Sovann Bonini" userId="S::sobo7975@colorado.edu::fadc9a76-19bb-4e15-b9f5-0714ee2c1cba" providerId="AD" clId="Web-{61F344F5-6B99-184D-CB43-F48009E9A1E7}" dt="2026-09-27T17:25:54.467" v="529" actId="20577"/>
          <ac:spMkLst>
            <pc:docMk/>
            <pc:sldMk cId="3348774661" sldId="470"/>
            <ac:spMk id="20" creationId="{42D3EEC8-A93E-C1D1-6A6B-504A75C529FE}"/>
          </ac:spMkLst>
        </pc:spChg>
        <pc:spChg chg="add mod">
          <ac:chgData name="Sovann Bonini" userId="S::sobo7975@colorado.edu::fadc9a76-19bb-4e15-b9f5-0714ee2c1cba" providerId="AD" clId="Web-{61F344F5-6B99-184D-CB43-F48009E9A1E7}" dt="2026-09-27T17:28:26.810" v="609" actId="20577"/>
          <ac:spMkLst>
            <pc:docMk/>
            <pc:sldMk cId="3348774661" sldId="470"/>
            <ac:spMk id="21" creationId="{A5D4D42A-9FFC-B7F1-291B-81103E71AF2D}"/>
          </ac:spMkLst>
        </pc:spChg>
        <pc:spChg chg="add mod">
          <ac:chgData name="Sovann Bonini" userId="S::sobo7975@colorado.edu::fadc9a76-19bb-4e15-b9f5-0714ee2c1cba" providerId="AD" clId="Web-{61F344F5-6B99-184D-CB43-F48009E9A1E7}" dt="2026-09-27T17:29:40.842" v="645" actId="20577"/>
          <ac:spMkLst>
            <pc:docMk/>
            <pc:sldMk cId="3348774661" sldId="470"/>
            <ac:spMk id="22" creationId="{86D34A83-4BBA-F6F8-1A6D-1DDE999CEDBF}"/>
          </ac:spMkLst>
        </pc:spChg>
        <pc:picChg chg="add mod modCrop">
          <ac:chgData name="Sovann Bonini" userId="S::sobo7975@colorado.edu::fadc9a76-19bb-4e15-b9f5-0714ee2c1cba" providerId="AD" clId="Web-{61F344F5-6B99-184D-CB43-F48009E9A1E7}" dt="2026-09-27T17:23:47.874" v="479" actId="1076"/>
          <ac:picMkLst>
            <pc:docMk/>
            <pc:sldMk cId="3348774661" sldId="470"/>
            <ac:picMk id="7" creationId="{C5C4E05F-57C3-B50B-121A-38AA7A87CE05}"/>
          </ac:picMkLst>
        </pc:picChg>
        <pc:picChg chg="add mod modCrop">
          <ac:chgData name="Sovann Bonini" userId="S::sobo7975@colorado.edu::fadc9a76-19bb-4e15-b9f5-0714ee2c1cba" providerId="AD" clId="Web-{61F344F5-6B99-184D-CB43-F48009E9A1E7}" dt="2026-09-27T17:23:47.874" v="480" actId="1076"/>
          <ac:picMkLst>
            <pc:docMk/>
            <pc:sldMk cId="3348774661" sldId="470"/>
            <ac:picMk id="8" creationId="{B08B0AAE-BD00-F690-FC08-CF948FC08992}"/>
          </ac:picMkLst>
        </pc:picChg>
        <pc:picChg chg="add mod modCrop">
          <ac:chgData name="Sovann Bonini" userId="S::sobo7975@colorado.edu::fadc9a76-19bb-4e15-b9f5-0714ee2c1cba" providerId="AD" clId="Web-{61F344F5-6B99-184D-CB43-F48009E9A1E7}" dt="2026-09-27T17:23:47.889" v="481" actId="1076"/>
          <ac:picMkLst>
            <pc:docMk/>
            <pc:sldMk cId="3348774661" sldId="470"/>
            <ac:picMk id="11" creationId="{6CFA34F4-FF2B-B30D-B6E6-6EAD66E8B655}"/>
          </ac:picMkLst>
        </pc:picChg>
        <pc:picChg chg="add mod modCrop">
          <ac:chgData name="Sovann Bonini" userId="S::sobo7975@colorado.edu::fadc9a76-19bb-4e15-b9f5-0714ee2c1cba" providerId="AD" clId="Web-{61F344F5-6B99-184D-CB43-F48009E9A1E7}" dt="2026-09-27T17:23:47.889" v="482" actId="1076"/>
          <ac:picMkLst>
            <pc:docMk/>
            <pc:sldMk cId="3348774661" sldId="470"/>
            <ac:picMk id="13" creationId="{6A0A2D5F-876D-4ADF-DA1B-5BF3C32C9020}"/>
          </ac:picMkLst>
        </pc:picChg>
      </pc:sldChg>
      <pc:sldChg chg="addSp delSp modSp add ord replId">
        <pc:chgData name="Sovann Bonini" userId="S::sobo7975@colorado.edu::fadc9a76-19bb-4e15-b9f5-0714ee2c1cba" providerId="AD" clId="Web-{61F344F5-6B99-184D-CB43-F48009E9A1E7}" dt="2026-09-27T17:32:21.357" v="722" actId="20577"/>
        <pc:sldMkLst>
          <pc:docMk/>
          <pc:sldMk cId="1265812913" sldId="471"/>
        </pc:sldMkLst>
        <pc:spChg chg="mod">
          <ac:chgData name="Sovann Bonini" userId="S::sobo7975@colorado.edu::fadc9a76-19bb-4e15-b9f5-0714ee2c1cba" providerId="AD" clId="Web-{61F344F5-6B99-184D-CB43-F48009E9A1E7}" dt="2026-09-27T17:31:55.044" v="698" actId="20577"/>
          <ac:spMkLst>
            <pc:docMk/>
            <pc:sldMk cId="1265812913" sldId="471"/>
            <ac:spMk id="4" creationId="{CEFD2A2C-9E3C-E77B-F527-D583B0147CAA}"/>
          </ac:spMkLst>
        </pc:spChg>
      </pc:sldChg>
    </pc:docChg>
  </pc:docChgLst>
  <pc:docChgLst>
    <pc:chgData name="Thomas Jureidini" userId="S::thju1526@colorado.edu::6f1b2505-ce10-42ca-8a4c-dd55263494c1" providerId="AD" clId="Web-{33F2FD72-7DFE-24F4-E3C2-176B751A418C}"/>
    <pc:docChg chg="modSld">
      <pc:chgData name="Thomas Jureidini" userId="S::thju1526@colorado.edu::6f1b2505-ce10-42ca-8a4c-dd55263494c1" providerId="AD" clId="Web-{33F2FD72-7DFE-24F4-E3C2-176B751A418C}" dt="2026-09-28T22:29:13.293" v="385"/>
      <pc:docMkLst>
        <pc:docMk/>
      </pc:docMkLst>
      <pc:sldChg chg="addSp delSp modSp">
        <pc:chgData name="Thomas Jureidini" userId="S::thju1526@colorado.edu::6f1b2505-ce10-42ca-8a4c-dd55263494c1" providerId="AD" clId="Web-{33F2FD72-7DFE-24F4-E3C2-176B751A418C}" dt="2026-09-28T22:17:02.694" v="57"/>
        <pc:sldMkLst>
          <pc:docMk/>
          <pc:sldMk cId="2154058214" sldId="422"/>
        </pc:sldMkLst>
        <pc:graphicFrameChg chg="mod modGraphic">
          <ac:chgData name="Thomas Jureidini" userId="S::thju1526@colorado.edu::6f1b2505-ce10-42ca-8a4c-dd55263494c1" providerId="AD" clId="Web-{33F2FD72-7DFE-24F4-E3C2-176B751A418C}" dt="2026-09-28T22:17:02.694" v="57"/>
          <ac:graphicFrameMkLst>
            <pc:docMk/>
            <pc:sldMk cId="2154058214" sldId="422"/>
            <ac:graphicFrameMk id="9" creationId="{B3C17548-D674-A613-6A6D-4ACC1A9F24BF}"/>
          </ac:graphicFrameMkLst>
        </pc:graphicFrameChg>
        <pc:graphicFrameChg chg="add del mod">
          <ac:chgData name="Thomas Jureidini" userId="S::thju1526@colorado.edu::6f1b2505-ce10-42ca-8a4c-dd55263494c1" providerId="AD" clId="Web-{33F2FD72-7DFE-24F4-E3C2-176B751A418C}" dt="2026-09-28T22:14:03.693" v="3"/>
          <ac:graphicFrameMkLst>
            <pc:docMk/>
            <pc:sldMk cId="2154058214" sldId="422"/>
            <ac:graphicFrameMk id="10" creationId="{94031891-0788-3A10-4517-7C869600973C}"/>
          </ac:graphicFrameMkLst>
        </pc:graphicFrameChg>
      </pc:sldChg>
      <pc:sldChg chg="delSp modSp">
        <pc:chgData name="Thomas Jureidini" userId="S::thju1526@colorado.edu::6f1b2505-ce10-42ca-8a4c-dd55263494c1" providerId="AD" clId="Web-{33F2FD72-7DFE-24F4-E3C2-176B751A418C}" dt="2026-09-28T22:29:13.293" v="385"/>
        <pc:sldMkLst>
          <pc:docMk/>
          <pc:sldMk cId="1127563244" sldId="431"/>
        </pc:sldMkLst>
        <pc:spChg chg="del">
          <ac:chgData name="Thomas Jureidini" userId="S::thju1526@colorado.edu::6f1b2505-ce10-42ca-8a4c-dd55263494c1" providerId="AD" clId="Web-{33F2FD72-7DFE-24F4-E3C2-176B751A418C}" dt="2026-09-28T22:27:44.573" v="312"/>
          <ac:spMkLst>
            <pc:docMk/>
            <pc:sldMk cId="1127563244" sldId="431"/>
            <ac:spMk id="14" creationId="{ACF85A86-D8F3-5963-0623-BF1F5E52ABD4}"/>
          </ac:spMkLst>
        </pc:spChg>
        <pc:graphicFrameChg chg="mod modGraphic">
          <ac:chgData name="Thomas Jureidini" userId="S::thju1526@colorado.edu::6f1b2505-ce10-42ca-8a4c-dd55263494c1" providerId="AD" clId="Web-{33F2FD72-7DFE-24F4-E3C2-176B751A418C}" dt="2026-09-28T22:29:13.293" v="385"/>
          <ac:graphicFrameMkLst>
            <pc:docMk/>
            <pc:sldMk cId="1127563244" sldId="431"/>
            <ac:graphicFrameMk id="8" creationId="{2D833F99-4268-D3DE-DE27-CDF9FAD2C6E9}"/>
          </ac:graphicFrameMkLst>
        </pc:graphicFrameChg>
      </pc:sldChg>
    </pc:docChg>
  </pc:docChgLst>
  <pc:docChgLst>
    <pc:chgData name="Harvey Watson" userId="6d745f3d-f379-475e-9791-0c552029d09a" providerId="ADAL" clId="{7630E7C3-314A-4775-A5EC-1B51F12CA97B}"/>
    <pc:docChg chg="undo custSel addSld delSld modSld">
      <pc:chgData name="Harvey Watson" userId="6d745f3d-f379-475e-9791-0c552029d09a" providerId="ADAL" clId="{7630E7C3-314A-4775-A5EC-1B51F12CA97B}" dt="2026-09-28T17:58:32.569" v="1660" actId="1076"/>
      <pc:docMkLst>
        <pc:docMk/>
      </pc:docMkLst>
      <pc:sldChg chg="modSp mod">
        <pc:chgData name="Harvey Watson" userId="6d745f3d-f379-475e-9791-0c552029d09a" providerId="ADAL" clId="{7630E7C3-314A-4775-A5EC-1B51F12CA97B}" dt="2026-09-25T22:17:41.699" v="1386" actId="115"/>
        <pc:sldMkLst>
          <pc:docMk/>
          <pc:sldMk cId="1532326384" sldId="278"/>
        </pc:sldMkLst>
        <pc:spChg chg="mod">
          <ac:chgData name="Harvey Watson" userId="6d745f3d-f379-475e-9791-0c552029d09a" providerId="ADAL" clId="{7630E7C3-314A-4775-A5EC-1B51F12CA97B}" dt="2026-09-25T22:17:41.699" v="1386" actId="115"/>
          <ac:spMkLst>
            <pc:docMk/>
            <pc:sldMk cId="1532326384" sldId="278"/>
            <ac:spMk id="7" creationId="{00000000-0000-0000-0000-000000000000}"/>
          </ac:spMkLst>
        </pc:spChg>
      </pc:sldChg>
      <pc:sldChg chg="modSp mod">
        <pc:chgData name="Harvey Watson" userId="6d745f3d-f379-475e-9791-0c552029d09a" providerId="ADAL" clId="{7630E7C3-314A-4775-A5EC-1B51F12CA97B}" dt="2026-09-25T22:17:51.874" v="1405" actId="20577"/>
        <pc:sldMkLst>
          <pc:docMk/>
          <pc:sldMk cId="3015015640" sldId="285"/>
        </pc:sldMkLst>
        <pc:graphicFrameChg chg="modGraphic">
          <ac:chgData name="Harvey Watson" userId="6d745f3d-f379-475e-9791-0c552029d09a" providerId="ADAL" clId="{7630E7C3-314A-4775-A5EC-1B51F12CA97B}" dt="2026-09-25T22:17:51.874" v="1405" actId="20577"/>
          <ac:graphicFrameMkLst>
            <pc:docMk/>
            <pc:sldMk cId="3015015640" sldId="285"/>
            <ac:graphicFrameMk id="9" creationId="{B3C17548-D674-A613-6A6D-4ACC1A9F24BF}"/>
          </ac:graphicFrameMkLst>
        </pc:graphicFrameChg>
      </pc:sldChg>
      <pc:sldChg chg="addSp modSp mod">
        <pc:chgData name="Harvey Watson" userId="6d745f3d-f379-475e-9791-0c552029d09a" providerId="ADAL" clId="{7630E7C3-314A-4775-A5EC-1B51F12CA97B}" dt="2026-09-25T22:25:19.527" v="1460" actId="1582"/>
        <pc:sldMkLst>
          <pc:docMk/>
          <pc:sldMk cId="4040930724" sldId="286"/>
        </pc:sldMkLst>
        <pc:spChg chg="mod">
          <ac:chgData name="Harvey Watson" userId="6d745f3d-f379-475e-9791-0c552029d09a" providerId="ADAL" clId="{7630E7C3-314A-4775-A5EC-1B51F12CA97B}" dt="2026-09-25T22:00:24.131" v="130" actId="20577"/>
          <ac:spMkLst>
            <pc:docMk/>
            <pc:sldMk cId="4040930724" sldId="286"/>
            <ac:spMk id="8" creationId="{9010FF7A-31D5-DF17-68D5-35434EE0FCCC}"/>
          </ac:spMkLst>
        </pc:spChg>
        <pc:spChg chg="add mod">
          <ac:chgData name="Harvey Watson" userId="6d745f3d-f379-475e-9791-0c552029d09a" providerId="ADAL" clId="{7630E7C3-314A-4775-A5EC-1B51F12CA97B}" dt="2026-09-25T21:58:23.886" v="113" actId="1076"/>
          <ac:spMkLst>
            <pc:docMk/>
            <pc:sldMk cId="4040930724" sldId="286"/>
            <ac:spMk id="15" creationId="{8C235730-2FD2-6165-177E-366DA81062D0}"/>
          </ac:spMkLst>
        </pc:spChg>
        <pc:spChg chg="add mod">
          <ac:chgData name="Harvey Watson" userId="6d745f3d-f379-475e-9791-0c552029d09a" providerId="ADAL" clId="{7630E7C3-314A-4775-A5EC-1B51F12CA97B}" dt="2026-09-25T21:58:37.593" v="119" actId="1076"/>
          <ac:spMkLst>
            <pc:docMk/>
            <pc:sldMk cId="4040930724" sldId="286"/>
            <ac:spMk id="17" creationId="{470FA358-33B5-0E90-77EC-598EE168C80F}"/>
          </ac:spMkLst>
        </pc:spChg>
        <pc:spChg chg="add mod">
          <ac:chgData name="Harvey Watson" userId="6d745f3d-f379-475e-9791-0c552029d09a" providerId="ADAL" clId="{7630E7C3-314A-4775-A5EC-1B51F12CA97B}" dt="2026-09-25T22:25:19.527" v="1460" actId="1582"/>
          <ac:spMkLst>
            <pc:docMk/>
            <pc:sldMk cId="4040930724" sldId="286"/>
            <ac:spMk id="18" creationId="{A7F314B8-5CE6-4EF5-B04C-0DAD5DC47390}"/>
          </ac:spMkLst>
        </pc:spChg>
        <pc:picChg chg="add mod">
          <ac:chgData name="Harvey Watson" userId="6d745f3d-f379-475e-9791-0c552029d09a" providerId="ADAL" clId="{7630E7C3-314A-4775-A5EC-1B51F12CA97B}" dt="2026-09-25T21:58:32.945" v="118" actId="1076"/>
          <ac:picMkLst>
            <pc:docMk/>
            <pc:sldMk cId="4040930724" sldId="286"/>
            <ac:picMk id="12" creationId="{0DFA16B3-65B5-53CF-17E7-AB72BEAB7ADC}"/>
          </ac:picMkLst>
        </pc:picChg>
        <pc:cxnChg chg="add mod">
          <ac:chgData name="Harvey Watson" userId="6d745f3d-f379-475e-9791-0c552029d09a" providerId="ADAL" clId="{7630E7C3-314A-4775-A5EC-1B51F12CA97B}" dt="2026-09-25T21:57:07.033" v="68" actId="208"/>
          <ac:cxnSpMkLst>
            <pc:docMk/>
            <pc:sldMk cId="4040930724" sldId="286"/>
            <ac:cxnSpMk id="11" creationId="{A67F39B4-8C5A-9083-CDD4-6C15A626D0C8}"/>
          </ac:cxnSpMkLst>
        </pc:cxnChg>
        <pc:cxnChg chg="add mod">
          <ac:chgData name="Harvey Watson" userId="6d745f3d-f379-475e-9791-0c552029d09a" providerId="ADAL" clId="{7630E7C3-314A-4775-A5EC-1B51F12CA97B}" dt="2026-09-25T21:57:23.129" v="72" actId="1076"/>
          <ac:cxnSpMkLst>
            <pc:docMk/>
            <pc:sldMk cId="4040930724" sldId="286"/>
            <ac:cxnSpMk id="13" creationId="{5B69A3CD-BC28-8604-45E5-CD892B9F5273}"/>
          </ac:cxnSpMkLst>
        </pc:cxnChg>
      </pc:sldChg>
      <pc:sldChg chg="modSp mod">
        <pc:chgData name="Harvey Watson" userId="6d745f3d-f379-475e-9791-0c552029d09a" providerId="ADAL" clId="{7630E7C3-314A-4775-A5EC-1B51F12CA97B}" dt="2026-09-28T17:48:53.471" v="1653" actId="20577"/>
        <pc:sldMkLst>
          <pc:docMk/>
          <pc:sldMk cId="2883795665" sldId="292"/>
        </pc:sldMkLst>
        <pc:graphicFrameChg chg="modGraphic">
          <ac:chgData name="Harvey Watson" userId="6d745f3d-f379-475e-9791-0c552029d09a" providerId="ADAL" clId="{7630E7C3-314A-4775-A5EC-1B51F12CA97B}" dt="2026-09-28T17:48:53.471" v="1653" actId="20577"/>
          <ac:graphicFrameMkLst>
            <pc:docMk/>
            <pc:sldMk cId="2883795665" sldId="292"/>
            <ac:graphicFrameMk id="9" creationId="{A36185F4-4F34-9438-5D52-7AC124FA1CD9}"/>
          </ac:graphicFrameMkLst>
        </pc:graphicFrameChg>
      </pc:sldChg>
      <pc:sldChg chg="addSp delSp modSp mod setBg">
        <pc:chgData name="Harvey Watson" userId="6d745f3d-f379-475e-9791-0c552029d09a" providerId="ADAL" clId="{7630E7C3-314A-4775-A5EC-1B51F12CA97B}" dt="2026-09-28T17:21:36.242" v="1477" actId="27614"/>
        <pc:sldMkLst>
          <pc:docMk/>
          <pc:sldMk cId="406388477" sldId="297"/>
        </pc:sldMkLst>
        <pc:spChg chg="add del">
          <ac:chgData name="Harvey Watson" userId="6d745f3d-f379-475e-9791-0c552029d09a" providerId="ADAL" clId="{7630E7C3-314A-4775-A5EC-1B51F12CA97B}" dt="2026-09-28T17:21:35.703" v="1476" actId="26606"/>
          <ac:spMkLst>
            <pc:docMk/>
            <pc:sldMk cId="406388477" sldId="297"/>
            <ac:spMk id="6" creationId="{854ECEBE-9353-406C-9313-02A517A310EF}"/>
          </ac:spMkLst>
        </pc:spChg>
        <pc:spChg chg="add del">
          <ac:chgData name="Harvey Watson" userId="6d745f3d-f379-475e-9791-0c552029d09a" providerId="ADAL" clId="{7630E7C3-314A-4775-A5EC-1B51F12CA97B}" dt="2026-09-28T17:21:35.703" v="1476" actId="26606"/>
          <ac:spMkLst>
            <pc:docMk/>
            <pc:sldMk cId="406388477" sldId="297"/>
            <ac:spMk id="7" creationId="{86806086-A782-4311-A63B-1A68574D8067}"/>
          </ac:spMkLst>
        </pc:spChg>
        <pc:spChg chg="add del">
          <ac:chgData name="Harvey Watson" userId="6d745f3d-f379-475e-9791-0c552029d09a" providerId="ADAL" clId="{7630E7C3-314A-4775-A5EC-1B51F12CA97B}" dt="2026-09-28T17:21:35.703" v="1476" actId="26606"/>
          <ac:spMkLst>
            <pc:docMk/>
            <pc:sldMk cId="406388477" sldId="297"/>
            <ac:spMk id="8" creationId="{CE71458B-DF80-43DF-9693-2EC3878ACAB5}"/>
          </ac:spMkLst>
        </pc:spChg>
        <pc:spChg chg="add del">
          <ac:chgData name="Harvey Watson" userId="6d745f3d-f379-475e-9791-0c552029d09a" providerId="ADAL" clId="{7630E7C3-314A-4775-A5EC-1B51F12CA97B}" dt="2026-09-28T17:21:29.485" v="1471" actId="26606"/>
          <ac:spMkLst>
            <pc:docMk/>
            <pc:sldMk cId="406388477" sldId="297"/>
            <ac:spMk id="9" creationId="{A9F529C3-C941-49FD-8C67-82F134F64BDB}"/>
          </ac:spMkLst>
        </pc:spChg>
        <pc:spChg chg="add del">
          <ac:chgData name="Harvey Watson" userId="6d745f3d-f379-475e-9791-0c552029d09a" providerId="ADAL" clId="{7630E7C3-314A-4775-A5EC-1B51F12CA97B}" dt="2026-09-28T17:21:29.485" v="1471" actId="26606"/>
          <ac:spMkLst>
            <pc:docMk/>
            <pc:sldMk cId="406388477" sldId="297"/>
            <ac:spMk id="11" creationId="{20586029-32A0-47E5-9AEC-AE3ABA6B94D0}"/>
          </ac:spMkLst>
        </pc:spChg>
        <pc:spChg chg="add del">
          <ac:chgData name="Harvey Watson" userId="6d745f3d-f379-475e-9791-0c552029d09a" providerId="ADAL" clId="{7630E7C3-314A-4775-A5EC-1B51F12CA97B}" dt="2026-09-28T17:21:35.703" v="1476" actId="26606"/>
          <ac:spMkLst>
            <pc:docMk/>
            <pc:sldMk cId="406388477" sldId="297"/>
            <ac:spMk id="15" creationId="{DE1994AC-22D1-4B48-9EDA-BE373E704567}"/>
          </ac:spMkLst>
        </pc:spChg>
        <pc:spChg chg="add del">
          <ac:chgData name="Harvey Watson" userId="6d745f3d-f379-475e-9791-0c552029d09a" providerId="ADAL" clId="{7630E7C3-314A-4775-A5EC-1B51F12CA97B}" dt="2026-09-28T17:21:35.703" v="1476" actId="26606"/>
          <ac:spMkLst>
            <pc:docMk/>
            <pc:sldMk cId="406388477" sldId="297"/>
            <ac:spMk id="17" creationId="{22220111-5018-4EB7-A38B-79BD37F7C095}"/>
          </ac:spMkLst>
        </pc:spChg>
        <pc:picChg chg="del mod ord">
          <ac:chgData name="Harvey Watson" userId="6d745f3d-f379-475e-9791-0c552029d09a" providerId="ADAL" clId="{7630E7C3-314A-4775-A5EC-1B51F12CA97B}" dt="2026-09-28T17:21:33.583" v="1475" actId="478"/>
          <ac:picMkLst>
            <pc:docMk/>
            <pc:sldMk cId="406388477" sldId="297"/>
            <ac:picMk id="3" creationId="{FEA45639-0FD2-0D11-99DD-39BC54D2CD58}"/>
          </ac:picMkLst>
        </pc:picChg>
        <pc:picChg chg="add mod">
          <ac:chgData name="Harvey Watson" userId="6d745f3d-f379-475e-9791-0c552029d09a" providerId="ADAL" clId="{7630E7C3-314A-4775-A5EC-1B51F12CA97B}" dt="2026-09-28T17:21:36.242" v="1477" actId="27614"/>
          <ac:picMkLst>
            <pc:docMk/>
            <pc:sldMk cId="406388477" sldId="297"/>
            <ac:picMk id="4" creationId="{36BB801B-A8F0-68A3-F899-EB6CAB6A1B7A}"/>
          </ac:picMkLst>
        </pc:picChg>
        <pc:cxnChg chg="add del">
          <ac:chgData name="Harvey Watson" userId="6d745f3d-f379-475e-9791-0c552029d09a" providerId="ADAL" clId="{7630E7C3-314A-4775-A5EC-1B51F12CA97B}" dt="2026-09-28T17:21:29.485" v="1471" actId="26606"/>
          <ac:cxnSpMkLst>
            <pc:docMk/>
            <pc:sldMk cId="406388477" sldId="297"/>
            <ac:cxnSpMk id="13" creationId="{8C730EAB-A532-4295-A302-FB4B90DB9F5E}"/>
          </ac:cxnSpMkLst>
        </pc:cxnChg>
      </pc:sldChg>
      <pc:sldChg chg="addSp delSp modSp mod setBg">
        <pc:chgData name="Harvey Watson" userId="6d745f3d-f379-475e-9791-0c552029d09a" providerId="ADAL" clId="{7630E7C3-314A-4775-A5EC-1B51F12CA97B}" dt="2026-09-28T17:21:59.370" v="1487" actId="27614"/>
        <pc:sldMkLst>
          <pc:docMk/>
          <pc:sldMk cId="1927935044" sldId="298"/>
        </pc:sldMkLst>
        <pc:picChg chg="del">
          <ac:chgData name="Harvey Watson" userId="6d745f3d-f379-475e-9791-0c552029d09a" providerId="ADAL" clId="{7630E7C3-314A-4775-A5EC-1B51F12CA97B}" dt="2026-09-28T17:21:46.682" v="1479" actId="478"/>
          <ac:picMkLst>
            <pc:docMk/>
            <pc:sldMk cId="1927935044" sldId="298"/>
            <ac:picMk id="3" creationId="{D221F622-7779-D1A7-DA28-161D7AC74844}"/>
          </ac:picMkLst>
        </pc:picChg>
        <pc:picChg chg="add mod">
          <ac:chgData name="Harvey Watson" userId="6d745f3d-f379-475e-9791-0c552029d09a" providerId="ADAL" clId="{7630E7C3-314A-4775-A5EC-1B51F12CA97B}" dt="2026-09-28T17:21:59.370" v="1487" actId="27614"/>
          <ac:picMkLst>
            <pc:docMk/>
            <pc:sldMk cId="1927935044" sldId="298"/>
            <ac:picMk id="4" creationId="{98149749-6211-92CE-5443-4E4A00703136}"/>
          </ac:picMkLst>
        </pc:picChg>
      </pc:sldChg>
      <pc:sldChg chg="addSp delSp modSp mod">
        <pc:chgData name="Harvey Watson" userId="6d745f3d-f379-475e-9791-0c552029d09a" providerId="ADAL" clId="{7630E7C3-314A-4775-A5EC-1B51F12CA97B}" dt="2026-09-28T17:58:32.569" v="1660" actId="1076"/>
        <pc:sldMkLst>
          <pc:docMk/>
          <pc:sldMk cId="1618021283" sldId="315"/>
        </pc:sldMkLst>
        <pc:spChg chg="mod">
          <ac:chgData name="Harvey Watson" userId="6d745f3d-f379-475e-9791-0c552029d09a" providerId="ADAL" clId="{7630E7C3-314A-4775-A5EC-1B51F12CA97B}" dt="2026-09-28T17:35:50.647" v="1572" actId="1076"/>
          <ac:spMkLst>
            <pc:docMk/>
            <pc:sldMk cId="1618021283" sldId="315"/>
            <ac:spMk id="7" creationId="{20383A88-1E37-198D-7540-87CA290A5B26}"/>
          </ac:spMkLst>
        </pc:spChg>
        <pc:spChg chg="add mod">
          <ac:chgData name="Harvey Watson" userId="6d745f3d-f379-475e-9791-0c552029d09a" providerId="ADAL" clId="{7630E7C3-314A-4775-A5EC-1B51F12CA97B}" dt="2026-09-25T21:55:35.924" v="62" actId="1076"/>
          <ac:spMkLst>
            <pc:docMk/>
            <pc:sldMk cId="1618021283" sldId="315"/>
            <ac:spMk id="9" creationId="{58BFDB57-88AC-C904-9246-C3ECEF22A29C}"/>
          </ac:spMkLst>
        </pc:spChg>
        <pc:spChg chg="del">
          <ac:chgData name="Harvey Watson" userId="6d745f3d-f379-475e-9791-0c552029d09a" providerId="ADAL" clId="{7630E7C3-314A-4775-A5EC-1B51F12CA97B}" dt="2026-09-28T17:36:41.468" v="1578" actId="478"/>
          <ac:spMkLst>
            <pc:docMk/>
            <pc:sldMk cId="1618021283" sldId="315"/>
            <ac:spMk id="12" creationId="{8E426978-B5DF-145B-952B-D84CC63B314E}"/>
          </ac:spMkLst>
        </pc:spChg>
        <pc:spChg chg="mod">
          <ac:chgData name="Harvey Watson" userId="6d745f3d-f379-475e-9791-0c552029d09a" providerId="ADAL" clId="{7630E7C3-314A-4775-A5EC-1B51F12CA97B}" dt="2026-09-28T17:58:32.569" v="1660" actId="1076"/>
          <ac:spMkLst>
            <pc:docMk/>
            <pc:sldMk cId="1618021283" sldId="315"/>
            <ac:spMk id="17" creationId="{C6AD599E-AE52-88ED-F28D-58C10FDA066D}"/>
          </ac:spMkLst>
        </pc:spChg>
        <pc:spChg chg="mod">
          <ac:chgData name="Harvey Watson" userId="6d745f3d-f379-475e-9791-0c552029d09a" providerId="ADAL" clId="{7630E7C3-314A-4775-A5EC-1B51F12CA97B}" dt="2026-09-28T17:58:32.569" v="1660" actId="1076"/>
          <ac:spMkLst>
            <pc:docMk/>
            <pc:sldMk cId="1618021283" sldId="315"/>
            <ac:spMk id="18" creationId="{BD76FA99-B4F2-595B-B8EA-4A4D2854AB0A}"/>
          </ac:spMkLst>
        </pc:spChg>
        <pc:spChg chg="mod">
          <ac:chgData name="Harvey Watson" userId="6d745f3d-f379-475e-9791-0c552029d09a" providerId="ADAL" clId="{7630E7C3-314A-4775-A5EC-1B51F12CA97B}" dt="2026-09-28T17:58:32.569" v="1660" actId="1076"/>
          <ac:spMkLst>
            <pc:docMk/>
            <pc:sldMk cId="1618021283" sldId="315"/>
            <ac:spMk id="23" creationId="{F66DFD09-57B4-990F-CCDC-D83A407ACE77}"/>
          </ac:spMkLst>
        </pc:spChg>
        <pc:spChg chg="mod">
          <ac:chgData name="Harvey Watson" userId="6d745f3d-f379-475e-9791-0c552029d09a" providerId="ADAL" clId="{7630E7C3-314A-4775-A5EC-1B51F12CA97B}" dt="2026-09-28T17:58:32.569" v="1660" actId="1076"/>
          <ac:spMkLst>
            <pc:docMk/>
            <pc:sldMk cId="1618021283" sldId="315"/>
            <ac:spMk id="24" creationId="{E49A146F-14C2-2C15-6096-8BC496DDEF0E}"/>
          </ac:spMkLst>
        </pc:spChg>
        <pc:spChg chg="mod">
          <ac:chgData name="Harvey Watson" userId="6d745f3d-f379-475e-9791-0c552029d09a" providerId="ADAL" clId="{7630E7C3-314A-4775-A5EC-1B51F12CA97B}" dt="2026-09-28T17:36:10.258" v="1574" actId="1076"/>
          <ac:spMkLst>
            <pc:docMk/>
            <pc:sldMk cId="1618021283" sldId="315"/>
            <ac:spMk id="30" creationId="{432CA478-5348-DEB0-3A78-A19192623BAE}"/>
          </ac:spMkLst>
        </pc:spChg>
        <pc:spChg chg="mod">
          <ac:chgData name="Harvey Watson" userId="6d745f3d-f379-475e-9791-0c552029d09a" providerId="ADAL" clId="{7630E7C3-314A-4775-A5EC-1B51F12CA97B}" dt="2026-09-28T17:36:10.258" v="1574" actId="1076"/>
          <ac:spMkLst>
            <pc:docMk/>
            <pc:sldMk cId="1618021283" sldId="315"/>
            <ac:spMk id="33" creationId="{CE9D945C-FBC9-DA77-737F-5E581597CB84}"/>
          </ac:spMkLst>
        </pc:spChg>
        <pc:spChg chg="mod">
          <ac:chgData name="Harvey Watson" userId="6d745f3d-f379-475e-9791-0c552029d09a" providerId="ADAL" clId="{7630E7C3-314A-4775-A5EC-1B51F12CA97B}" dt="2026-09-28T17:36:10.258" v="1574" actId="1076"/>
          <ac:spMkLst>
            <pc:docMk/>
            <pc:sldMk cId="1618021283" sldId="315"/>
            <ac:spMk id="34" creationId="{9458A81C-313A-219F-3FB3-9CEADF8720B0}"/>
          </ac:spMkLst>
        </pc:spChg>
        <pc:spChg chg="mod">
          <ac:chgData name="Harvey Watson" userId="6d745f3d-f379-475e-9791-0c552029d09a" providerId="ADAL" clId="{7630E7C3-314A-4775-A5EC-1B51F12CA97B}" dt="2026-09-28T17:36:10.258" v="1574" actId="1076"/>
          <ac:spMkLst>
            <pc:docMk/>
            <pc:sldMk cId="1618021283" sldId="315"/>
            <ac:spMk id="40" creationId="{9292968A-D874-FF7B-37E0-C9E9D6614754}"/>
          </ac:spMkLst>
        </pc:spChg>
        <pc:spChg chg="mod">
          <ac:chgData name="Harvey Watson" userId="6d745f3d-f379-475e-9791-0c552029d09a" providerId="ADAL" clId="{7630E7C3-314A-4775-A5EC-1B51F12CA97B}" dt="2026-09-28T17:58:32.569" v="1660" actId="1076"/>
          <ac:spMkLst>
            <pc:docMk/>
            <pc:sldMk cId="1618021283" sldId="315"/>
            <ac:spMk id="44" creationId="{27B223BA-F314-2FB1-E389-4F4CEAF52A48}"/>
          </ac:spMkLst>
        </pc:spChg>
        <pc:picChg chg="mod">
          <ac:chgData name="Harvey Watson" userId="6d745f3d-f379-475e-9791-0c552029d09a" providerId="ADAL" clId="{7630E7C3-314A-4775-A5EC-1B51F12CA97B}" dt="2026-09-25T21:55:30.485" v="61" actId="1076"/>
          <ac:picMkLst>
            <pc:docMk/>
            <pc:sldMk cId="1618021283" sldId="315"/>
            <ac:picMk id="11" creationId="{EC0F955B-92D4-FADB-55C2-FD73FFF14201}"/>
          </ac:picMkLst>
        </pc:picChg>
        <pc:cxnChg chg="mod">
          <ac:chgData name="Harvey Watson" userId="6d745f3d-f379-475e-9791-0c552029d09a" providerId="ADAL" clId="{7630E7C3-314A-4775-A5EC-1B51F12CA97B}" dt="2026-09-28T17:58:32.569" v="1660" actId="1076"/>
          <ac:cxnSpMkLst>
            <pc:docMk/>
            <pc:sldMk cId="1618021283" sldId="315"/>
            <ac:cxnSpMk id="21" creationId="{8A0EDAF3-FAA1-C9A4-FC46-14AC2971CA9A}"/>
          </ac:cxnSpMkLst>
        </pc:cxnChg>
        <pc:cxnChg chg="mod">
          <ac:chgData name="Harvey Watson" userId="6d745f3d-f379-475e-9791-0c552029d09a" providerId="ADAL" clId="{7630E7C3-314A-4775-A5EC-1B51F12CA97B}" dt="2026-09-28T17:58:32.569" v="1660" actId="1076"/>
          <ac:cxnSpMkLst>
            <pc:docMk/>
            <pc:sldMk cId="1618021283" sldId="315"/>
            <ac:cxnSpMk id="22" creationId="{268C234F-54A6-1A86-A1EB-1666B351F969}"/>
          </ac:cxnSpMkLst>
        </pc:cxnChg>
        <pc:cxnChg chg="mod">
          <ac:chgData name="Harvey Watson" userId="6d745f3d-f379-475e-9791-0c552029d09a" providerId="ADAL" clId="{7630E7C3-314A-4775-A5EC-1B51F12CA97B}" dt="2026-09-28T17:36:10.258" v="1574" actId="1076"/>
          <ac:cxnSpMkLst>
            <pc:docMk/>
            <pc:sldMk cId="1618021283" sldId="315"/>
            <ac:cxnSpMk id="31" creationId="{2B74DD1B-B232-2D33-8827-448A83FD6C60}"/>
          </ac:cxnSpMkLst>
        </pc:cxnChg>
        <pc:cxnChg chg="mod">
          <ac:chgData name="Harvey Watson" userId="6d745f3d-f379-475e-9791-0c552029d09a" providerId="ADAL" clId="{7630E7C3-314A-4775-A5EC-1B51F12CA97B}" dt="2026-09-28T17:36:10.258" v="1574" actId="1076"/>
          <ac:cxnSpMkLst>
            <pc:docMk/>
            <pc:sldMk cId="1618021283" sldId="315"/>
            <ac:cxnSpMk id="32" creationId="{8976300C-5B16-8B35-B99B-F59E991A3400}"/>
          </ac:cxnSpMkLst>
        </pc:cxnChg>
        <pc:cxnChg chg="mod">
          <ac:chgData name="Harvey Watson" userId="6d745f3d-f379-475e-9791-0c552029d09a" providerId="ADAL" clId="{7630E7C3-314A-4775-A5EC-1B51F12CA97B}" dt="2026-09-28T17:36:10.258" v="1574" actId="1076"/>
          <ac:cxnSpMkLst>
            <pc:docMk/>
            <pc:sldMk cId="1618021283" sldId="315"/>
            <ac:cxnSpMk id="39" creationId="{A90F06C4-B478-3472-1A57-E4212D5951D0}"/>
          </ac:cxnSpMkLst>
        </pc:cxnChg>
        <pc:cxnChg chg="mod">
          <ac:chgData name="Harvey Watson" userId="6d745f3d-f379-475e-9791-0c552029d09a" providerId="ADAL" clId="{7630E7C3-314A-4775-A5EC-1B51F12CA97B}" dt="2026-09-28T17:58:32.569" v="1660" actId="1076"/>
          <ac:cxnSpMkLst>
            <pc:docMk/>
            <pc:sldMk cId="1618021283" sldId="315"/>
            <ac:cxnSpMk id="42" creationId="{3C59E342-7F14-74A2-82CA-DE0C4FBFA105}"/>
          </ac:cxnSpMkLst>
        </pc:cxnChg>
        <pc:cxnChg chg="mod">
          <ac:chgData name="Harvey Watson" userId="6d745f3d-f379-475e-9791-0c552029d09a" providerId="ADAL" clId="{7630E7C3-314A-4775-A5EC-1B51F12CA97B}" dt="2026-09-28T17:58:32.569" v="1660" actId="1076"/>
          <ac:cxnSpMkLst>
            <pc:docMk/>
            <pc:sldMk cId="1618021283" sldId="315"/>
            <ac:cxnSpMk id="43" creationId="{1E3770EF-DCF4-7907-0316-7656B1E812E9}"/>
          </ac:cxnSpMkLst>
        </pc:cxnChg>
      </pc:sldChg>
      <pc:sldChg chg="delSp modSp mod">
        <pc:chgData name="Harvey Watson" userId="6d745f3d-f379-475e-9791-0c552029d09a" providerId="ADAL" clId="{7630E7C3-314A-4775-A5EC-1B51F12CA97B}" dt="2026-09-25T22:20:16.282" v="1439" actId="14100"/>
        <pc:sldMkLst>
          <pc:docMk/>
          <pc:sldMk cId="3120997784" sldId="332"/>
        </pc:sldMkLst>
        <pc:spChg chg="mod">
          <ac:chgData name="Harvey Watson" userId="6d745f3d-f379-475e-9791-0c552029d09a" providerId="ADAL" clId="{7630E7C3-314A-4775-A5EC-1B51F12CA97B}" dt="2026-09-25T22:20:07.698" v="1438" actId="20577"/>
          <ac:spMkLst>
            <pc:docMk/>
            <pc:sldMk cId="3120997784" sldId="332"/>
            <ac:spMk id="9" creationId="{EB2830BA-F813-F7B1-1006-4054E72CAC34}"/>
          </ac:spMkLst>
        </pc:spChg>
      </pc:sldChg>
      <pc:sldChg chg="modSp mod">
        <pc:chgData name="Harvey Watson" userId="6d745f3d-f379-475e-9791-0c552029d09a" providerId="ADAL" clId="{7630E7C3-314A-4775-A5EC-1B51F12CA97B}" dt="2026-09-28T17:33:52.803" v="1559" actId="20577"/>
        <pc:sldMkLst>
          <pc:docMk/>
          <pc:sldMk cId="3596960166" sldId="333"/>
        </pc:sldMkLst>
        <pc:spChg chg="mod">
          <ac:chgData name="Harvey Watson" userId="6d745f3d-f379-475e-9791-0c552029d09a" providerId="ADAL" clId="{7630E7C3-314A-4775-A5EC-1B51F12CA97B}" dt="2026-09-28T17:33:52.803" v="1559" actId="20577"/>
          <ac:spMkLst>
            <pc:docMk/>
            <pc:sldMk cId="3596960166" sldId="333"/>
            <ac:spMk id="4" creationId="{81ADC63A-BBDF-A8DB-9228-CE9B3A4C9519}"/>
          </ac:spMkLst>
        </pc:spChg>
      </pc:sldChg>
      <pc:sldChg chg="del">
        <pc:chgData name="Harvey Watson" userId="6d745f3d-f379-475e-9791-0c552029d09a" providerId="ADAL" clId="{7630E7C3-314A-4775-A5EC-1B51F12CA97B}" dt="2026-09-28T17:24:01.854" v="1550" actId="47"/>
        <pc:sldMkLst>
          <pc:docMk/>
          <pc:sldMk cId="628435026" sldId="340"/>
        </pc:sldMkLst>
      </pc:sldChg>
      <pc:sldChg chg="addSp delSp modSp mod setBg">
        <pc:chgData name="Harvey Watson" userId="6d745f3d-f379-475e-9791-0c552029d09a" providerId="ADAL" clId="{7630E7C3-314A-4775-A5EC-1B51F12CA97B}" dt="2026-09-28T17:21:39.882" v="1478" actId="26606"/>
        <pc:sldMkLst>
          <pc:docMk/>
          <pc:sldMk cId="284932576" sldId="342"/>
        </pc:sldMkLst>
        <pc:picChg chg="del">
          <ac:chgData name="Harvey Watson" userId="6d745f3d-f379-475e-9791-0c552029d09a" providerId="ADAL" clId="{7630E7C3-314A-4775-A5EC-1B51F12CA97B}" dt="2026-09-28T17:21:09.896" v="1461" actId="478"/>
          <ac:picMkLst>
            <pc:docMk/>
            <pc:sldMk cId="284932576" sldId="342"/>
            <ac:picMk id="3" creationId="{876871E5-45EE-4F5E-5ECD-C5AEB2E443E6}"/>
          </ac:picMkLst>
        </pc:picChg>
        <pc:picChg chg="add mod">
          <ac:chgData name="Harvey Watson" userId="6d745f3d-f379-475e-9791-0c552029d09a" providerId="ADAL" clId="{7630E7C3-314A-4775-A5EC-1B51F12CA97B}" dt="2026-09-28T17:21:39.882" v="1478" actId="26606"/>
          <ac:picMkLst>
            <pc:docMk/>
            <pc:sldMk cId="284932576" sldId="342"/>
            <ac:picMk id="4" creationId="{9E1757D6-3FDF-7F58-9C96-2C082B4B322F}"/>
          </ac:picMkLst>
        </pc:picChg>
      </pc:sldChg>
      <pc:sldChg chg="addSp delSp modSp mod setBg">
        <pc:chgData name="Harvey Watson" userId="6d745f3d-f379-475e-9791-0c552029d09a" providerId="ADAL" clId="{7630E7C3-314A-4775-A5EC-1B51F12CA97B}" dt="2026-09-28T17:22:06.672" v="1490" actId="27614"/>
        <pc:sldMkLst>
          <pc:docMk/>
          <pc:sldMk cId="2971065852" sldId="343"/>
        </pc:sldMkLst>
        <pc:picChg chg="del">
          <ac:chgData name="Harvey Watson" userId="6d745f3d-f379-475e-9791-0c552029d09a" providerId="ADAL" clId="{7630E7C3-314A-4775-A5EC-1B51F12CA97B}" dt="2026-09-28T17:21:54.757" v="1483" actId="478"/>
          <ac:picMkLst>
            <pc:docMk/>
            <pc:sldMk cId="2971065852" sldId="343"/>
            <ac:picMk id="3" creationId="{0909BA15-4383-55C7-EFA0-B9B78A1A6EC3}"/>
          </ac:picMkLst>
        </pc:picChg>
        <pc:picChg chg="add mod">
          <ac:chgData name="Harvey Watson" userId="6d745f3d-f379-475e-9791-0c552029d09a" providerId="ADAL" clId="{7630E7C3-314A-4775-A5EC-1B51F12CA97B}" dt="2026-09-28T17:22:06.672" v="1490" actId="27614"/>
          <ac:picMkLst>
            <pc:docMk/>
            <pc:sldMk cId="2971065852" sldId="343"/>
            <ac:picMk id="4" creationId="{356DF41B-719F-D16B-9DD9-B90F360EF61E}"/>
          </ac:picMkLst>
        </pc:picChg>
      </pc:sldChg>
      <pc:sldChg chg="addSp delSp modSp mod setBg">
        <pc:chgData name="Harvey Watson" userId="6d745f3d-f379-475e-9791-0c552029d09a" providerId="ADAL" clId="{7630E7C3-314A-4775-A5EC-1B51F12CA97B}" dt="2026-09-28T17:22:16.409" v="1498" actId="27614"/>
        <pc:sldMkLst>
          <pc:docMk/>
          <pc:sldMk cId="3569931275" sldId="344"/>
        </pc:sldMkLst>
        <pc:picChg chg="del">
          <ac:chgData name="Harvey Watson" userId="6d745f3d-f379-475e-9791-0c552029d09a" providerId="ADAL" clId="{7630E7C3-314A-4775-A5EC-1B51F12CA97B}" dt="2026-09-28T17:22:03.915" v="1489" actId="478"/>
          <ac:picMkLst>
            <pc:docMk/>
            <pc:sldMk cId="3569931275" sldId="344"/>
            <ac:picMk id="3" creationId="{889D7B31-83EC-075E-E3FE-D99DBB891567}"/>
          </ac:picMkLst>
        </pc:picChg>
        <pc:picChg chg="add mod">
          <ac:chgData name="Harvey Watson" userId="6d745f3d-f379-475e-9791-0c552029d09a" providerId="ADAL" clId="{7630E7C3-314A-4775-A5EC-1B51F12CA97B}" dt="2026-09-28T17:22:16.409" v="1498" actId="27614"/>
          <ac:picMkLst>
            <pc:docMk/>
            <pc:sldMk cId="3569931275" sldId="344"/>
            <ac:picMk id="4" creationId="{06762C5E-6F54-BEB5-71D5-0C9F797BDF16}"/>
          </ac:picMkLst>
        </pc:picChg>
      </pc:sldChg>
      <pc:sldChg chg="addSp delSp modSp mod setBg">
        <pc:chgData name="Harvey Watson" userId="6d745f3d-f379-475e-9791-0c552029d09a" providerId="ADAL" clId="{7630E7C3-314A-4775-A5EC-1B51F12CA97B}" dt="2026-09-28T17:22:24.136" v="1501" actId="962"/>
        <pc:sldMkLst>
          <pc:docMk/>
          <pc:sldMk cId="2343283155" sldId="345"/>
        </pc:sldMkLst>
        <pc:picChg chg="del">
          <ac:chgData name="Harvey Watson" userId="6d745f3d-f379-475e-9791-0c552029d09a" providerId="ADAL" clId="{7630E7C3-314A-4775-A5EC-1B51F12CA97B}" dt="2026-09-28T17:22:10.304" v="1494" actId="478"/>
          <ac:picMkLst>
            <pc:docMk/>
            <pc:sldMk cId="2343283155" sldId="345"/>
            <ac:picMk id="3" creationId="{3B2E964A-C57F-B3D9-980F-9975B29698CC}"/>
          </ac:picMkLst>
        </pc:picChg>
        <pc:picChg chg="add mod">
          <ac:chgData name="Harvey Watson" userId="6d745f3d-f379-475e-9791-0c552029d09a" providerId="ADAL" clId="{7630E7C3-314A-4775-A5EC-1B51F12CA97B}" dt="2026-09-28T17:22:24.136" v="1501" actId="962"/>
          <ac:picMkLst>
            <pc:docMk/>
            <pc:sldMk cId="2343283155" sldId="345"/>
            <ac:picMk id="4" creationId="{25DFA79B-B709-970E-8FA6-86F8BF828223}"/>
          </ac:picMkLst>
        </pc:picChg>
      </pc:sldChg>
      <pc:sldChg chg="addSp delSp modSp mod setBg">
        <pc:chgData name="Harvey Watson" userId="6d745f3d-f379-475e-9791-0c552029d09a" providerId="ADAL" clId="{7630E7C3-314A-4775-A5EC-1B51F12CA97B}" dt="2026-09-28T17:22:44.763" v="1506" actId="27614"/>
        <pc:sldMkLst>
          <pc:docMk/>
          <pc:sldMk cId="3578558935" sldId="346"/>
        </pc:sldMkLst>
        <pc:picChg chg="del">
          <ac:chgData name="Harvey Watson" userId="6d745f3d-f379-475e-9791-0c552029d09a" providerId="ADAL" clId="{7630E7C3-314A-4775-A5EC-1B51F12CA97B}" dt="2026-09-28T17:22:32.064" v="1502" actId="478"/>
          <ac:picMkLst>
            <pc:docMk/>
            <pc:sldMk cId="3578558935" sldId="346"/>
            <ac:picMk id="3" creationId="{7BAB7C6D-C718-385A-1C75-A805A111A5C6}"/>
          </ac:picMkLst>
        </pc:picChg>
        <pc:picChg chg="add mod">
          <ac:chgData name="Harvey Watson" userId="6d745f3d-f379-475e-9791-0c552029d09a" providerId="ADAL" clId="{7630E7C3-314A-4775-A5EC-1B51F12CA97B}" dt="2026-09-28T17:22:44.763" v="1506" actId="27614"/>
          <ac:picMkLst>
            <pc:docMk/>
            <pc:sldMk cId="3578558935" sldId="346"/>
            <ac:picMk id="4" creationId="{1CEB6D4F-AB94-C6BB-6D8A-32114142472D}"/>
          </ac:picMkLst>
        </pc:picChg>
      </pc:sldChg>
      <pc:sldChg chg="addSp delSp modSp mod setBg">
        <pc:chgData name="Harvey Watson" userId="6d745f3d-f379-475e-9791-0c552029d09a" providerId="ADAL" clId="{7630E7C3-314A-4775-A5EC-1B51F12CA97B}" dt="2026-09-28T17:23:01.421" v="1515" actId="27614"/>
        <pc:sldMkLst>
          <pc:docMk/>
          <pc:sldMk cId="1380207719" sldId="347"/>
        </pc:sldMkLst>
        <pc:picChg chg="del">
          <ac:chgData name="Harvey Watson" userId="6d745f3d-f379-475e-9791-0c552029d09a" providerId="ADAL" clId="{7630E7C3-314A-4775-A5EC-1B51F12CA97B}" dt="2026-09-28T17:22:47.693" v="1507" actId="478"/>
          <ac:picMkLst>
            <pc:docMk/>
            <pc:sldMk cId="1380207719" sldId="347"/>
            <ac:picMk id="3" creationId="{D3A167FD-1A24-9C9A-8602-5E74B1EBF266}"/>
          </ac:picMkLst>
        </pc:picChg>
        <pc:picChg chg="add mod">
          <ac:chgData name="Harvey Watson" userId="6d745f3d-f379-475e-9791-0c552029d09a" providerId="ADAL" clId="{7630E7C3-314A-4775-A5EC-1B51F12CA97B}" dt="2026-09-28T17:23:01.421" v="1515" actId="27614"/>
          <ac:picMkLst>
            <pc:docMk/>
            <pc:sldMk cId="1380207719" sldId="347"/>
            <ac:picMk id="4" creationId="{747706F7-B79B-3501-767C-6326CA21735C}"/>
          </ac:picMkLst>
        </pc:picChg>
      </pc:sldChg>
      <pc:sldChg chg="addSp delSp modSp mod setBg">
        <pc:chgData name="Harvey Watson" userId="6d745f3d-f379-475e-9791-0c552029d09a" providerId="ADAL" clId="{7630E7C3-314A-4775-A5EC-1B51F12CA97B}" dt="2026-09-28T17:23:08.294" v="1521" actId="27614"/>
        <pc:sldMkLst>
          <pc:docMk/>
          <pc:sldMk cId="2989783048" sldId="348"/>
        </pc:sldMkLst>
        <pc:picChg chg="del">
          <ac:chgData name="Harvey Watson" userId="6d745f3d-f379-475e-9791-0c552029d09a" providerId="ADAL" clId="{7630E7C3-314A-4775-A5EC-1B51F12CA97B}" dt="2026-09-28T17:22:55.459" v="1511" actId="478"/>
          <ac:picMkLst>
            <pc:docMk/>
            <pc:sldMk cId="2989783048" sldId="348"/>
            <ac:picMk id="3" creationId="{3A9FDFC5-EF6D-EE20-12E6-725ED567C483}"/>
          </ac:picMkLst>
        </pc:picChg>
        <pc:picChg chg="add mod">
          <ac:chgData name="Harvey Watson" userId="6d745f3d-f379-475e-9791-0c552029d09a" providerId="ADAL" clId="{7630E7C3-314A-4775-A5EC-1B51F12CA97B}" dt="2026-09-28T17:23:08.294" v="1521" actId="27614"/>
          <ac:picMkLst>
            <pc:docMk/>
            <pc:sldMk cId="2989783048" sldId="348"/>
            <ac:picMk id="4" creationId="{BF43F939-9084-0536-8D41-6A60E2FF351A}"/>
          </ac:picMkLst>
        </pc:picChg>
      </pc:sldChg>
      <pc:sldChg chg="addSp delSp modSp mod setBg">
        <pc:chgData name="Harvey Watson" userId="6d745f3d-f379-475e-9791-0c552029d09a" providerId="ADAL" clId="{7630E7C3-314A-4775-A5EC-1B51F12CA97B}" dt="2026-09-28T17:23:14.958" v="1525" actId="27614"/>
        <pc:sldMkLst>
          <pc:docMk/>
          <pc:sldMk cId="2867592328" sldId="349"/>
        </pc:sldMkLst>
        <pc:picChg chg="del mod">
          <ac:chgData name="Harvey Watson" userId="6d745f3d-f379-475e-9791-0c552029d09a" providerId="ADAL" clId="{7630E7C3-314A-4775-A5EC-1B51F12CA97B}" dt="2026-09-28T17:23:01.909" v="1517" actId="478"/>
          <ac:picMkLst>
            <pc:docMk/>
            <pc:sldMk cId="2867592328" sldId="349"/>
            <ac:picMk id="3" creationId="{B1720F4F-0F12-7536-0AE7-C91C7C5A300E}"/>
          </ac:picMkLst>
        </pc:picChg>
        <pc:picChg chg="add mod">
          <ac:chgData name="Harvey Watson" userId="6d745f3d-f379-475e-9791-0c552029d09a" providerId="ADAL" clId="{7630E7C3-314A-4775-A5EC-1B51F12CA97B}" dt="2026-09-28T17:23:14.958" v="1525" actId="27614"/>
          <ac:picMkLst>
            <pc:docMk/>
            <pc:sldMk cId="2867592328" sldId="349"/>
            <ac:picMk id="4" creationId="{B996B84A-09FC-250A-FACB-848F8B66A2B0}"/>
          </ac:picMkLst>
        </pc:picChg>
      </pc:sldChg>
      <pc:sldChg chg="addSp delSp modSp mod setBg">
        <pc:chgData name="Harvey Watson" userId="6d745f3d-f379-475e-9791-0c552029d09a" providerId="ADAL" clId="{7630E7C3-314A-4775-A5EC-1B51F12CA97B}" dt="2026-09-28T17:23:30.582" v="1540" actId="1076"/>
        <pc:sldMkLst>
          <pc:docMk/>
          <pc:sldMk cId="3503984817" sldId="350"/>
        </pc:sldMkLst>
        <pc:spChg chg="add del">
          <ac:chgData name="Harvey Watson" userId="6d745f3d-f379-475e-9791-0c552029d09a" providerId="ADAL" clId="{7630E7C3-314A-4775-A5EC-1B51F12CA97B}" dt="2026-09-28T17:23:18.124" v="1530" actId="26606"/>
          <ac:spMkLst>
            <pc:docMk/>
            <pc:sldMk cId="3503984817" sldId="350"/>
            <ac:spMk id="9" creationId="{42A4FC2C-047E-45A5-965D-8E1E3BF09BC6}"/>
          </ac:spMkLst>
        </pc:spChg>
        <pc:picChg chg="del">
          <ac:chgData name="Harvey Watson" userId="6d745f3d-f379-475e-9791-0c552029d09a" providerId="ADAL" clId="{7630E7C3-314A-4775-A5EC-1B51F12CA97B}" dt="2026-09-28T17:23:09.083" v="1522" actId="478"/>
          <ac:picMkLst>
            <pc:docMk/>
            <pc:sldMk cId="3503984817" sldId="350"/>
            <ac:picMk id="3" creationId="{DCADF6AD-C72E-6421-6CD3-835EF981229A}"/>
          </ac:picMkLst>
        </pc:picChg>
        <pc:picChg chg="add mod">
          <ac:chgData name="Harvey Watson" userId="6d745f3d-f379-475e-9791-0c552029d09a" providerId="ADAL" clId="{7630E7C3-314A-4775-A5EC-1B51F12CA97B}" dt="2026-09-28T17:23:30.582" v="1540" actId="1076"/>
          <ac:picMkLst>
            <pc:docMk/>
            <pc:sldMk cId="3503984817" sldId="350"/>
            <ac:picMk id="4" creationId="{0545B035-5DF7-4B70-F8A4-CA8B0D698EFA}"/>
          </ac:picMkLst>
        </pc:picChg>
      </pc:sldChg>
      <pc:sldChg chg="addSp delSp modSp mod">
        <pc:chgData name="Harvey Watson" userId="6d745f3d-f379-475e-9791-0c552029d09a" providerId="ADAL" clId="{7630E7C3-314A-4775-A5EC-1B51F12CA97B}" dt="2026-09-28T17:23:55.096" v="1549" actId="27614"/>
        <pc:sldMkLst>
          <pc:docMk/>
          <pc:sldMk cId="3824999413" sldId="351"/>
        </pc:sldMkLst>
        <pc:picChg chg="del">
          <ac:chgData name="Harvey Watson" userId="6d745f3d-f379-475e-9791-0c552029d09a" providerId="ADAL" clId="{7630E7C3-314A-4775-A5EC-1B51F12CA97B}" dt="2026-09-28T17:23:39.824" v="1544" actId="478"/>
          <ac:picMkLst>
            <pc:docMk/>
            <pc:sldMk cId="3824999413" sldId="351"/>
            <ac:picMk id="2" creationId="{E022E3DD-6404-92D3-1F30-D2686723E5A0}"/>
          </ac:picMkLst>
        </pc:picChg>
        <pc:picChg chg="add del">
          <ac:chgData name="Harvey Watson" userId="6d745f3d-f379-475e-9791-0c552029d09a" providerId="ADAL" clId="{7630E7C3-314A-4775-A5EC-1B51F12CA97B}" dt="2026-09-28T17:23:38.764" v="1543" actId="478"/>
          <ac:picMkLst>
            <pc:docMk/>
            <pc:sldMk cId="3824999413" sldId="351"/>
            <ac:picMk id="3" creationId="{535ABCC8-DF87-BC40-93B0-28C82481222C}"/>
          </ac:picMkLst>
        </pc:picChg>
        <pc:picChg chg="add mod">
          <ac:chgData name="Harvey Watson" userId="6d745f3d-f379-475e-9791-0c552029d09a" providerId="ADAL" clId="{7630E7C3-314A-4775-A5EC-1B51F12CA97B}" dt="2026-09-28T17:23:55.096" v="1549" actId="27614"/>
          <ac:picMkLst>
            <pc:docMk/>
            <pc:sldMk cId="3824999413" sldId="351"/>
            <ac:picMk id="5" creationId="{0BD53EEC-6EC8-18DA-BA9F-4E20E4D51CDA}"/>
          </ac:picMkLst>
        </pc:picChg>
      </pc:sldChg>
      <pc:sldChg chg="addSp delSp modSp add mod">
        <pc:chgData name="Harvey Watson" userId="6d745f3d-f379-475e-9791-0c552029d09a" providerId="ADAL" clId="{7630E7C3-314A-4775-A5EC-1B51F12CA97B}" dt="2026-09-25T22:19:45.194" v="1433" actId="1076"/>
        <pc:sldMkLst>
          <pc:docMk/>
          <pc:sldMk cId="1618848333" sldId="469"/>
        </pc:sldMkLst>
        <pc:spChg chg="add del mod">
          <ac:chgData name="Harvey Watson" userId="6d745f3d-f379-475e-9791-0c552029d09a" providerId="ADAL" clId="{7630E7C3-314A-4775-A5EC-1B51F12CA97B}" dt="2026-09-25T22:19:45.194" v="1433" actId="1076"/>
          <ac:spMkLst>
            <pc:docMk/>
            <pc:sldMk cId="1618848333" sldId="469"/>
            <ac:spMk id="10" creationId="{CB72CA42-245D-1F44-1FE8-739674E8A408}"/>
          </ac:spMkLst>
        </pc:spChg>
      </pc:sldChg>
    </pc:docChg>
  </pc:docChgLst>
  <pc:docChgLst>
    <pc:chgData name="Carter Balow" userId="S::caba8627@colorado.edu::2145a10f-2535-4f09-9521-1ac0adf1bd04" providerId="AD" clId="Web-{DE7052DE-27B0-23D1-C2A5-F491E0F8E8A9}"/>
    <pc:docChg chg="modSld sldOrd">
      <pc:chgData name="Carter Balow" userId="S::caba8627@colorado.edu::2145a10f-2535-4f09-9521-1ac0adf1bd04" providerId="AD" clId="Web-{DE7052DE-27B0-23D1-C2A5-F491E0F8E8A9}" dt="2026-09-24T17:23:00.873" v="7" actId="1076"/>
      <pc:docMkLst>
        <pc:docMk/>
      </pc:docMkLst>
      <pc:sldChg chg="modSp">
        <pc:chgData name="Carter Balow" userId="S::caba8627@colorado.edu::2145a10f-2535-4f09-9521-1ac0adf1bd04" providerId="AD" clId="Web-{DE7052DE-27B0-23D1-C2A5-F491E0F8E8A9}" dt="2026-09-24T17:23:00.873" v="7" actId="1076"/>
        <pc:sldMkLst>
          <pc:docMk/>
          <pc:sldMk cId="1818599228" sldId="457"/>
        </pc:sldMkLst>
        <pc:picChg chg="mod">
          <ac:chgData name="Carter Balow" userId="S::caba8627@colorado.edu::2145a10f-2535-4f09-9521-1ac0adf1bd04" providerId="AD" clId="Web-{DE7052DE-27B0-23D1-C2A5-F491E0F8E8A9}" dt="2026-09-24T17:23:00.873" v="7" actId="1076"/>
          <ac:picMkLst>
            <pc:docMk/>
            <pc:sldMk cId="1818599228" sldId="457"/>
            <ac:picMk id="11" creationId="{58FE328D-B3D5-01A3-54EB-2BE994F287E9}"/>
          </ac:picMkLst>
        </pc:picChg>
      </pc:sldChg>
    </pc:docChg>
  </pc:docChgLst>
  <pc:docChgLst>
    <pc:chgData name="Ian Jaggi" userId="S::iaja6607@colorado.edu::b21bfc62-fedc-4bee-a2ec-17472b30e995" providerId="AD" clId="Web-{00000000-0000-0000-0000-000000000000}"/>
    <pc:docChg chg="modSld">
      <pc:chgData name="Ian Jaggi" userId="S::iaja6607@colorado.edu::b21bfc62-fedc-4bee-a2ec-17472b30e995" providerId="AD" clId="Web-{00000000-0000-0000-0000-000000000000}" dt="2026-09-28T19:01:07.373" v="2543"/>
      <pc:docMkLst>
        <pc:docMk/>
      </pc:docMkLst>
      <pc:sldChg chg="modNotes">
        <pc:chgData name="Ian Jaggi" userId="S::iaja6607@colorado.edu::b21bfc62-fedc-4bee-a2ec-17472b30e995" providerId="AD" clId="Web-{00000000-0000-0000-0000-000000000000}" dt="2026-09-28T18:59:59.858" v="2513"/>
        <pc:sldMkLst>
          <pc:docMk/>
          <pc:sldMk cId="0" sldId="261"/>
        </pc:sldMkLst>
      </pc:sldChg>
      <pc:sldChg chg="modSp modNotes">
        <pc:chgData name="Ian Jaggi" userId="S::iaja6607@colorado.edu::b21bfc62-fedc-4bee-a2ec-17472b30e995" providerId="AD" clId="Web-{00000000-0000-0000-0000-000000000000}" dt="2026-09-28T19:01:07.373" v="2543"/>
        <pc:sldMkLst>
          <pc:docMk/>
          <pc:sldMk cId="4026320584" sldId="358"/>
        </pc:sldMkLst>
        <pc:graphicFrameChg chg="modGraphic">
          <ac:chgData name="Ian Jaggi" userId="S::iaja6607@colorado.edu::b21bfc62-fedc-4bee-a2ec-17472b30e995" providerId="AD" clId="Web-{00000000-0000-0000-0000-000000000000}" dt="2026-09-28T18:37:33.746" v="1132"/>
          <ac:graphicFrameMkLst>
            <pc:docMk/>
            <pc:sldMk cId="4026320584" sldId="358"/>
            <ac:graphicFrameMk id="9" creationId="{70326BBA-307F-474D-955F-EE66F920D2AE}"/>
          </ac:graphicFrameMkLst>
        </pc:graphicFrameChg>
      </pc:sldChg>
      <pc:sldChg chg="modNotes">
        <pc:chgData name="Ian Jaggi" userId="S::iaja6607@colorado.edu::b21bfc62-fedc-4bee-a2ec-17472b30e995" providerId="AD" clId="Web-{00000000-0000-0000-0000-000000000000}" dt="2026-09-28T18:58:37.061" v="2508"/>
        <pc:sldMkLst>
          <pc:docMk/>
          <pc:sldMk cId="2305334155" sldId="416"/>
        </pc:sldMkLst>
      </pc:sldChg>
    </pc:docChg>
  </pc:docChgLst>
  <pc:docChgLst>
    <pc:chgData name="Sovann Bonini" userId="S::sobo7975@colorado.edu::fadc9a76-19bb-4e15-b9f5-0714ee2c1cba" providerId="AD" clId="Web-{B2D33D9A-FFC3-EF3D-4B53-DDB8ED03AA9F}"/>
    <pc:docChg chg="addSld modSld">
      <pc:chgData name="Sovann Bonini" userId="S::sobo7975@colorado.edu::fadc9a76-19bb-4e15-b9f5-0714ee2c1cba" providerId="AD" clId="Web-{B2D33D9A-FFC3-EF3D-4B53-DDB8ED03AA9F}" dt="2026-09-27T22:55:34.827" v="38" actId="14100"/>
      <pc:docMkLst>
        <pc:docMk/>
      </pc:docMkLst>
      <pc:sldChg chg="modSp">
        <pc:chgData name="Sovann Bonini" userId="S::sobo7975@colorado.edu::fadc9a76-19bb-4e15-b9f5-0714ee2c1cba" providerId="AD" clId="Web-{B2D33D9A-FFC3-EF3D-4B53-DDB8ED03AA9F}" dt="2026-09-27T22:55:34.827" v="38" actId="14100"/>
        <pc:sldMkLst>
          <pc:docMk/>
          <pc:sldMk cId="1405725795" sldId="472"/>
        </pc:sldMkLst>
        <pc:spChg chg="mod">
          <ac:chgData name="Sovann Bonini" userId="S::sobo7975@colorado.edu::fadc9a76-19bb-4e15-b9f5-0714ee2c1cba" providerId="AD" clId="Web-{B2D33D9A-FFC3-EF3D-4B53-DDB8ED03AA9F}" dt="2026-09-27T22:45:54.699" v="20" actId="20577"/>
          <ac:spMkLst>
            <pc:docMk/>
            <pc:sldMk cId="1405725795" sldId="472"/>
            <ac:spMk id="4" creationId="{9CFF6202-4C90-E0C5-42E0-73D9978A8473}"/>
          </ac:spMkLst>
        </pc:spChg>
        <pc:picChg chg="mod">
          <ac:chgData name="Sovann Bonini" userId="S::sobo7975@colorado.edu::fadc9a76-19bb-4e15-b9f5-0714ee2c1cba" providerId="AD" clId="Web-{B2D33D9A-FFC3-EF3D-4B53-DDB8ED03AA9F}" dt="2026-09-27T22:55:34.827" v="38" actId="14100"/>
          <ac:picMkLst>
            <pc:docMk/>
            <pc:sldMk cId="1405725795" sldId="472"/>
            <ac:picMk id="7" creationId="{AAFE2E69-A621-7EF2-316B-5BDC1537B1DC}"/>
          </ac:picMkLst>
        </pc:picChg>
      </pc:sldChg>
      <pc:sldChg chg="addSp delSp modSp">
        <pc:chgData name="Sovann Bonini" userId="S::sobo7975@colorado.edu::fadc9a76-19bb-4e15-b9f5-0714ee2c1cba" providerId="AD" clId="Web-{B2D33D9A-FFC3-EF3D-4B53-DDB8ED03AA9F}" dt="2026-09-27T22:55:28.468" v="32" actId="1076"/>
        <pc:sldMkLst>
          <pc:docMk/>
          <pc:sldMk cId="2457259296" sldId="473"/>
        </pc:sldMkLst>
        <pc:spChg chg="mod">
          <ac:chgData name="Sovann Bonini" userId="S::sobo7975@colorado.edu::fadc9a76-19bb-4e15-b9f5-0714ee2c1cba" providerId="AD" clId="Web-{B2D33D9A-FFC3-EF3D-4B53-DDB8ED03AA9F}" dt="2026-09-27T22:45:54.777" v="22" actId="20577"/>
          <ac:spMkLst>
            <pc:docMk/>
            <pc:sldMk cId="2457259296" sldId="473"/>
            <ac:spMk id="4" creationId="{7017B644-B267-470F-5F2C-524929512C35}"/>
          </ac:spMkLst>
        </pc:spChg>
        <pc:picChg chg="add mod modCrop">
          <ac:chgData name="Sovann Bonini" userId="S::sobo7975@colorado.edu::fadc9a76-19bb-4e15-b9f5-0714ee2c1cba" providerId="AD" clId="Web-{B2D33D9A-FFC3-EF3D-4B53-DDB8ED03AA9F}" dt="2026-09-27T22:55:28.468" v="32" actId="1076"/>
          <ac:picMkLst>
            <pc:docMk/>
            <pc:sldMk cId="2457259296" sldId="473"/>
            <ac:picMk id="8" creationId="{EC15E1C9-6768-EFD6-3B88-53E7F57F8C32}"/>
          </ac:picMkLst>
        </pc:picChg>
      </pc:sldChg>
      <pc:sldChg chg="addSp delSp modSp add replId">
        <pc:chgData name="Sovann Bonini" userId="S::sobo7975@colorado.edu::fadc9a76-19bb-4e15-b9f5-0714ee2c1cba" providerId="AD" clId="Web-{B2D33D9A-FFC3-EF3D-4B53-DDB8ED03AA9F}" dt="2026-09-27T22:55:32.077" v="35" actId="1076"/>
        <pc:sldMkLst>
          <pc:docMk/>
          <pc:sldMk cId="3006874005" sldId="474"/>
        </pc:sldMkLst>
        <pc:spChg chg="mod">
          <ac:chgData name="Sovann Bonini" userId="S::sobo7975@colorado.edu::fadc9a76-19bb-4e15-b9f5-0714ee2c1cba" providerId="AD" clId="Web-{B2D33D9A-FFC3-EF3D-4B53-DDB8ED03AA9F}" dt="2026-09-27T22:45:54.511" v="19" actId="20577"/>
          <ac:spMkLst>
            <pc:docMk/>
            <pc:sldMk cId="3006874005" sldId="474"/>
            <ac:spMk id="4" creationId="{1A40A924-8562-E13D-AB43-9F44F36254FF}"/>
          </ac:spMkLst>
        </pc:spChg>
        <pc:picChg chg="add mod">
          <ac:chgData name="Sovann Bonini" userId="S::sobo7975@colorado.edu::fadc9a76-19bb-4e15-b9f5-0714ee2c1cba" providerId="AD" clId="Web-{B2D33D9A-FFC3-EF3D-4B53-DDB8ED03AA9F}" dt="2026-09-27T22:55:32.077" v="35" actId="1076"/>
          <ac:picMkLst>
            <pc:docMk/>
            <pc:sldMk cId="3006874005" sldId="474"/>
            <ac:picMk id="9" creationId="{94B5B7D8-7A52-D982-3EA9-A84B404061C4}"/>
          </ac:picMkLst>
        </pc:picChg>
      </pc:sldChg>
    </pc:docChg>
  </pc:docChgLst>
  <pc:docChgLst>
    <pc:chgData name="Harlie Lewallen" userId="S::hale1119@colorado.edu::2de05189-0d03-4411-b0bf-f81d78b334df" providerId="AD" clId="Web-{A791A5CA-74FE-5910-FC14-5EE7CFF2BCB2}"/>
    <pc:docChg chg="addSld delSld">
      <pc:chgData name="Harlie Lewallen" userId="S::hale1119@colorado.edu::2de05189-0d03-4411-b0bf-f81d78b334df" providerId="AD" clId="Web-{A791A5CA-74FE-5910-FC14-5EE7CFF2BCB2}" dt="2026-09-27T14:57:32.749" v="1"/>
      <pc:docMkLst>
        <pc:docMk/>
      </pc:docMkLst>
    </pc:docChg>
  </pc:docChgLst>
  <pc:docChgLst>
    <pc:chgData name="Andrei Teo" userId="S::ante8876@colorado.edu::2a3ad7db-c446-421d-b24d-2a6159a8ce90" providerId="AD" clId="Web-{00000000-0000-0000-0000-000000000000}"/>
    <pc:docChg chg="modSld">
      <pc:chgData name="Andrei Teo" userId="S::ante8876@colorado.edu::2a3ad7db-c446-421d-b24d-2a6159a8ce90" providerId="AD" clId="Web-{00000000-0000-0000-0000-000000000000}" dt="2026-09-24T17:54:36.089" v="74"/>
      <pc:docMkLst>
        <pc:docMk/>
      </pc:docMkLst>
      <pc:sldChg chg="modSp">
        <pc:chgData name="Andrei Teo" userId="S::ante8876@colorado.edu::2a3ad7db-c446-421d-b24d-2a6159a8ce90" providerId="AD" clId="Web-{00000000-0000-0000-0000-000000000000}" dt="2026-09-24T17:51:17.763" v="25"/>
        <pc:sldMkLst>
          <pc:docMk/>
          <pc:sldMk cId="3343433889" sldId="455"/>
        </pc:sldMkLst>
        <pc:graphicFrameChg chg="mod modGraphic">
          <ac:chgData name="Andrei Teo" userId="S::ante8876@colorado.edu::2a3ad7db-c446-421d-b24d-2a6159a8ce90" providerId="AD" clId="Web-{00000000-0000-0000-0000-000000000000}" dt="2026-09-24T17:51:17.763" v="25"/>
          <ac:graphicFrameMkLst>
            <pc:docMk/>
            <pc:sldMk cId="3343433889" sldId="455"/>
            <ac:graphicFrameMk id="9" creationId="{A36185F4-4F34-9438-5D52-7AC124FA1CD9}"/>
          </ac:graphicFrameMkLst>
        </pc:graphicFrameChg>
      </pc:sldChg>
      <pc:sldChg chg="modSp">
        <pc:chgData name="Andrei Teo" userId="S::ante8876@colorado.edu::2a3ad7db-c446-421d-b24d-2a6159a8ce90" providerId="AD" clId="Web-{00000000-0000-0000-0000-000000000000}" dt="2026-09-24T17:51:47.465" v="40" actId="20577"/>
        <pc:sldMkLst>
          <pc:docMk/>
          <pc:sldMk cId="4062404694" sldId="456"/>
        </pc:sldMkLst>
        <pc:spChg chg="mod">
          <ac:chgData name="Andrei Teo" userId="S::ante8876@colorado.edu::2a3ad7db-c446-421d-b24d-2a6159a8ce90" providerId="AD" clId="Web-{00000000-0000-0000-0000-000000000000}" dt="2026-09-24T17:51:47.465" v="40" actId="20577"/>
          <ac:spMkLst>
            <pc:docMk/>
            <pc:sldMk cId="4062404694" sldId="456"/>
            <ac:spMk id="4" creationId="{C0ACE928-9B92-AE99-BF4D-5423C19E055D}"/>
          </ac:spMkLst>
        </pc:spChg>
      </pc:sldChg>
      <pc:sldChg chg="delSp modSp">
        <pc:chgData name="Andrei Teo" userId="S::ante8876@colorado.edu::2a3ad7db-c446-421d-b24d-2a6159a8ce90" providerId="AD" clId="Web-{00000000-0000-0000-0000-000000000000}" dt="2026-09-24T17:52:03.340" v="48" actId="20577"/>
        <pc:sldMkLst>
          <pc:docMk/>
          <pc:sldMk cId="1818599228" sldId="457"/>
        </pc:sldMkLst>
        <pc:spChg chg="mod">
          <ac:chgData name="Andrei Teo" userId="S::ante8876@colorado.edu::2a3ad7db-c446-421d-b24d-2a6159a8ce90" providerId="AD" clId="Web-{00000000-0000-0000-0000-000000000000}" dt="2026-09-24T17:51:52.700" v="41" actId="20577"/>
          <ac:spMkLst>
            <pc:docMk/>
            <pc:sldMk cId="1818599228" sldId="457"/>
            <ac:spMk id="4" creationId="{7E67E815-CD40-C716-7AC4-546F9404007A}"/>
          </ac:spMkLst>
        </pc:spChg>
        <pc:spChg chg="mod">
          <ac:chgData name="Andrei Teo" userId="S::ante8876@colorado.edu::2a3ad7db-c446-421d-b24d-2a6159a8ce90" providerId="AD" clId="Web-{00000000-0000-0000-0000-000000000000}" dt="2026-09-24T17:52:03.340" v="48" actId="20577"/>
          <ac:spMkLst>
            <pc:docMk/>
            <pc:sldMk cId="1818599228" sldId="457"/>
            <ac:spMk id="7" creationId="{6315911D-DDB2-60F9-D606-B5DBFC7B854A}"/>
          </ac:spMkLst>
        </pc:spChg>
        <pc:picChg chg="mod">
          <ac:chgData name="Andrei Teo" userId="S::ante8876@colorado.edu::2a3ad7db-c446-421d-b24d-2a6159a8ce90" providerId="AD" clId="Web-{00000000-0000-0000-0000-000000000000}" dt="2026-09-24T17:25:20.335" v="3" actId="1076"/>
          <ac:picMkLst>
            <pc:docMk/>
            <pc:sldMk cId="1818599228" sldId="457"/>
            <ac:picMk id="11" creationId="{58FE328D-B3D5-01A3-54EB-2BE994F287E9}"/>
          </ac:picMkLst>
        </pc:picChg>
      </pc:sldChg>
      <pc:sldChg chg="modSp">
        <pc:chgData name="Andrei Teo" userId="S::ante8876@colorado.edu::2a3ad7db-c446-421d-b24d-2a6159a8ce90" providerId="AD" clId="Web-{00000000-0000-0000-0000-000000000000}" dt="2026-09-24T17:52:15.340" v="57" actId="20577"/>
        <pc:sldMkLst>
          <pc:docMk/>
          <pc:sldMk cId="3321812492" sldId="458"/>
        </pc:sldMkLst>
        <pc:spChg chg="mod">
          <ac:chgData name="Andrei Teo" userId="S::ante8876@colorado.edu::2a3ad7db-c446-421d-b24d-2a6159a8ce90" providerId="AD" clId="Web-{00000000-0000-0000-0000-000000000000}" dt="2026-09-24T17:52:08.043" v="52" actId="20577"/>
          <ac:spMkLst>
            <pc:docMk/>
            <pc:sldMk cId="3321812492" sldId="458"/>
            <ac:spMk id="4" creationId="{AAEE7F0F-0224-6276-9308-0E0366A5A664}"/>
          </ac:spMkLst>
        </pc:spChg>
        <pc:spChg chg="mod">
          <ac:chgData name="Andrei Teo" userId="S::ante8876@colorado.edu::2a3ad7db-c446-421d-b24d-2a6159a8ce90" providerId="AD" clId="Web-{00000000-0000-0000-0000-000000000000}" dt="2026-09-24T17:52:15.340" v="57" actId="20577"/>
          <ac:spMkLst>
            <pc:docMk/>
            <pc:sldMk cId="3321812492" sldId="458"/>
            <ac:spMk id="8" creationId="{93675DB4-4B25-B245-3686-1A51061C0B9C}"/>
          </ac:spMkLst>
        </pc:spChg>
      </pc:sldChg>
      <pc:sldChg chg="modSp">
        <pc:chgData name="Andrei Teo" userId="S::ante8876@colorado.edu::2a3ad7db-c446-421d-b24d-2a6159a8ce90" providerId="AD" clId="Web-{00000000-0000-0000-0000-000000000000}" dt="2026-09-24T17:54:36.089" v="74"/>
        <pc:sldMkLst>
          <pc:docMk/>
          <pc:sldMk cId="2190239225" sldId="460"/>
        </pc:sldMkLst>
        <pc:graphicFrameChg chg="mod modGraphic">
          <ac:chgData name="Andrei Teo" userId="S::ante8876@colorado.edu::2a3ad7db-c446-421d-b24d-2a6159a8ce90" providerId="AD" clId="Web-{00000000-0000-0000-0000-000000000000}" dt="2026-09-24T17:54:36.089" v="74"/>
          <ac:graphicFrameMkLst>
            <pc:docMk/>
            <pc:sldMk cId="2190239225" sldId="460"/>
            <ac:graphicFrameMk id="8" creationId="{2D833F99-4268-D3DE-DE27-CDF9FAD2C6E9}"/>
          </ac:graphicFrameMkLst>
        </pc:graphicFrameChg>
      </pc:sldChg>
    </pc:docChg>
  </pc:docChgLst>
  <pc:docChgLst>
    <pc:chgData name="Jeremy Kanter" userId="S::jeka6360@colorado.edu::18f16f3d-69c8-42ec-962a-a7642d847000" providerId="AD" clId="Web-{00000000-0000-0000-0000-000000000000}"/>
    <pc:docChg chg="modSld">
      <pc:chgData name="Jeremy Kanter" userId="S::jeka6360@colorado.edu::18f16f3d-69c8-42ec-962a-a7642d847000" providerId="AD" clId="Web-{00000000-0000-0000-0000-000000000000}" dt="2026-09-29T16:41:18.149" v="11"/>
      <pc:docMkLst>
        <pc:docMk/>
      </pc:docMkLst>
      <pc:sldChg chg="modSp">
        <pc:chgData name="Jeremy Kanter" userId="S::jeka6360@colorado.edu::18f16f3d-69c8-42ec-962a-a7642d847000" providerId="AD" clId="Web-{00000000-0000-0000-0000-000000000000}" dt="2026-09-29T16:41:18.149" v="11"/>
        <pc:sldMkLst>
          <pc:docMk/>
          <pc:sldMk cId="2154058214" sldId="422"/>
        </pc:sldMkLst>
        <pc:graphicFrameChg chg="mod modGraphic">
          <ac:chgData name="Jeremy Kanter" userId="S::jeka6360@colorado.edu::18f16f3d-69c8-42ec-962a-a7642d847000" providerId="AD" clId="Web-{00000000-0000-0000-0000-000000000000}" dt="2026-09-29T16:41:18.149" v="11"/>
          <ac:graphicFrameMkLst>
            <pc:docMk/>
            <pc:sldMk cId="2154058214" sldId="422"/>
            <ac:graphicFrameMk id="9" creationId="{B3C17548-D674-A613-6A6D-4ACC1A9F24BF}"/>
          </ac:graphicFrameMkLst>
        </pc:graphicFrameChg>
      </pc:sldChg>
    </pc:docChg>
  </pc:docChgLst>
  <pc:docChgLst>
    <pc:chgData name="Sovann Bonini" userId="S::sobo7975@colorado.edu::fadc9a76-19bb-4e15-b9f5-0714ee2c1cba" providerId="AD" clId="Web-{4C769900-F0B2-EB3D-89AB-19B312C92BC8}"/>
    <pc:docChg chg="addSld delSld modSld sldOrd">
      <pc:chgData name="Sovann Bonini" userId="S::sobo7975@colorado.edu::fadc9a76-19bb-4e15-b9f5-0714ee2c1cba" providerId="AD" clId="Web-{4C769900-F0B2-EB3D-89AB-19B312C92BC8}" dt="2026-09-25T17:21:04.438" v="683"/>
      <pc:docMkLst>
        <pc:docMk/>
      </pc:docMkLst>
      <pc:sldChg chg="modSp">
        <pc:chgData name="Sovann Bonini" userId="S::sobo7975@colorado.edu::fadc9a76-19bb-4e15-b9f5-0714ee2c1cba" providerId="AD" clId="Web-{4C769900-F0B2-EB3D-89AB-19B312C92BC8}" dt="2026-09-25T16:49:10.459" v="345" actId="20577"/>
        <pc:sldMkLst>
          <pc:docMk/>
          <pc:sldMk cId="980221421" sldId="304"/>
        </pc:sldMkLst>
        <pc:spChg chg="mod">
          <ac:chgData name="Sovann Bonini" userId="S::sobo7975@colorado.edu::fadc9a76-19bb-4e15-b9f5-0714ee2c1cba" providerId="AD" clId="Web-{4C769900-F0B2-EB3D-89AB-19B312C92BC8}" dt="2026-09-25T16:46:02.740" v="244" actId="20577"/>
          <ac:spMkLst>
            <pc:docMk/>
            <pc:sldMk cId="980221421" sldId="304"/>
            <ac:spMk id="4" creationId="{12D03462-4D69-2CB9-F378-BAEC0C9B9844}"/>
          </ac:spMkLst>
        </pc:spChg>
        <pc:spChg chg="mod">
          <ac:chgData name="Sovann Bonini" userId="S::sobo7975@colorado.edu::fadc9a76-19bb-4e15-b9f5-0714ee2c1cba" providerId="AD" clId="Web-{4C769900-F0B2-EB3D-89AB-19B312C92BC8}" dt="2026-09-25T16:49:10.459" v="345" actId="20577"/>
          <ac:spMkLst>
            <pc:docMk/>
            <pc:sldMk cId="980221421" sldId="304"/>
            <ac:spMk id="10" creationId="{227AAE6B-AA79-81BA-B0BB-97B02B43FB52}"/>
          </ac:spMkLst>
        </pc:spChg>
      </pc:sldChg>
      <pc:sldChg chg="modSp">
        <pc:chgData name="Sovann Bonini" userId="S::sobo7975@colorado.edu::fadc9a76-19bb-4e15-b9f5-0714ee2c1cba" providerId="AD" clId="Web-{4C769900-F0B2-EB3D-89AB-19B312C92BC8}" dt="2026-09-25T16:42:05.020" v="155"/>
        <pc:sldMkLst>
          <pc:docMk/>
          <pc:sldMk cId="540746266" sldId="309"/>
        </pc:sldMkLst>
        <pc:graphicFrameChg chg="mod modGraphic">
          <ac:chgData name="Sovann Bonini" userId="S::sobo7975@colorado.edu::fadc9a76-19bb-4e15-b9f5-0714ee2c1cba" providerId="AD" clId="Web-{4C769900-F0B2-EB3D-89AB-19B312C92BC8}" dt="2026-09-25T16:42:05.020" v="155"/>
          <ac:graphicFrameMkLst>
            <pc:docMk/>
            <pc:sldMk cId="540746266" sldId="309"/>
            <ac:graphicFrameMk id="7" creationId="{E23CF280-2356-1FF0-3B17-D96659358B0B}"/>
          </ac:graphicFrameMkLst>
        </pc:graphicFrameChg>
      </pc:sldChg>
      <pc:sldChg chg="addSp modSp">
        <pc:chgData name="Sovann Bonini" userId="S::sobo7975@colorado.edu::fadc9a76-19bb-4e15-b9f5-0714ee2c1cba" providerId="AD" clId="Web-{4C769900-F0B2-EB3D-89AB-19B312C92BC8}" dt="2026-09-25T16:50:18.443" v="367" actId="1076"/>
        <pc:sldMkLst>
          <pc:docMk/>
          <pc:sldMk cId="1444813950" sldId="446"/>
        </pc:sldMkLst>
        <pc:spChg chg="add mod">
          <ac:chgData name="Sovann Bonini" userId="S::sobo7975@colorado.edu::fadc9a76-19bb-4e15-b9f5-0714ee2c1cba" providerId="AD" clId="Web-{4C769900-F0B2-EB3D-89AB-19B312C92BC8}" dt="2026-09-25T16:50:18.443" v="367" actId="1076"/>
          <ac:spMkLst>
            <pc:docMk/>
            <pc:sldMk cId="1444813950" sldId="446"/>
            <ac:spMk id="10" creationId="{A1C46AF8-CB90-A1E3-FD34-ABC91DDD73AE}"/>
          </ac:spMkLst>
        </pc:spChg>
        <pc:graphicFrameChg chg="mod modGraphic">
          <ac:chgData name="Sovann Bonini" userId="S::sobo7975@colorado.edu::fadc9a76-19bb-4e15-b9f5-0714ee2c1cba" providerId="AD" clId="Web-{4C769900-F0B2-EB3D-89AB-19B312C92BC8}" dt="2026-09-25T16:50:18.412" v="366" actId="1076"/>
          <ac:graphicFrameMkLst>
            <pc:docMk/>
            <pc:sldMk cId="1444813950" sldId="446"/>
            <ac:graphicFrameMk id="9" creationId="{A36185F4-4F34-9438-5D52-7AC124FA1CD9}"/>
          </ac:graphicFrameMkLst>
        </pc:graphicFrameChg>
      </pc:sldChg>
      <pc:sldChg chg="addSp modSp">
        <pc:chgData name="Sovann Bonini" userId="S::sobo7975@colorado.edu::fadc9a76-19bb-4e15-b9f5-0714ee2c1cba" providerId="AD" clId="Web-{4C769900-F0B2-EB3D-89AB-19B312C92BC8}" dt="2026-09-25T16:56:53.507" v="437" actId="20577"/>
        <pc:sldMkLst>
          <pc:docMk/>
          <pc:sldMk cId="3850214650" sldId="447"/>
        </pc:sldMkLst>
        <pc:spChg chg="add mod">
          <ac:chgData name="Sovann Bonini" userId="S::sobo7975@colorado.edu::fadc9a76-19bb-4e15-b9f5-0714ee2c1cba" providerId="AD" clId="Web-{4C769900-F0B2-EB3D-89AB-19B312C92BC8}" dt="2026-09-25T16:56:53.507" v="437" actId="20577"/>
          <ac:spMkLst>
            <pc:docMk/>
            <pc:sldMk cId="3850214650" sldId="447"/>
            <ac:spMk id="10" creationId="{CD3E270C-D0D2-A4CA-59DA-46ADE3A101B1}"/>
          </ac:spMkLst>
        </pc:spChg>
        <pc:graphicFrameChg chg="mod modGraphic">
          <ac:chgData name="Sovann Bonini" userId="S::sobo7975@colorado.edu::fadc9a76-19bb-4e15-b9f5-0714ee2c1cba" providerId="AD" clId="Web-{4C769900-F0B2-EB3D-89AB-19B312C92BC8}" dt="2026-09-25T16:52:22.678" v="385"/>
          <ac:graphicFrameMkLst>
            <pc:docMk/>
            <pc:sldMk cId="3850214650" sldId="447"/>
            <ac:graphicFrameMk id="9" creationId="{B3C17548-D674-A613-6A6D-4ACC1A9F24BF}"/>
          </ac:graphicFrameMkLst>
        </pc:graphicFrameChg>
      </pc:sldChg>
      <pc:sldChg chg="modSp add ord replId">
        <pc:chgData name="Sovann Bonini" userId="S::sobo7975@colorado.edu::fadc9a76-19bb-4e15-b9f5-0714ee2c1cba" providerId="AD" clId="Web-{4C769900-F0B2-EB3D-89AB-19B312C92BC8}" dt="2026-09-25T16:42:55.192" v="159" actId="20577"/>
        <pc:sldMkLst>
          <pc:docMk/>
          <pc:sldMk cId="1499822844" sldId="467"/>
        </pc:sldMkLst>
        <pc:spChg chg="mod">
          <ac:chgData name="Sovann Bonini" userId="S::sobo7975@colorado.edu::fadc9a76-19bb-4e15-b9f5-0714ee2c1cba" providerId="AD" clId="Web-{4C769900-F0B2-EB3D-89AB-19B312C92BC8}" dt="2026-09-25T16:42:55.192" v="159" actId="20577"/>
          <ac:spMkLst>
            <pc:docMk/>
            <pc:sldMk cId="1499822844" sldId="467"/>
            <ac:spMk id="22" creationId="{ACCF8A45-0766-3351-68EA-9169824D3B8E}"/>
          </ac:spMkLst>
        </pc:spChg>
      </pc:sldChg>
      <pc:sldChg chg="add">
        <pc:chgData name="Sovann Bonini" userId="S::sobo7975@colorado.edu::fadc9a76-19bb-4e15-b9f5-0714ee2c1cba" providerId="AD" clId="Web-{4C769900-F0B2-EB3D-89AB-19B312C92BC8}" dt="2026-09-25T16:43:15.645" v="162"/>
        <pc:sldMkLst>
          <pc:docMk/>
          <pc:sldMk cId="1104384576" sldId="468"/>
        </pc:sldMkLst>
      </pc:sldChg>
    </pc:docChg>
  </pc:docChgLst>
  <pc:docChgLst>
    <pc:chgData name="Sovann Bonini" userId="S::sobo7975@colorado.edu::fadc9a76-19bb-4e15-b9f5-0714ee2c1cba" providerId="AD" clId="Web-{FC52E5B8-7219-A276-34BC-F895575EAF3F}"/>
    <pc:docChg chg="addSld modSld sldOrd">
      <pc:chgData name="Sovann Bonini" userId="S::sobo7975@colorado.edu::fadc9a76-19bb-4e15-b9f5-0714ee2c1cba" providerId="AD" clId="Web-{FC52E5B8-7219-A276-34BC-F895575EAF3F}" dt="2026-09-27T22:40:45.796" v="56"/>
      <pc:docMkLst>
        <pc:docMk/>
      </pc:docMkLst>
      <pc:sldChg chg="ord">
        <pc:chgData name="Sovann Bonini" userId="S::sobo7975@colorado.edu::fadc9a76-19bb-4e15-b9f5-0714ee2c1cba" providerId="AD" clId="Web-{FC52E5B8-7219-A276-34BC-F895575EAF3F}" dt="2026-09-27T21:56:50.479" v="12"/>
        <pc:sldMkLst>
          <pc:docMk/>
          <pc:sldMk cId="1104384576" sldId="468"/>
        </pc:sldMkLst>
      </pc:sldChg>
      <pc:sldChg chg="modSp">
        <pc:chgData name="Sovann Bonini" userId="S::sobo7975@colorado.edu::fadc9a76-19bb-4e15-b9f5-0714ee2c1cba" providerId="AD" clId="Web-{FC52E5B8-7219-A276-34BC-F895575EAF3F}" dt="2026-09-27T21:57:05.667" v="28" actId="20577"/>
        <pc:sldMkLst>
          <pc:docMk/>
          <pc:sldMk cId="3348774661" sldId="470"/>
        </pc:sldMkLst>
        <pc:spChg chg="mod">
          <ac:chgData name="Sovann Bonini" userId="S::sobo7975@colorado.edu::fadc9a76-19bb-4e15-b9f5-0714ee2c1cba" providerId="AD" clId="Web-{FC52E5B8-7219-A276-34BC-F895575EAF3F}" dt="2026-09-27T21:57:05.667" v="28" actId="20577"/>
          <ac:spMkLst>
            <pc:docMk/>
            <pc:sldMk cId="3348774661" sldId="470"/>
            <ac:spMk id="4" creationId="{7753ED7A-B2DF-499A-340E-DBBCC3B7488C}"/>
          </ac:spMkLst>
        </pc:spChg>
      </pc:sldChg>
      <pc:sldChg chg="modSp">
        <pc:chgData name="Sovann Bonini" userId="S::sobo7975@colorado.edu::fadc9a76-19bb-4e15-b9f5-0714ee2c1cba" providerId="AD" clId="Web-{FC52E5B8-7219-A276-34BC-F895575EAF3F}" dt="2026-09-27T21:52:43.273" v="10" actId="20577"/>
        <pc:sldMkLst>
          <pc:docMk/>
          <pc:sldMk cId="1265812913" sldId="471"/>
        </pc:sldMkLst>
        <pc:spChg chg="mod">
          <ac:chgData name="Sovann Bonini" userId="S::sobo7975@colorado.edu::fadc9a76-19bb-4e15-b9f5-0714ee2c1cba" providerId="AD" clId="Web-{FC52E5B8-7219-A276-34BC-F895575EAF3F}" dt="2026-09-27T21:52:43.273" v="10" actId="20577"/>
          <ac:spMkLst>
            <pc:docMk/>
            <pc:sldMk cId="1265812913" sldId="471"/>
            <ac:spMk id="4" creationId="{CEFD2A2C-9E3C-E77B-F527-D583B0147CAA}"/>
          </ac:spMkLst>
        </pc:spChg>
        <pc:picChg chg="mod">
          <ac:chgData name="Sovann Bonini" userId="S::sobo7975@colorado.edu::fadc9a76-19bb-4e15-b9f5-0714ee2c1cba" providerId="AD" clId="Web-{FC52E5B8-7219-A276-34BC-F895575EAF3F}" dt="2026-09-27T21:52:35.679" v="2" actId="1076"/>
          <ac:picMkLst>
            <pc:docMk/>
            <pc:sldMk cId="1265812913" sldId="471"/>
            <ac:picMk id="8" creationId="{2B326BDF-6F59-D176-98B3-87131C39DC91}"/>
          </ac:picMkLst>
        </pc:picChg>
      </pc:sldChg>
      <pc:sldChg chg="addSp delSp modSp add ord replId">
        <pc:chgData name="Sovann Bonini" userId="S::sobo7975@colorado.edu::fadc9a76-19bb-4e15-b9f5-0714ee2c1cba" providerId="AD" clId="Web-{FC52E5B8-7219-A276-34BC-F895575EAF3F}" dt="2026-09-27T22:27:09.843" v="55" actId="1076"/>
        <pc:sldMkLst>
          <pc:docMk/>
          <pc:sldMk cId="1405725795" sldId="472"/>
        </pc:sldMkLst>
        <pc:spChg chg="mod">
          <ac:chgData name="Sovann Bonini" userId="S::sobo7975@colorado.edu::fadc9a76-19bb-4e15-b9f5-0714ee2c1cba" providerId="AD" clId="Web-{FC52E5B8-7219-A276-34BC-F895575EAF3F}" dt="2026-09-27T21:58:20.058" v="48" actId="20577"/>
          <ac:spMkLst>
            <pc:docMk/>
            <pc:sldMk cId="1405725795" sldId="472"/>
            <ac:spMk id="4" creationId="{9CFF6202-4C90-E0C5-42E0-73D9978A8473}"/>
          </ac:spMkLst>
        </pc:spChg>
        <pc:picChg chg="add mod">
          <ac:chgData name="Sovann Bonini" userId="S::sobo7975@colorado.edu::fadc9a76-19bb-4e15-b9f5-0714ee2c1cba" providerId="AD" clId="Web-{FC52E5B8-7219-A276-34BC-F895575EAF3F}" dt="2026-09-27T22:27:09.843" v="55" actId="1076"/>
          <ac:picMkLst>
            <pc:docMk/>
            <pc:sldMk cId="1405725795" sldId="472"/>
            <ac:picMk id="7" creationId="{AAFE2E69-A621-7EF2-316B-5BDC1537B1DC}"/>
          </ac:picMkLst>
        </pc:picChg>
      </pc:sldChg>
      <pc:sldChg chg="add replId">
        <pc:chgData name="Sovann Bonini" userId="S::sobo7975@colorado.edu::fadc9a76-19bb-4e15-b9f5-0714ee2c1cba" providerId="AD" clId="Web-{FC52E5B8-7219-A276-34BC-F895575EAF3F}" dt="2026-09-27T22:40:45.796" v="56"/>
        <pc:sldMkLst>
          <pc:docMk/>
          <pc:sldMk cId="2457259296" sldId="473"/>
        </pc:sldMkLst>
      </pc:sldChg>
    </pc:docChg>
  </pc:docChgLst>
  <pc:docChgLst>
    <pc:chgData name="Alexandra Flint" userId="S::alfl5266@colorado.edu::30147aa7-a769-4d96-92fa-66649815435c" providerId="AD" clId="Web-{88A496F1-899F-4A7D-98A6-3EE5CB5F369B}"/>
    <pc:docChg chg="modSld">
      <pc:chgData name="Alexandra Flint" userId="S::alfl5266@colorado.edu::30147aa7-a769-4d96-92fa-66649815435c" providerId="AD" clId="Web-{88A496F1-899F-4A7D-98A6-3EE5CB5F369B}" dt="2026-09-29T15:36:54.501" v="1"/>
      <pc:docMkLst>
        <pc:docMk/>
      </pc:docMkLst>
      <pc:sldChg chg="modSp">
        <pc:chgData name="Alexandra Flint" userId="S::alfl5266@colorado.edu::30147aa7-a769-4d96-92fa-66649815435c" providerId="AD" clId="Web-{88A496F1-899F-4A7D-98A6-3EE5CB5F369B}" dt="2026-09-29T15:36:54.501" v="1"/>
        <pc:sldMkLst>
          <pc:docMk/>
          <pc:sldMk cId="3745680642" sldId="492"/>
        </pc:sldMkLst>
        <pc:graphicFrameChg chg="modGraphic">
          <ac:chgData name="Alexandra Flint" userId="S::alfl5266@colorado.edu::30147aa7-a769-4d96-92fa-66649815435c" providerId="AD" clId="Web-{88A496F1-899F-4A7D-98A6-3EE5CB5F369B}" dt="2026-09-29T15:36:54.501" v="1"/>
          <ac:graphicFrameMkLst>
            <pc:docMk/>
            <pc:sldMk cId="3745680642" sldId="492"/>
            <ac:graphicFrameMk id="9" creationId="{524C923D-EE66-92D0-FD30-22744E3D91EA}"/>
          </ac:graphicFrameMkLst>
        </pc:graphicFrameChg>
      </pc:sldChg>
    </pc:docChg>
  </pc:docChgLst>
  <pc:docChgLst>
    <pc:chgData name="Owen White" userId="742f31a4-3d60-459b-b008-58982b5affd0" providerId="ADAL" clId="{5F186200-4177-50D4-8D52-E76D0E132804}"/>
    <pc:docChg chg="undo custSel modSld sldOrd">
      <pc:chgData name="Owen White" userId="742f31a4-3d60-459b-b008-58982b5affd0" providerId="ADAL" clId="{5F186200-4177-50D4-8D52-E76D0E132804}" dt="2026-09-24T20:18:20.841" v="5418" actId="20577"/>
      <pc:docMkLst>
        <pc:docMk/>
      </pc:docMkLst>
      <pc:sldChg chg="modSp mod modNotesTx">
        <pc:chgData name="Owen White" userId="742f31a4-3d60-459b-b008-58982b5affd0" providerId="ADAL" clId="{5F186200-4177-50D4-8D52-E76D0E132804}" dt="2026-09-24T20:18:20.841" v="5418" actId="20577"/>
        <pc:sldMkLst>
          <pc:docMk/>
          <pc:sldMk cId="3254661186" sldId="357"/>
        </pc:sldMkLst>
        <pc:graphicFrameChg chg="modGraphic">
          <ac:chgData name="Owen White" userId="742f31a4-3d60-459b-b008-58982b5affd0" providerId="ADAL" clId="{5F186200-4177-50D4-8D52-E76D0E132804}" dt="2026-09-24T20:18:05.904" v="5405" actId="20577"/>
          <ac:graphicFrameMkLst>
            <pc:docMk/>
            <pc:sldMk cId="3254661186" sldId="357"/>
            <ac:graphicFrameMk id="9" creationId="{B7C976B1-C962-A127-9DFC-1ECCB6D84E6E}"/>
          </ac:graphicFrameMkLst>
        </pc:graphicFrameChg>
      </pc:sldChg>
      <pc:sldChg chg="ord modNotesTx">
        <pc:chgData name="Owen White" userId="742f31a4-3d60-459b-b008-58982b5affd0" providerId="ADAL" clId="{5F186200-4177-50D4-8D52-E76D0E132804}" dt="2026-09-24T17:41:36.304" v="5350" actId="20577"/>
        <pc:sldMkLst>
          <pc:docMk/>
          <pc:sldMk cId="3763309335" sldId="441"/>
        </pc:sldMkLst>
      </pc:sldChg>
    </pc:docChg>
  </pc:docChgLst>
  <pc:docChgLst>
    <pc:chgData name="Cody Newton" userId="S::cone8977@colorado.edu::fec4db40-abb8-491a-bd57-db44e14dcd5d" providerId="AD" clId="Web-{8F0FBD6D-26C8-9075-2075-B22122848CED}"/>
    <pc:docChg chg="modSld">
      <pc:chgData name="Cody Newton" userId="S::cone8977@colorado.edu::fec4db40-abb8-491a-bd57-db44e14dcd5d" providerId="AD" clId="Web-{8F0FBD6D-26C8-9075-2075-B22122848CED}" dt="2026-09-25T02:45:13.666" v="1"/>
      <pc:docMkLst>
        <pc:docMk/>
      </pc:docMkLst>
      <pc:sldChg chg="addSp delSp">
        <pc:chgData name="Cody Newton" userId="S::cone8977@colorado.edu::fec4db40-abb8-491a-bd57-db44e14dcd5d" providerId="AD" clId="Web-{8F0FBD6D-26C8-9075-2075-B22122848CED}" dt="2026-09-25T02:45:13.666" v="1"/>
        <pc:sldMkLst>
          <pc:docMk/>
          <pc:sldMk cId="0" sldId="352"/>
        </pc:sldMkLst>
      </pc:sldChg>
    </pc:docChg>
  </pc:docChgLst>
  <pc:docChgLst>
    <pc:chgData name="Andrei Teo" userId="S::ante8876@colorado.edu::2a3ad7db-c446-421d-b24d-2a6159a8ce90" providerId="AD" clId="Web-{C52B0099-57CE-0E60-B555-FC16D59A89F2}"/>
    <pc:docChg chg="modSld">
      <pc:chgData name="Andrei Teo" userId="S::ante8876@colorado.edu::2a3ad7db-c446-421d-b24d-2a6159a8ce90" providerId="AD" clId="Web-{C52B0099-57CE-0E60-B555-FC16D59A89F2}" dt="2026-09-28T22:07:56.071" v="39" actId="1076"/>
      <pc:docMkLst>
        <pc:docMk/>
      </pc:docMkLst>
      <pc:sldChg chg="addSp modSp">
        <pc:chgData name="Andrei Teo" userId="S::ante8876@colorado.edu::2a3ad7db-c446-421d-b24d-2a6159a8ce90" providerId="AD" clId="Web-{C52B0099-57CE-0E60-B555-FC16D59A89F2}" dt="2026-09-28T22:05:55.364" v="16" actId="1076"/>
        <pc:sldMkLst>
          <pc:docMk/>
          <pc:sldMk cId="1818599228" sldId="457"/>
        </pc:sldMkLst>
        <pc:spChg chg="add mod">
          <ac:chgData name="Andrei Teo" userId="S::ante8876@colorado.edu::2a3ad7db-c446-421d-b24d-2a6159a8ce90" providerId="AD" clId="Web-{C52B0099-57CE-0E60-B555-FC16D59A89F2}" dt="2026-09-28T22:05:55.364" v="16" actId="1076"/>
          <ac:spMkLst>
            <pc:docMk/>
            <pc:sldMk cId="1818599228" sldId="457"/>
            <ac:spMk id="10" creationId="{9C2DB080-7219-0A99-C34C-79302565CFD8}"/>
          </ac:spMkLst>
        </pc:spChg>
        <pc:picChg chg="mod">
          <ac:chgData name="Andrei Teo" userId="S::ante8876@colorado.edu::2a3ad7db-c446-421d-b24d-2a6159a8ce90" providerId="AD" clId="Web-{C52B0099-57CE-0E60-B555-FC16D59A89F2}" dt="2026-09-28T22:05:40.114" v="11" actId="1076"/>
          <ac:picMkLst>
            <pc:docMk/>
            <pc:sldMk cId="1818599228" sldId="457"/>
            <ac:picMk id="11" creationId="{58FE328D-B3D5-01A3-54EB-2BE994F287E9}"/>
          </ac:picMkLst>
        </pc:picChg>
      </pc:sldChg>
      <pc:sldChg chg="addSp modSp">
        <pc:chgData name="Andrei Teo" userId="S::ante8876@colorado.edu::2a3ad7db-c446-421d-b24d-2a6159a8ce90" providerId="AD" clId="Web-{C52B0099-57CE-0E60-B555-FC16D59A89F2}" dt="2026-09-28T22:07:56.071" v="39" actId="1076"/>
        <pc:sldMkLst>
          <pc:docMk/>
          <pc:sldMk cId="3321812492" sldId="458"/>
        </pc:sldMkLst>
        <pc:spChg chg="add mod">
          <ac:chgData name="Andrei Teo" userId="S::ante8876@colorado.edu::2a3ad7db-c446-421d-b24d-2a6159a8ce90" providerId="AD" clId="Web-{C52B0099-57CE-0E60-B555-FC16D59A89F2}" dt="2026-09-28T22:07:34.707" v="37" actId="1076"/>
          <ac:spMkLst>
            <pc:docMk/>
            <pc:sldMk cId="3321812492" sldId="458"/>
            <ac:spMk id="11" creationId="{F42DDF13-CCD2-806C-447B-64DF594F29D4}"/>
          </ac:spMkLst>
        </pc:spChg>
        <pc:graphicFrameChg chg="mod modGraphic">
          <ac:chgData name="Andrei Teo" userId="S::ante8876@colorado.edu::2a3ad7db-c446-421d-b24d-2a6159a8ce90" providerId="AD" clId="Web-{C52B0099-57CE-0E60-B555-FC16D59A89F2}" dt="2026-09-28T22:07:52.067" v="38" actId="1076"/>
          <ac:graphicFrameMkLst>
            <pc:docMk/>
            <pc:sldMk cId="3321812492" sldId="458"/>
            <ac:graphicFrameMk id="12" creationId="{859BF807-E7F0-BB35-CED9-469B756D4F8E}"/>
          </ac:graphicFrameMkLst>
        </pc:graphicFrameChg>
        <pc:picChg chg="mod">
          <ac:chgData name="Andrei Teo" userId="S::ante8876@colorado.edu::2a3ad7db-c446-421d-b24d-2a6159a8ce90" providerId="AD" clId="Web-{C52B0099-57CE-0E60-B555-FC16D59A89F2}" dt="2026-09-28T22:07:56.071" v="39" actId="1076"/>
          <ac:picMkLst>
            <pc:docMk/>
            <pc:sldMk cId="3321812492" sldId="458"/>
            <ac:picMk id="10" creationId="{2FAD3776-A7A5-246E-CBF8-04C3E726DABB}"/>
          </ac:picMkLst>
        </pc:picChg>
      </pc:sldChg>
    </pc:docChg>
  </pc:docChgLst>
  <pc:docChgLst>
    <pc:chgData name="Luka Sullivan" userId="S::lusu7353@colorado.edu::abc291ab-e99a-4252-9517-49904b18f44f" providerId="AD" clId="Web-{00000000-0000-0000-0000-000000000000}"/>
    <pc:docChg chg="modSld">
      <pc:chgData name="Luka Sullivan" userId="S::lusu7353@colorado.edu::abc291ab-e99a-4252-9517-49904b18f44f" providerId="AD" clId="Web-{00000000-0000-0000-0000-000000000000}" dt="2026-09-24T17:40:09.337" v="1254"/>
      <pc:docMkLst>
        <pc:docMk/>
      </pc:docMkLst>
      <pc:sldChg chg="modSp">
        <pc:chgData name="Luka Sullivan" userId="S::lusu7353@colorado.edu::abc291ab-e99a-4252-9517-49904b18f44f" providerId="AD" clId="Web-{00000000-0000-0000-0000-000000000000}" dt="2026-09-24T17:31:41.053" v="1021" actId="20577"/>
        <pc:sldMkLst>
          <pc:docMk/>
          <pc:sldMk cId="0" sldId="261"/>
        </pc:sldMkLst>
        <pc:spChg chg="mod">
          <ac:chgData name="Luka Sullivan" userId="S::lusu7353@colorado.edu::abc291ab-e99a-4252-9517-49904b18f44f" providerId="AD" clId="Web-{00000000-0000-0000-0000-000000000000}" dt="2026-09-24T17:31:41.053" v="1021" actId="20577"/>
          <ac:spMkLst>
            <pc:docMk/>
            <pc:sldMk cId="0" sldId="261"/>
            <ac:spMk id="14" creationId="{C906C351-CF59-7A87-DD60-B95060433DE0}"/>
          </ac:spMkLst>
        </pc:spChg>
      </pc:sldChg>
      <pc:sldChg chg="modNotes">
        <pc:chgData name="Luka Sullivan" userId="S::lusu7353@colorado.edu::abc291ab-e99a-4252-9517-49904b18f44f" providerId="AD" clId="Web-{00000000-0000-0000-0000-000000000000}" dt="2026-09-24T17:16:24.638" v="604"/>
        <pc:sldMkLst>
          <pc:docMk/>
          <pc:sldMk cId="0" sldId="352"/>
        </pc:sldMkLst>
      </pc:sldChg>
      <pc:sldChg chg="addSp delSp modSp modNotes">
        <pc:chgData name="Luka Sullivan" userId="S::lusu7353@colorado.edu::abc291ab-e99a-4252-9517-49904b18f44f" providerId="AD" clId="Web-{00000000-0000-0000-0000-000000000000}" dt="2026-09-24T17:40:09.337" v="1254"/>
        <pc:sldMkLst>
          <pc:docMk/>
          <pc:sldMk cId="3346900352" sldId="353"/>
        </pc:sldMkLst>
        <pc:picChg chg="add mod">
          <ac:chgData name="Luka Sullivan" userId="S::lusu7353@colorado.edu::abc291ab-e99a-4252-9517-49904b18f44f" providerId="AD" clId="Web-{00000000-0000-0000-0000-000000000000}" dt="2026-09-24T16:56:38.558" v="3" actId="1076"/>
          <ac:picMkLst>
            <pc:docMk/>
            <pc:sldMk cId="3346900352" sldId="353"/>
            <ac:picMk id="8" creationId="{5592C049-75A9-FC35-1A2E-0DB3BC75E27E}"/>
          </ac:picMkLst>
        </pc:picChg>
      </pc:sldChg>
      <pc:sldChg chg="addSp delSp modSp">
        <pc:chgData name="Luka Sullivan" userId="S::lusu7353@colorado.edu::abc291ab-e99a-4252-9517-49904b18f44f" providerId="AD" clId="Web-{00000000-0000-0000-0000-000000000000}" dt="2026-09-24T17:30:36.748" v="1015"/>
        <pc:sldMkLst>
          <pc:docMk/>
          <pc:sldMk cId="2064059125" sldId="355"/>
        </pc:sldMkLst>
        <pc:spChg chg="mod">
          <ac:chgData name="Luka Sullivan" userId="S::lusu7353@colorado.edu::abc291ab-e99a-4252-9517-49904b18f44f" providerId="AD" clId="Web-{00000000-0000-0000-0000-000000000000}" dt="2026-09-24T17:02:26.246" v="38" actId="20577"/>
          <ac:spMkLst>
            <pc:docMk/>
            <pc:sldMk cId="2064059125" sldId="355"/>
            <ac:spMk id="4" creationId="{C0ACE928-9B92-AE99-BF4D-5423C19E055D}"/>
          </ac:spMkLst>
        </pc:spChg>
        <pc:graphicFrameChg chg="mod modGraphic">
          <ac:chgData name="Luka Sullivan" userId="S::lusu7353@colorado.edu::abc291ab-e99a-4252-9517-49904b18f44f" providerId="AD" clId="Web-{00000000-0000-0000-0000-000000000000}" dt="2026-09-24T17:30:36.748" v="1015"/>
          <ac:graphicFrameMkLst>
            <pc:docMk/>
            <pc:sldMk cId="2064059125" sldId="355"/>
            <ac:graphicFrameMk id="9" creationId="{B3C17548-D674-A613-6A6D-4ACC1A9F24BF}"/>
          </ac:graphicFrameMkLst>
        </pc:graphicFrameChg>
      </pc:sldChg>
      <pc:sldChg chg="addSp modSp">
        <pc:chgData name="Luka Sullivan" userId="S::lusu7353@colorado.edu::abc291ab-e99a-4252-9517-49904b18f44f" providerId="AD" clId="Web-{00000000-0000-0000-0000-000000000000}" dt="2026-09-24T16:58:29.605" v="28" actId="1076"/>
        <pc:sldMkLst>
          <pc:docMk/>
          <pc:sldMk cId="3763309335" sldId="441"/>
        </pc:sldMkLst>
        <pc:spChg chg="add mod">
          <ac:chgData name="Luka Sullivan" userId="S::lusu7353@colorado.edu::abc291ab-e99a-4252-9517-49904b18f44f" providerId="AD" clId="Web-{00000000-0000-0000-0000-000000000000}" dt="2026-09-24T16:58:29.605" v="28" actId="1076"/>
          <ac:spMkLst>
            <pc:docMk/>
            <pc:sldMk cId="3763309335" sldId="441"/>
            <ac:spMk id="9" creationId="{4A3A8569-181A-4221-A232-765C940995B7}"/>
          </ac:spMkLst>
        </pc:spChg>
      </pc:sldChg>
    </pc:docChg>
  </pc:docChgLst>
  <pc:docChgLst>
    <pc:chgData name="Ian Jaggi" userId="b21bfc62-fedc-4bee-a2ec-17472b30e995" providerId="ADAL" clId="{C157CD09-EC0D-4FB1-B1F4-D299E1ADFE18}"/>
    <pc:docChg chg="modSld">
      <pc:chgData name="Ian Jaggi" userId="b21bfc62-fedc-4bee-a2ec-17472b30e995" providerId="ADAL" clId="{C157CD09-EC0D-4FB1-B1F4-D299E1ADFE18}" dt="2026-09-29T16:37:14.353" v="3" actId="20577"/>
      <pc:docMkLst>
        <pc:docMk/>
      </pc:docMkLst>
      <pc:sldChg chg="modNotesTx">
        <pc:chgData name="Ian Jaggi" userId="b21bfc62-fedc-4bee-a2ec-17472b30e995" providerId="ADAL" clId="{C157CD09-EC0D-4FB1-B1F4-D299E1ADFE18}" dt="2026-09-29T16:37:14.353" v="3" actId="20577"/>
        <pc:sldMkLst>
          <pc:docMk/>
          <pc:sldMk cId="3254661186" sldId="357"/>
        </pc:sldMkLst>
      </pc:sldChg>
    </pc:docChg>
  </pc:docChgLst>
  <pc:docChgLst>
    <pc:chgData name="Christopher Wong" userId="S::chwo6932@colorado.edu::ea030524-5bca-4e95-91ba-d5ef9bb1eb90" providerId="AD" clId="Web-{6BABEB1D-32BF-C764-6AE4-B81ABA84605A}"/>
    <pc:docChg chg="modSld">
      <pc:chgData name="Christopher Wong" userId="S::chwo6932@colorado.edu::ea030524-5bca-4e95-91ba-d5ef9bb1eb90" providerId="AD" clId="Web-{6BABEB1D-32BF-C764-6AE4-B81ABA84605A}" dt="2026-09-29T16:43:11.001" v="4" actId="20577"/>
      <pc:docMkLst>
        <pc:docMk/>
      </pc:docMkLst>
      <pc:sldChg chg="modSp">
        <pc:chgData name="Christopher Wong" userId="S::chwo6932@colorado.edu::ea030524-5bca-4e95-91ba-d5ef9bb1eb90" providerId="AD" clId="Web-{6BABEB1D-32BF-C764-6AE4-B81ABA84605A}" dt="2026-09-29T16:43:11.001" v="4" actId="20577"/>
        <pc:sldMkLst>
          <pc:docMk/>
          <pc:sldMk cId="2898157944" sldId="291"/>
        </pc:sldMkLst>
        <pc:spChg chg="mod">
          <ac:chgData name="Christopher Wong" userId="S::chwo6932@colorado.edu::ea030524-5bca-4e95-91ba-d5ef9bb1eb90" providerId="AD" clId="Web-{6BABEB1D-32BF-C764-6AE4-B81ABA84605A}" dt="2026-09-29T16:43:11.001" v="4" actId="20577"/>
          <ac:spMkLst>
            <pc:docMk/>
            <pc:sldMk cId="2898157944" sldId="291"/>
            <ac:spMk id="7" creationId="{46DBA7CC-A968-15B6-32D9-E0B083F37AA6}"/>
          </ac:spMkLst>
        </pc:spChg>
      </pc:sldChg>
    </pc:docChg>
  </pc:docChgLst>
  <pc:docChgLst>
    <pc:chgData name="Andrew Naiberg" userId="S::anna6128@colorado.edu::4b7ce819-ac1f-4a07-b99e-acfcb439f2f9" providerId="AD" clId="Web-{A79E4989-C90E-02A3-AD70-EA324B6ADD70}"/>
    <pc:docChg chg="modSld">
      <pc:chgData name="Andrew Naiberg" userId="S::anna6128@colorado.edu::4b7ce819-ac1f-4a07-b99e-acfcb439f2f9" providerId="AD" clId="Web-{A79E4989-C90E-02A3-AD70-EA324B6ADD70}" dt="2026-09-28T17:12:00.225" v="2496" actId="1076"/>
      <pc:docMkLst>
        <pc:docMk/>
      </pc:docMkLst>
      <pc:sldChg chg="addSp modSp">
        <pc:chgData name="Andrew Naiberg" userId="S::anna6128@colorado.edu::4b7ce819-ac1f-4a07-b99e-acfcb439f2f9" providerId="AD" clId="Web-{A79E4989-C90E-02A3-AD70-EA324B6ADD70}" dt="2026-09-28T17:12:00.225" v="2496" actId="1076"/>
        <pc:sldMkLst>
          <pc:docMk/>
          <pc:sldMk cId="1532326384" sldId="278"/>
        </pc:sldMkLst>
        <pc:spChg chg="mod">
          <ac:chgData name="Andrew Naiberg" userId="S::anna6128@colorado.edu::4b7ce819-ac1f-4a07-b99e-acfcb439f2f9" providerId="AD" clId="Web-{A79E4989-C90E-02A3-AD70-EA324B6ADD70}" dt="2026-09-28T03:10:35.741" v="247" actId="20577"/>
          <ac:spMkLst>
            <pc:docMk/>
            <pc:sldMk cId="1532326384" sldId="278"/>
            <ac:spMk id="7" creationId="{00000000-0000-0000-0000-000000000000}"/>
          </ac:spMkLst>
        </pc:spChg>
        <pc:picChg chg="add mod">
          <ac:chgData name="Andrew Naiberg" userId="S::anna6128@colorado.edu::4b7ce819-ac1f-4a07-b99e-acfcb439f2f9" providerId="AD" clId="Web-{A79E4989-C90E-02A3-AD70-EA324B6ADD70}" dt="2026-09-28T17:12:00.225" v="2496" actId="1076"/>
          <ac:picMkLst>
            <pc:docMk/>
            <pc:sldMk cId="1532326384" sldId="278"/>
            <ac:picMk id="9" creationId="{109E3116-3E4A-B80D-3024-29E091317A0E}"/>
          </ac:picMkLst>
        </pc:picChg>
      </pc:sldChg>
      <pc:sldChg chg="addSp modSp">
        <pc:chgData name="Andrew Naiberg" userId="S::anna6128@colorado.edu::4b7ce819-ac1f-4a07-b99e-acfcb439f2f9" providerId="AD" clId="Web-{A79E4989-C90E-02A3-AD70-EA324B6ADD70}" dt="2026-09-28T14:47:03.247" v="670" actId="20577"/>
        <pc:sldMkLst>
          <pc:docMk/>
          <pc:sldMk cId="3015015640" sldId="285"/>
        </pc:sldMkLst>
        <pc:spChg chg="add mod">
          <ac:chgData name="Andrew Naiberg" userId="S::anna6128@colorado.edu::4b7ce819-ac1f-4a07-b99e-acfcb439f2f9" providerId="AD" clId="Web-{A79E4989-C90E-02A3-AD70-EA324B6ADD70}" dt="2026-09-28T14:47:03.247" v="670" actId="20577"/>
          <ac:spMkLst>
            <pc:docMk/>
            <pc:sldMk cId="3015015640" sldId="285"/>
            <ac:spMk id="8" creationId="{D96CB4FA-12B0-184F-B4CB-A5F8CADCE0EC}"/>
          </ac:spMkLst>
        </pc:spChg>
      </pc:sldChg>
      <pc:sldChg chg="addSp modSp">
        <pc:chgData name="Andrew Naiberg" userId="S::anna6128@colorado.edu::4b7ce819-ac1f-4a07-b99e-acfcb439f2f9" providerId="AD" clId="Web-{A79E4989-C90E-02A3-AD70-EA324B6ADD70}" dt="2026-09-28T14:34:31.615" v="472" actId="20577"/>
        <pc:sldMkLst>
          <pc:docMk/>
          <pc:sldMk cId="2883795665" sldId="292"/>
        </pc:sldMkLst>
        <pc:spChg chg="add mod">
          <ac:chgData name="Andrew Naiberg" userId="S::anna6128@colorado.edu::4b7ce819-ac1f-4a07-b99e-acfcb439f2f9" providerId="AD" clId="Web-{A79E4989-C90E-02A3-AD70-EA324B6ADD70}" dt="2026-09-28T14:34:31.615" v="472" actId="20577"/>
          <ac:spMkLst>
            <pc:docMk/>
            <pc:sldMk cId="2883795665" sldId="292"/>
            <ac:spMk id="8" creationId="{A51D85E4-D98B-4DA8-F4DF-A8A61E4E9376}"/>
          </ac:spMkLst>
        </pc:spChg>
        <pc:graphicFrameChg chg="mod modGraphic">
          <ac:chgData name="Andrew Naiberg" userId="S::anna6128@colorado.edu::4b7ce819-ac1f-4a07-b99e-acfcb439f2f9" providerId="AD" clId="Web-{A79E4989-C90E-02A3-AD70-EA324B6ADD70}" dt="2026-09-28T03:11:02.741" v="271"/>
          <ac:graphicFrameMkLst>
            <pc:docMk/>
            <pc:sldMk cId="2883795665" sldId="292"/>
            <ac:graphicFrameMk id="9" creationId="{A36185F4-4F34-9438-5D52-7AC124FA1CD9}"/>
          </ac:graphicFrameMkLst>
        </pc:graphicFrameChg>
      </pc:sldChg>
      <pc:sldChg chg="addSp modSp">
        <pc:chgData name="Andrew Naiberg" userId="S::anna6128@colorado.edu::4b7ce819-ac1f-4a07-b99e-acfcb439f2f9" providerId="AD" clId="Web-{A79E4989-C90E-02A3-AD70-EA324B6ADD70}" dt="2026-09-28T14:57:26.409" v="830" actId="20577"/>
        <pc:sldMkLst>
          <pc:docMk/>
          <pc:sldMk cId="2042656529" sldId="314"/>
        </pc:sldMkLst>
        <pc:spChg chg="add mod">
          <ac:chgData name="Andrew Naiberg" userId="S::anna6128@colorado.edu::4b7ce819-ac1f-4a07-b99e-acfcb439f2f9" providerId="AD" clId="Web-{A79E4989-C90E-02A3-AD70-EA324B6ADD70}" dt="2026-09-28T14:57:26.409" v="830" actId="20577"/>
          <ac:spMkLst>
            <pc:docMk/>
            <pc:sldMk cId="2042656529" sldId="314"/>
            <ac:spMk id="10" creationId="{D48AC0B8-8866-313E-8FF4-9B10BEEDC537}"/>
          </ac:spMkLst>
        </pc:spChg>
      </pc:sldChg>
      <pc:sldChg chg="modSp">
        <pc:chgData name="Andrew Naiberg" userId="S::anna6128@colorado.edu::4b7ce819-ac1f-4a07-b99e-acfcb439f2f9" providerId="AD" clId="Web-{A79E4989-C90E-02A3-AD70-EA324B6ADD70}" dt="2026-09-28T14:19:20.888" v="288"/>
        <pc:sldMkLst>
          <pc:docMk/>
          <pc:sldMk cId="1618021283" sldId="315"/>
        </pc:sldMkLst>
        <pc:spChg chg="mod">
          <ac:chgData name="Andrew Naiberg" userId="S::anna6128@colorado.edu::4b7ce819-ac1f-4a07-b99e-acfcb439f2f9" providerId="AD" clId="Web-{A79E4989-C90E-02A3-AD70-EA324B6ADD70}" dt="2026-09-28T14:19:09.888" v="287" actId="20577"/>
          <ac:spMkLst>
            <pc:docMk/>
            <pc:sldMk cId="1618021283" sldId="315"/>
            <ac:spMk id="7" creationId="{20383A88-1E37-198D-7540-87CA290A5B26}"/>
          </ac:spMkLst>
        </pc:spChg>
        <pc:spChg chg="mod">
          <ac:chgData name="Andrew Naiberg" userId="S::anna6128@colorado.edu::4b7ce819-ac1f-4a07-b99e-acfcb439f2f9" providerId="AD" clId="Web-{A79E4989-C90E-02A3-AD70-EA324B6ADD70}" dt="2026-09-28T14:19:20.888" v="288"/>
          <ac:spMkLst>
            <pc:docMk/>
            <pc:sldMk cId="1618021283" sldId="315"/>
            <ac:spMk id="9" creationId="{58BFDB57-88AC-C904-9246-C3ECEF22A29C}"/>
          </ac:spMkLst>
        </pc:spChg>
      </pc:sldChg>
      <pc:sldChg chg="addSp delSp modSp">
        <pc:chgData name="Andrew Naiberg" userId="S::anna6128@colorado.edu::4b7ce819-ac1f-4a07-b99e-acfcb439f2f9" providerId="AD" clId="Web-{A79E4989-C90E-02A3-AD70-EA324B6ADD70}" dt="2026-09-28T15:45:46.462" v="1108" actId="20577"/>
        <pc:sldMkLst>
          <pc:docMk/>
          <pc:sldMk cId="3120997784" sldId="332"/>
        </pc:sldMkLst>
        <pc:spChg chg="add mod">
          <ac:chgData name="Andrew Naiberg" userId="S::anna6128@colorado.edu::4b7ce819-ac1f-4a07-b99e-acfcb439f2f9" providerId="AD" clId="Web-{A79E4989-C90E-02A3-AD70-EA324B6ADD70}" dt="2026-09-28T15:45:46.462" v="1108" actId="20577"/>
          <ac:spMkLst>
            <pc:docMk/>
            <pc:sldMk cId="3120997784" sldId="332"/>
            <ac:spMk id="7" creationId="{E752EB30-4414-6C42-E3E5-816313E6584F}"/>
          </ac:spMkLst>
        </pc:spChg>
        <pc:spChg chg="add mod">
          <ac:chgData name="Andrew Naiberg" userId="S::anna6128@colorado.edu::4b7ce819-ac1f-4a07-b99e-acfcb439f2f9" providerId="AD" clId="Web-{A79E4989-C90E-02A3-AD70-EA324B6ADD70}" dt="2026-09-28T03:02:51.804" v="226" actId="1076"/>
          <ac:spMkLst>
            <pc:docMk/>
            <pc:sldMk cId="3120997784" sldId="332"/>
            <ac:spMk id="12" creationId="{8523D42E-B8D4-CEFE-BB76-8A3C15CA3B21}"/>
          </ac:spMkLst>
        </pc:spChg>
        <pc:picChg chg="del">
          <ac:chgData name="Andrew Naiberg" userId="S::anna6128@colorado.edu::4b7ce819-ac1f-4a07-b99e-acfcb439f2f9" providerId="AD" clId="Web-{A79E4989-C90E-02A3-AD70-EA324B6ADD70}" dt="2026-09-28T02:34:00.525" v="0"/>
          <ac:picMkLst>
            <pc:docMk/>
            <pc:sldMk cId="3120997784" sldId="332"/>
            <ac:picMk id="7" creationId="{F019B1D4-6E89-E2E1-D602-74F2B3C9B7A2}"/>
          </ac:picMkLst>
        </pc:picChg>
        <pc:picChg chg="add mod">
          <ac:chgData name="Andrew Naiberg" userId="S::anna6128@colorado.edu::4b7ce819-ac1f-4a07-b99e-acfcb439f2f9" providerId="AD" clId="Web-{A79E4989-C90E-02A3-AD70-EA324B6ADD70}" dt="2026-09-28T02:34:35.775" v="5" actId="14100"/>
          <ac:picMkLst>
            <pc:docMk/>
            <pc:sldMk cId="3120997784" sldId="332"/>
            <ac:picMk id="10" creationId="{F8807FC5-A9F4-7B7A-0D87-D66423D62C91}"/>
          </ac:picMkLst>
        </pc:picChg>
        <pc:cxnChg chg="add mod">
          <ac:chgData name="Andrew Naiberg" userId="S::anna6128@colorado.edu::4b7ce819-ac1f-4a07-b99e-acfcb439f2f9" providerId="AD" clId="Web-{A79E4989-C90E-02A3-AD70-EA324B6ADD70}" dt="2026-09-28T03:02:58.507" v="227"/>
          <ac:cxnSpMkLst>
            <pc:docMk/>
            <pc:sldMk cId="3120997784" sldId="332"/>
            <ac:cxnSpMk id="11" creationId="{10D3E3AD-244B-40C8-2F0D-B1AD0E204C79}"/>
          </ac:cxnSpMkLst>
        </pc:cxnChg>
      </pc:sldChg>
      <pc:sldChg chg="addSp delSp modSp">
        <pc:chgData name="Andrew Naiberg" userId="S::anna6128@colorado.edu::4b7ce819-ac1f-4a07-b99e-acfcb439f2f9" providerId="AD" clId="Web-{A79E4989-C90E-02A3-AD70-EA324B6ADD70}" dt="2026-09-28T17:04:50.552" v="2493"/>
        <pc:sldMkLst>
          <pc:docMk/>
          <pc:sldMk cId="3596960166" sldId="333"/>
        </pc:sldMkLst>
        <pc:spChg chg="del mod">
          <ac:chgData name="Andrew Naiberg" userId="S::anna6128@colorado.edu::4b7ce819-ac1f-4a07-b99e-acfcb439f2f9" providerId="AD" clId="Web-{A79E4989-C90E-02A3-AD70-EA324B6ADD70}" dt="2026-09-28T15:48:12.649" v="1112"/>
          <ac:spMkLst>
            <pc:docMk/>
            <pc:sldMk cId="3596960166" sldId="333"/>
            <ac:spMk id="8" creationId="{2F4CE81D-4394-5926-D067-F6946F5107D7}"/>
          </ac:spMkLst>
        </pc:spChg>
        <pc:spChg chg="add mod">
          <ac:chgData name="Andrew Naiberg" userId="S::anna6128@colorado.edu::4b7ce819-ac1f-4a07-b99e-acfcb439f2f9" providerId="AD" clId="Web-{A79E4989-C90E-02A3-AD70-EA324B6ADD70}" dt="2026-09-28T16:32:41.219" v="2128" actId="20577"/>
          <ac:spMkLst>
            <pc:docMk/>
            <pc:sldMk cId="3596960166" sldId="333"/>
            <ac:spMk id="12" creationId="{3E508F93-5C54-1F4A-9D0B-9AB09D90343E}"/>
          </ac:spMkLst>
        </pc:spChg>
        <pc:spChg chg="add mod">
          <ac:chgData name="Andrew Naiberg" userId="S::anna6128@colorado.edu::4b7ce819-ac1f-4a07-b99e-acfcb439f2f9" providerId="AD" clId="Web-{A79E4989-C90E-02A3-AD70-EA324B6ADD70}" dt="2026-09-28T16:32:51.407" v="2140" actId="20577"/>
          <ac:spMkLst>
            <pc:docMk/>
            <pc:sldMk cId="3596960166" sldId="333"/>
            <ac:spMk id="13" creationId="{48617320-C488-415A-5781-2B654410EBCD}"/>
          </ac:spMkLst>
        </pc:spChg>
        <pc:graphicFrameChg chg="add mod modGraphic">
          <ac:chgData name="Andrew Naiberg" userId="S::anna6128@colorado.edu::4b7ce819-ac1f-4a07-b99e-acfcb439f2f9" providerId="AD" clId="Web-{A79E4989-C90E-02A3-AD70-EA324B6ADD70}" dt="2026-09-28T16:41:10.642" v="2142"/>
          <ac:graphicFrameMkLst>
            <pc:docMk/>
            <pc:sldMk cId="3596960166" sldId="333"/>
            <ac:graphicFrameMk id="10" creationId="{C6D2E71E-BA47-2D98-9985-1EC331ADA6E4}"/>
          </ac:graphicFrameMkLst>
        </pc:graphicFrameChg>
        <pc:graphicFrameChg chg="add mod modGraphic">
          <ac:chgData name="Andrew Naiberg" userId="S::anna6128@colorado.edu::4b7ce819-ac1f-4a07-b99e-acfcb439f2f9" providerId="AD" clId="Web-{A79E4989-C90E-02A3-AD70-EA324B6ADD70}" dt="2026-09-28T17:04:50.552" v="2493"/>
          <ac:graphicFrameMkLst>
            <pc:docMk/>
            <pc:sldMk cId="3596960166" sldId="333"/>
            <ac:graphicFrameMk id="11" creationId="{435790FB-B8D8-41A3-7A82-B1FD41EFC1FB}"/>
          </ac:graphicFrameMkLst>
        </pc:graphicFrameChg>
        <pc:picChg chg="del mod">
          <ac:chgData name="Andrew Naiberg" userId="S::anna6128@colorado.edu::4b7ce819-ac1f-4a07-b99e-acfcb439f2f9" providerId="AD" clId="Web-{A79E4989-C90E-02A3-AD70-EA324B6ADD70}" dt="2026-09-28T16:28:45.453" v="1946"/>
          <ac:picMkLst>
            <pc:docMk/>
            <pc:sldMk cId="3596960166" sldId="333"/>
            <ac:picMk id="7" creationId="{6B7346EC-0668-C8C4-0C0F-02445BFC3391}"/>
          </ac:picMkLst>
        </pc:picChg>
      </pc:sldChg>
      <pc:sldChg chg="addSp delSp modSp">
        <pc:chgData name="Andrew Naiberg" userId="S::anna6128@colorado.edu::4b7ce819-ac1f-4a07-b99e-acfcb439f2f9" providerId="AD" clId="Web-{A79E4989-C90E-02A3-AD70-EA324B6ADD70}" dt="2026-09-28T16:59:46.911" v="2492"/>
        <pc:sldMkLst>
          <pc:docMk/>
          <pc:sldMk cId="2171473729" sldId="461"/>
        </pc:sldMkLst>
        <pc:spChg chg="mod">
          <ac:chgData name="Andrew Naiberg" userId="S::anna6128@colorado.edu::4b7ce819-ac1f-4a07-b99e-acfcb439f2f9" providerId="AD" clId="Web-{A79E4989-C90E-02A3-AD70-EA324B6ADD70}" dt="2026-09-28T16:59:10.457" v="2490" actId="14100"/>
          <ac:spMkLst>
            <pc:docMk/>
            <pc:sldMk cId="2171473729" sldId="461"/>
            <ac:spMk id="8" creationId="{2B49F479-3E87-EA51-7A4A-2906A01FA849}"/>
          </ac:spMkLst>
        </pc:spChg>
        <pc:spChg chg="add">
          <ac:chgData name="Andrew Naiberg" userId="S::anna6128@colorado.edu::4b7ce819-ac1f-4a07-b99e-acfcb439f2f9" providerId="AD" clId="Web-{A79E4989-C90E-02A3-AD70-EA324B6ADD70}" dt="2026-09-28T16:59:33.442" v="2491"/>
          <ac:spMkLst>
            <pc:docMk/>
            <pc:sldMk cId="2171473729" sldId="461"/>
            <ac:spMk id="15" creationId="{E1771D00-D296-4021-7119-91BD822E9393}"/>
          </ac:spMkLst>
        </pc:spChg>
        <pc:spChg chg="add">
          <ac:chgData name="Andrew Naiberg" userId="S::anna6128@colorado.edu::4b7ce819-ac1f-4a07-b99e-acfcb439f2f9" providerId="AD" clId="Web-{A79E4989-C90E-02A3-AD70-EA324B6ADD70}" dt="2026-09-28T16:59:46.911" v="2492"/>
          <ac:spMkLst>
            <pc:docMk/>
            <pc:sldMk cId="2171473729" sldId="461"/>
            <ac:spMk id="17" creationId="{A5985D6F-05B5-A6A1-9A30-68257406EECD}"/>
          </ac:spMkLst>
        </pc:spChg>
        <pc:graphicFrameChg chg="add mod modGraphic">
          <ac:chgData name="Andrew Naiberg" userId="S::anna6128@colorado.edu::4b7ce819-ac1f-4a07-b99e-acfcb439f2f9" providerId="AD" clId="Web-{A79E4989-C90E-02A3-AD70-EA324B6ADD70}" dt="2026-09-28T16:56:35.644" v="2392"/>
          <ac:graphicFrameMkLst>
            <pc:docMk/>
            <pc:sldMk cId="2171473729" sldId="461"/>
            <ac:graphicFrameMk id="11" creationId="{E35F9879-8498-9D2A-9929-A759EC0EFE9C}"/>
          </ac:graphicFrameMkLst>
        </pc:graphicFrameChg>
        <pc:graphicFrameChg chg="add mod modGraphic">
          <ac:chgData name="Andrew Naiberg" userId="S::anna6128@colorado.edu::4b7ce819-ac1f-4a07-b99e-acfcb439f2f9" providerId="AD" clId="Web-{A79E4989-C90E-02A3-AD70-EA324B6ADD70}" dt="2026-09-28T16:58:49.785" v="2482"/>
          <ac:graphicFrameMkLst>
            <pc:docMk/>
            <pc:sldMk cId="2171473729" sldId="461"/>
            <ac:graphicFrameMk id="13" creationId="{71FA230D-8E7A-78B8-ADA3-4888824D6FC8}"/>
          </ac:graphicFrameMkLst>
        </pc:graphicFrameChg>
        <pc:picChg chg="del">
          <ac:chgData name="Andrew Naiberg" userId="S::anna6128@colorado.edu::4b7ce819-ac1f-4a07-b99e-acfcb439f2f9" providerId="AD" clId="Web-{A79E4989-C90E-02A3-AD70-EA324B6ADD70}" dt="2026-09-28T16:58:54.692" v="2483"/>
          <ac:picMkLst>
            <pc:docMk/>
            <pc:sldMk cId="2171473729" sldId="461"/>
            <ac:picMk id="10" creationId="{0AACFF3E-57D8-5CE4-DF65-080FDF5761BC}"/>
          </ac:picMkLst>
        </pc:picChg>
      </pc:sldChg>
      <pc:sldChg chg="addSp delSp modSp">
        <pc:chgData name="Andrew Naiberg" userId="S::anna6128@colorado.edu::4b7ce819-ac1f-4a07-b99e-acfcb439f2f9" providerId="AD" clId="Web-{A79E4989-C90E-02A3-AD70-EA324B6ADD70}" dt="2026-09-28T15:11:05.417" v="959" actId="20577"/>
        <pc:sldMkLst>
          <pc:docMk/>
          <pc:sldMk cId="1618848333" sldId="469"/>
        </pc:sldMkLst>
        <pc:spChg chg="mod">
          <ac:chgData name="Andrew Naiberg" userId="S::anna6128@colorado.edu::4b7ce819-ac1f-4a07-b99e-acfcb439f2f9" providerId="AD" clId="Web-{A79E4989-C90E-02A3-AD70-EA324B6ADD70}" dt="2026-09-28T02:52:34.118" v="136" actId="1076"/>
          <ac:spMkLst>
            <pc:docMk/>
            <pc:sldMk cId="1618848333" sldId="469"/>
            <ac:spMk id="5" creationId="{5924B47B-21B6-AD02-0244-A89ABAD42CAF}"/>
          </ac:spMkLst>
        </pc:spChg>
        <pc:spChg chg="mod">
          <ac:chgData name="Andrew Naiberg" userId="S::anna6128@colorado.edu::4b7ce819-ac1f-4a07-b99e-acfcb439f2f9" providerId="AD" clId="Web-{A79E4989-C90E-02A3-AD70-EA324B6ADD70}" dt="2026-09-28T02:52:28.993" v="135" actId="1076"/>
          <ac:spMkLst>
            <pc:docMk/>
            <pc:sldMk cId="1618848333" sldId="469"/>
            <ac:spMk id="6" creationId="{94EF5FEB-24B0-7E3F-9B28-69A7738E6855}"/>
          </ac:spMkLst>
        </pc:spChg>
        <pc:spChg chg="add mod">
          <ac:chgData name="Andrew Naiberg" userId="S::anna6128@colorado.edu::4b7ce819-ac1f-4a07-b99e-acfcb439f2f9" providerId="AD" clId="Web-{A79E4989-C90E-02A3-AD70-EA324B6ADD70}" dt="2026-09-28T02:38:28.400" v="11" actId="1076"/>
          <ac:spMkLst>
            <pc:docMk/>
            <pc:sldMk cId="1618848333" sldId="469"/>
            <ac:spMk id="9" creationId="{51D3DEEC-5C26-3028-5BB2-E6DEF54EFB42}"/>
          </ac:spMkLst>
        </pc:spChg>
        <pc:spChg chg="mod">
          <ac:chgData name="Andrew Naiberg" userId="S::anna6128@colorado.edu::4b7ce819-ac1f-4a07-b99e-acfcb439f2f9" providerId="AD" clId="Web-{A79E4989-C90E-02A3-AD70-EA324B6ADD70}" dt="2026-09-28T14:59:28.598" v="835" actId="20577"/>
          <ac:spMkLst>
            <pc:docMk/>
            <pc:sldMk cId="1618848333" sldId="469"/>
            <ac:spMk id="10" creationId="{CB72CA42-245D-1F44-1FE8-739674E8A408}"/>
          </ac:spMkLst>
        </pc:spChg>
        <pc:spChg chg="add del mod">
          <ac:chgData name="Andrew Naiberg" userId="S::anna6128@colorado.edu::4b7ce819-ac1f-4a07-b99e-acfcb439f2f9" providerId="AD" clId="Web-{A79E4989-C90E-02A3-AD70-EA324B6ADD70}" dt="2026-09-28T15:07:10.571" v="838"/>
          <ac:spMkLst>
            <pc:docMk/>
            <pc:sldMk cId="1618848333" sldId="469"/>
            <ac:spMk id="11" creationId="{6F72854A-54C2-2323-CB6A-56FD47BDF2F4}"/>
          </ac:spMkLst>
        </pc:spChg>
        <pc:spChg chg="add mod">
          <ac:chgData name="Andrew Naiberg" userId="S::anna6128@colorado.edu::4b7ce819-ac1f-4a07-b99e-acfcb439f2f9" providerId="AD" clId="Web-{A79E4989-C90E-02A3-AD70-EA324B6ADD70}" dt="2026-09-28T02:38:59.634" v="17" actId="1076"/>
          <ac:spMkLst>
            <pc:docMk/>
            <pc:sldMk cId="1618848333" sldId="469"/>
            <ac:spMk id="12" creationId="{B82B39F8-505A-4549-304A-AC6974DA9AB0}"/>
          </ac:spMkLst>
        </pc:spChg>
        <pc:spChg chg="add mod">
          <ac:chgData name="Andrew Naiberg" userId="S::anna6128@colorado.edu::4b7ce819-ac1f-4a07-b99e-acfcb439f2f9" providerId="AD" clId="Web-{A79E4989-C90E-02A3-AD70-EA324B6ADD70}" dt="2026-09-28T02:38:55.244" v="16" actId="1076"/>
          <ac:spMkLst>
            <pc:docMk/>
            <pc:sldMk cId="1618848333" sldId="469"/>
            <ac:spMk id="13" creationId="{59DF53DD-2FD8-6BDD-7C00-48D08BB3E67B}"/>
          </ac:spMkLst>
        </pc:spChg>
        <pc:spChg chg="add mod">
          <ac:chgData name="Andrew Naiberg" userId="S::anna6128@colorado.edu::4b7ce819-ac1f-4a07-b99e-acfcb439f2f9" providerId="AD" clId="Web-{A79E4989-C90E-02A3-AD70-EA324B6ADD70}" dt="2026-09-28T02:38:49.494" v="15" actId="1076"/>
          <ac:spMkLst>
            <pc:docMk/>
            <pc:sldMk cId="1618848333" sldId="469"/>
            <ac:spMk id="14" creationId="{E204E7B0-A657-2C4D-8FF5-CFE46992A37F}"/>
          </ac:spMkLst>
        </pc:spChg>
        <pc:spChg chg="add mod">
          <ac:chgData name="Andrew Naiberg" userId="S::anna6128@colorado.edu::4b7ce819-ac1f-4a07-b99e-acfcb439f2f9" providerId="AD" clId="Web-{A79E4989-C90E-02A3-AD70-EA324B6ADD70}" dt="2026-09-28T02:41:19.978" v="63" actId="20577"/>
          <ac:spMkLst>
            <pc:docMk/>
            <pc:sldMk cId="1618848333" sldId="469"/>
            <ac:spMk id="15" creationId="{D120F92A-D9B6-D9E8-A535-F2366D2387CE}"/>
          </ac:spMkLst>
        </pc:spChg>
        <pc:spChg chg="add mod">
          <ac:chgData name="Andrew Naiberg" userId="S::anna6128@colorado.edu::4b7ce819-ac1f-4a07-b99e-acfcb439f2f9" providerId="AD" clId="Web-{A79E4989-C90E-02A3-AD70-EA324B6ADD70}" dt="2026-09-28T02:41:27.743" v="74" actId="20577"/>
          <ac:spMkLst>
            <pc:docMk/>
            <pc:sldMk cId="1618848333" sldId="469"/>
            <ac:spMk id="16" creationId="{8CF5CB43-8202-74AA-6FB9-3ABFB52793B5}"/>
          </ac:spMkLst>
        </pc:spChg>
        <pc:spChg chg="add del">
          <ac:chgData name="Andrew Naiberg" userId="S::anna6128@colorado.edu::4b7ce819-ac1f-4a07-b99e-acfcb439f2f9" providerId="AD" clId="Web-{A79E4989-C90E-02A3-AD70-EA324B6ADD70}" dt="2026-09-28T02:44:51.837" v="76"/>
          <ac:spMkLst>
            <pc:docMk/>
            <pc:sldMk cId="1618848333" sldId="469"/>
            <ac:spMk id="17" creationId="{957092AC-0F59-4292-7321-F05373D851EE}"/>
          </ac:spMkLst>
        </pc:spChg>
        <pc:spChg chg="add del">
          <ac:chgData name="Andrew Naiberg" userId="S::anna6128@colorado.edu::4b7ce819-ac1f-4a07-b99e-acfcb439f2f9" providerId="AD" clId="Web-{A79E4989-C90E-02A3-AD70-EA324B6ADD70}" dt="2026-09-28T15:07:25.603" v="840"/>
          <ac:spMkLst>
            <pc:docMk/>
            <pc:sldMk cId="1618848333" sldId="469"/>
            <ac:spMk id="17" creationId="{DBDA3903-D84F-26A9-D5A5-4FEB0D456E8D}"/>
          </ac:spMkLst>
        </pc:spChg>
        <pc:spChg chg="add mod">
          <ac:chgData name="Andrew Naiberg" userId="S::anna6128@colorado.edu::4b7ce819-ac1f-4a07-b99e-acfcb439f2f9" providerId="AD" clId="Web-{A79E4989-C90E-02A3-AD70-EA324B6ADD70}" dt="2026-09-28T02:49:09.821" v="131" actId="1076"/>
          <ac:spMkLst>
            <pc:docMk/>
            <pc:sldMk cId="1618848333" sldId="469"/>
            <ac:spMk id="18" creationId="{2941FD7C-B8CE-2486-8113-9DB722534851}"/>
          </ac:spMkLst>
        </pc:spChg>
        <pc:spChg chg="add mod">
          <ac:chgData name="Andrew Naiberg" userId="S::anna6128@colorado.edu::4b7ce819-ac1f-4a07-b99e-acfcb439f2f9" providerId="AD" clId="Web-{A79E4989-C90E-02A3-AD70-EA324B6ADD70}" dt="2026-09-28T02:49:30.852" v="134" actId="1076"/>
          <ac:spMkLst>
            <pc:docMk/>
            <pc:sldMk cId="1618848333" sldId="469"/>
            <ac:spMk id="19" creationId="{EDFA3E39-5304-0F08-9F02-AC665B4E66AF}"/>
          </ac:spMkLst>
        </pc:spChg>
        <pc:spChg chg="add mod">
          <ac:chgData name="Andrew Naiberg" userId="S::anna6128@colorado.edu::4b7ce819-ac1f-4a07-b99e-acfcb439f2f9" providerId="AD" clId="Web-{A79E4989-C90E-02A3-AD70-EA324B6ADD70}" dt="2026-09-28T15:11:05.417" v="959" actId="20577"/>
          <ac:spMkLst>
            <pc:docMk/>
            <pc:sldMk cId="1618848333" sldId="469"/>
            <ac:spMk id="20" creationId="{77CFEFDA-9A8A-C4E3-1595-EC517E1AB5B1}"/>
          </ac:spMkLst>
        </pc:spChg>
        <pc:picChg chg="add mod">
          <ac:chgData name="Andrew Naiberg" userId="S::anna6128@colorado.edu::4b7ce819-ac1f-4a07-b99e-acfcb439f2f9" providerId="AD" clId="Web-{A79E4989-C90E-02A3-AD70-EA324B6ADD70}" dt="2026-09-28T02:35:15.837" v="8" actId="1076"/>
          <ac:picMkLst>
            <pc:docMk/>
            <pc:sldMk cId="1618848333" sldId="469"/>
            <ac:picMk id="7" creationId="{AEA56899-0C4E-A540-B3D0-4DBB5CFF1A3F}"/>
          </ac:picMkLst>
        </pc:picChg>
        <pc:picChg chg="del">
          <ac:chgData name="Andrew Naiberg" userId="S::anna6128@colorado.edu::4b7ce819-ac1f-4a07-b99e-acfcb439f2f9" providerId="AD" clId="Web-{A79E4989-C90E-02A3-AD70-EA324B6ADD70}" dt="2026-09-28T02:34:04.775" v="1"/>
          <ac:picMkLst>
            <pc:docMk/>
            <pc:sldMk cId="1618848333" sldId="469"/>
            <ac:picMk id="11" creationId="{C9CC0069-569C-6B50-A361-1CBBFAA9AD22}"/>
          </ac:picMkLst>
        </pc:picChg>
      </pc:sldChg>
    </pc:docChg>
  </pc:docChgLst>
  <pc:docChgLst>
    <pc:chgData name="Christopher Wong" userId="S::chwo6932@colorado.edu::ea030524-5bca-4e95-91ba-d5ef9bb1eb90" providerId="AD" clId="Web-{28765D50-78EA-7DC5-AF64-C5D04911A918}"/>
    <pc:docChg chg="modSld">
      <pc:chgData name="Christopher Wong" userId="S::chwo6932@colorado.edu::ea030524-5bca-4e95-91ba-d5ef9bb1eb90" providerId="AD" clId="Web-{28765D50-78EA-7DC5-AF64-C5D04911A918}" dt="2026-09-24T18:38:57.136" v="61"/>
      <pc:docMkLst>
        <pc:docMk/>
      </pc:docMkLst>
      <pc:sldChg chg="addSp delSp modSp">
        <pc:chgData name="Christopher Wong" userId="S::chwo6932@colorado.edu::ea030524-5bca-4e95-91ba-d5ef9bb1eb90" providerId="AD" clId="Web-{28765D50-78EA-7DC5-AF64-C5D04911A918}" dt="2026-09-24T18:37:59.774" v="37" actId="1076"/>
        <pc:sldMkLst>
          <pc:docMk/>
          <pc:sldMk cId="2929727347" sldId="354"/>
        </pc:sldMkLst>
        <pc:spChg chg="add mod">
          <ac:chgData name="Christopher Wong" userId="S::chwo6932@colorado.edu::ea030524-5bca-4e95-91ba-d5ef9bb1eb90" providerId="AD" clId="Web-{28765D50-78EA-7DC5-AF64-C5D04911A918}" dt="2026-09-24T18:37:59.774" v="37" actId="1076"/>
          <ac:spMkLst>
            <pc:docMk/>
            <pc:sldMk cId="2929727347" sldId="354"/>
            <ac:spMk id="12" creationId="{62679913-5010-49D8-8014-7B3F1B722CD7}"/>
          </ac:spMkLst>
        </pc:spChg>
        <pc:graphicFrameChg chg="modGraphic">
          <ac:chgData name="Christopher Wong" userId="S::chwo6932@colorado.edu::ea030524-5bca-4e95-91ba-d5ef9bb1eb90" providerId="AD" clId="Web-{28765D50-78EA-7DC5-AF64-C5D04911A918}" dt="2026-09-24T18:35:46.363" v="1"/>
          <ac:graphicFrameMkLst>
            <pc:docMk/>
            <pc:sldMk cId="2929727347" sldId="354"/>
            <ac:graphicFrameMk id="9" creationId="{A36185F4-4F34-9438-5D52-7AC124FA1CD9}"/>
          </ac:graphicFrameMkLst>
        </pc:graphicFrameChg>
      </pc:sldChg>
      <pc:sldChg chg="modSp">
        <pc:chgData name="Christopher Wong" userId="S::chwo6932@colorado.edu::ea030524-5bca-4e95-91ba-d5ef9bb1eb90" providerId="AD" clId="Web-{28765D50-78EA-7DC5-AF64-C5D04911A918}" dt="2026-09-24T18:38:57.136" v="61"/>
        <pc:sldMkLst>
          <pc:docMk/>
          <pc:sldMk cId="1444813950" sldId="446"/>
        </pc:sldMkLst>
        <pc:graphicFrameChg chg="mod modGraphic">
          <ac:chgData name="Christopher Wong" userId="S::chwo6932@colorado.edu::ea030524-5bca-4e95-91ba-d5ef9bb1eb90" providerId="AD" clId="Web-{28765D50-78EA-7DC5-AF64-C5D04911A918}" dt="2026-09-24T18:38:57.136" v="61"/>
          <ac:graphicFrameMkLst>
            <pc:docMk/>
            <pc:sldMk cId="1444813950" sldId="446"/>
            <ac:graphicFrameMk id="9" creationId="{A36185F4-4F34-9438-5D52-7AC124FA1CD9}"/>
          </ac:graphicFrameMkLst>
        </pc:graphicFrameChg>
      </pc:sldChg>
      <pc:sldChg chg="modSp">
        <pc:chgData name="Christopher Wong" userId="S::chwo6932@colorado.edu::ea030524-5bca-4e95-91ba-d5ef9bb1eb90" providerId="AD" clId="Web-{28765D50-78EA-7DC5-AF64-C5D04911A918}" dt="2026-09-24T18:37:10.147" v="28"/>
        <pc:sldMkLst>
          <pc:docMk/>
          <pc:sldMk cId="3343433889" sldId="455"/>
        </pc:sldMkLst>
        <pc:spChg chg="mod">
          <ac:chgData name="Christopher Wong" userId="S::chwo6932@colorado.edu::ea030524-5bca-4e95-91ba-d5ef9bb1eb90" providerId="AD" clId="Web-{28765D50-78EA-7DC5-AF64-C5D04911A918}" dt="2026-09-24T18:36:52.459" v="13" actId="1076"/>
          <ac:spMkLst>
            <pc:docMk/>
            <pc:sldMk cId="3343433889" sldId="455"/>
            <ac:spMk id="7" creationId="{174CF4F6-D204-BCBC-DBF0-C2E4E55B2B37}"/>
          </ac:spMkLst>
        </pc:spChg>
        <pc:graphicFrameChg chg="mod modGraphic">
          <ac:chgData name="Christopher Wong" userId="S::chwo6932@colorado.edu::ea030524-5bca-4e95-91ba-d5ef9bb1eb90" providerId="AD" clId="Web-{28765D50-78EA-7DC5-AF64-C5D04911A918}" dt="2026-09-24T18:37:10.147" v="28"/>
          <ac:graphicFrameMkLst>
            <pc:docMk/>
            <pc:sldMk cId="3343433889" sldId="455"/>
            <ac:graphicFrameMk id="9" creationId="{A36185F4-4F34-9438-5D52-7AC124FA1CD9}"/>
          </ac:graphicFrameMkLst>
        </pc:graphicFrameChg>
      </pc:sldChg>
    </pc:docChg>
  </pc:docChgLst>
  <pc:docChgLst>
    <pc:chgData name="Grace Kallberg" userId="S::grka3921@colorado.edu::2ffee2a2-50a6-4774-b344-04f1f7e85363" providerId="AD" clId="Web-{8A0BB1DC-3446-43B0-0983-8C250CF07ECA}"/>
    <pc:docChg chg="modSld">
      <pc:chgData name="Grace Kallberg" userId="S::grka3921@colorado.edu::2ffee2a2-50a6-4774-b344-04f1f7e85363" providerId="AD" clId="Web-{8A0BB1DC-3446-43B0-0983-8C250CF07ECA}" dt="2026-09-28T19:31:41.655" v="8" actId="20577"/>
      <pc:docMkLst>
        <pc:docMk/>
      </pc:docMkLst>
      <pc:sldChg chg="modSp">
        <pc:chgData name="Grace Kallberg" userId="S::grka3921@colorado.edu::2ffee2a2-50a6-4774-b344-04f1f7e85363" providerId="AD" clId="Web-{8A0BB1DC-3446-43B0-0983-8C250CF07ECA}" dt="2026-09-28T19:31:41.655" v="8" actId="20577"/>
        <pc:sldMkLst>
          <pc:docMk/>
          <pc:sldMk cId="1883807917" sldId="464"/>
        </pc:sldMkLst>
        <pc:spChg chg="mod">
          <ac:chgData name="Grace Kallberg" userId="S::grka3921@colorado.edu::2ffee2a2-50a6-4774-b344-04f1f7e85363" providerId="AD" clId="Web-{8A0BB1DC-3446-43B0-0983-8C250CF07ECA}" dt="2026-09-28T19:31:41.655" v="8" actId="20577"/>
          <ac:spMkLst>
            <pc:docMk/>
            <pc:sldMk cId="1883807917" sldId="464"/>
            <ac:spMk id="9" creationId="{4664E14A-5DC1-D0E7-8954-3C353D721360}"/>
          </ac:spMkLst>
        </pc:spChg>
      </pc:sldChg>
    </pc:docChg>
  </pc:docChgLst>
  <pc:docChgLst>
    <pc:chgData name="Ian Jaggi" userId="S::iaja6607@colorado.edu::b21bfc62-fedc-4bee-a2ec-17472b30e995" providerId="AD" clId="Web-{02A26088-5638-A05D-E5EA-34225751706A}"/>
    <pc:docChg chg="modSld">
      <pc:chgData name="Ian Jaggi" userId="S::iaja6607@colorado.edu::b21bfc62-fedc-4bee-a2ec-17472b30e995" providerId="AD" clId="Web-{02A26088-5638-A05D-E5EA-34225751706A}" dt="2026-09-28T19:38:02.164" v="4"/>
      <pc:docMkLst>
        <pc:docMk/>
      </pc:docMkLst>
      <pc:sldChg chg="modNotes">
        <pc:chgData name="Ian Jaggi" userId="S::iaja6607@colorado.edu::b21bfc62-fedc-4bee-a2ec-17472b30e995" providerId="AD" clId="Web-{02A26088-5638-A05D-E5EA-34225751706A}" dt="2026-09-28T19:38:02.164" v="4"/>
        <pc:sldMkLst>
          <pc:docMk/>
          <pc:sldMk cId="4026320584" sldId="358"/>
        </pc:sldMkLst>
      </pc:sldChg>
    </pc:docChg>
  </pc:docChgLst>
  <pc:docChgLst>
    <pc:chgData name="Christopher Wong" userId="S::chwo6932@colorado.edu::ea030524-5bca-4e95-91ba-d5ef9bb1eb90" providerId="AD" clId="Web-{F4258C7E-495A-3A95-DF50-8F12E84698CA}"/>
    <pc:docChg chg="addSld modSld sldOrd">
      <pc:chgData name="Christopher Wong" userId="S::chwo6932@colorado.edu::ea030524-5bca-4e95-91ba-d5ef9bb1eb90" providerId="AD" clId="Web-{F4258C7E-495A-3A95-DF50-8F12E84698CA}" dt="2026-09-28T21:27:19.199" v="949" actId="20577"/>
      <pc:docMkLst>
        <pc:docMk/>
      </pc:docMkLst>
      <pc:sldChg chg="addSp delSp modSp">
        <pc:chgData name="Christopher Wong" userId="S::chwo6932@colorado.edu::ea030524-5bca-4e95-91ba-d5ef9bb1eb90" providerId="AD" clId="Web-{F4258C7E-495A-3A95-DF50-8F12E84698CA}" dt="2026-09-28T20:36:38.640" v="937" actId="1076"/>
        <pc:sldMkLst>
          <pc:docMk/>
          <pc:sldMk cId="1574109893" sldId="295"/>
        </pc:sldMkLst>
        <pc:spChg chg="add del">
          <ac:chgData name="Christopher Wong" userId="S::chwo6932@colorado.edu::ea030524-5bca-4e95-91ba-d5ef9bb1eb90" providerId="AD" clId="Web-{F4258C7E-495A-3A95-DF50-8F12E84698CA}" dt="2026-09-28T20:32:37.827" v="802"/>
          <ac:spMkLst>
            <pc:docMk/>
            <pc:sldMk cId="1574109893" sldId="295"/>
            <ac:spMk id="2" creationId="{203E01C0-1092-9697-B5AB-A6F7632012DE}"/>
          </ac:spMkLst>
        </pc:spChg>
        <pc:spChg chg="mod">
          <ac:chgData name="Christopher Wong" userId="S::chwo6932@colorado.edu::ea030524-5bca-4e95-91ba-d5ef9bb1eb90" providerId="AD" clId="Web-{F4258C7E-495A-3A95-DF50-8F12E84698CA}" dt="2026-09-28T20:36:27.951" v="933" actId="20577"/>
          <ac:spMkLst>
            <pc:docMk/>
            <pc:sldMk cId="1574109893" sldId="295"/>
            <ac:spMk id="3" creationId="{8463F645-83EE-3EEB-F71D-58410802B9CF}"/>
          </ac:spMkLst>
        </pc:spChg>
        <pc:spChg chg="add mod">
          <ac:chgData name="Christopher Wong" userId="S::chwo6932@colorado.edu::ea030524-5bca-4e95-91ba-d5ef9bb1eb90" providerId="AD" clId="Web-{F4258C7E-495A-3A95-DF50-8F12E84698CA}" dt="2026-09-28T20:35:51.637" v="927" actId="20577"/>
          <ac:spMkLst>
            <pc:docMk/>
            <pc:sldMk cId="1574109893" sldId="295"/>
            <ac:spMk id="5" creationId="{19880B50-00CE-4781-4C2D-7151FB1AE69F}"/>
          </ac:spMkLst>
        </pc:spChg>
        <pc:spChg chg="add mod">
          <ac:chgData name="Christopher Wong" userId="S::chwo6932@colorado.edu::ea030524-5bca-4e95-91ba-d5ef9bb1eb90" providerId="AD" clId="Web-{F4258C7E-495A-3A95-DF50-8F12E84698CA}" dt="2026-09-28T20:36:07.606" v="932" actId="20577"/>
          <ac:spMkLst>
            <pc:docMk/>
            <pc:sldMk cId="1574109893" sldId="295"/>
            <ac:spMk id="11" creationId="{FA96CEAF-089E-D814-CCB1-C3DE406CCC9F}"/>
          </ac:spMkLst>
        </pc:spChg>
        <pc:spChg chg="add mod">
          <ac:chgData name="Christopher Wong" userId="S::chwo6932@colorado.edu::ea030524-5bca-4e95-91ba-d5ef9bb1eb90" providerId="AD" clId="Web-{F4258C7E-495A-3A95-DF50-8F12E84698CA}" dt="2026-09-28T20:36:38.640" v="937" actId="1076"/>
          <ac:spMkLst>
            <pc:docMk/>
            <pc:sldMk cId="1574109893" sldId="295"/>
            <ac:spMk id="13" creationId="{3CDA01B8-BD78-7088-56CB-58192505C75F}"/>
          </ac:spMkLst>
        </pc:spChg>
        <pc:spChg chg="del">
          <ac:chgData name="Christopher Wong" userId="S::chwo6932@colorado.edu::ea030524-5bca-4e95-91ba-d5ef9bb1eb90" providerId="AD" clId="Web-{F4258C7E-495A-3A95-DF50-8F12E84698CA}" dt="2026-09-28T20:09:07.718" v="431"/>
          <ac:spMkLst>
            <pc:docMk/>
            <pc:sldMk cId="1574109893" sldId="295"/>
            <ac:spMk id="20" creationId="{E52970F6-E582-ACD7-860D-15BEEEA24D19}"/>
          </ac:spMkLst>
        </pc:spChg>
        <pc:spChg chg="del">
          <ac:chgData name="Christopher Wong" userId="S::chwo6932@colorado.edu::ea030524-5bca-4e95-91ba-d5ef9bb1eb90" providerId="AD" clId="Web-{F4258C7E-495A-3A95-DF50-8F12E84698CA}" dt="2026-09-28T20:09:09.640" v="433"/>
          <ac:spMkLst>
            <pc:docMk/>
            <pc:sldMk cId="1574109893" sldId="295"/>
            <ac:spMk id="21" creationId="{48689129-EFE6-BEAA-05D8-C0A38F947D1D}"/>
          </ac:spMkLst>
        </pc:spChg>
        <pc:spChg chg="del topLvl">
          <ac:chgData name="Christopher Wong" userId="S::chwo6932@colorado.edu::ea030524-5bca-4e95-91ba-d5ef9bb1eb90" providerId="AD" clId="Web-{F4258C7E-495A-3A95-DF50-8F12E84698CA}" dt="2026-09-28T20:09:05.530" v="430"/>
          <ac:spMkLst>
            <pc:docMk/>
            <pc:sldMk cId="1574109893" sldId="295"/>
            <ac:spMk id="22" creationId="{3A7D4E83-45A1-EC80-124A-9A8DB3355B31}"/>
          </ac:spMkLst>
        </pc:spChg>
        <pc:spChg chg="del">
          <ac:chgData name="Christopher Wong" userId="S::chwo6932@colorado.edu::ea030524-5bca-4e95-91ba-d5ef9bb1eb90" providerId="AD" clId="Web-{F4258C7E-495A-3A95-DF50-8F12E84698CA}" dt="2026-09-28T20:08:59.686" v="428"/>
          <ac:spMkLst>
            <pc:docMk/>
            <pc:sldMk cId="1574109893" sldId="295"/>
            <ac:spMk id="1090" creationId="{0C002EBC-C2CB-DC85-055F-D785EEBF53F4}"/>
          </ac:spMkLst>
        </pc:spChg>
        <pc:spChg chg="del">
          <ac:chgData name="Christopher Wong" userId="S::chwo6932@colorado.edu::ea030524-5bca-4e95-91ba-d5ef9bb1eb90" providerId="AD" clId="Web-{F4258C7E-495A-3A95-DF50-8F12E84698CA}" dt="2026-09-28T20:09:01.670" v="429"/>
          <ac:spMkLst>
            <pc:docMk/>
            <pc:sldMk cId="1574109893" sldId="295"/>
            <ac:spMk id="1091" creationId="{59DD50BE-69FF-C85D-1B7D-304A6DE1BA66}"/>
          </ac:spMkLst>
        </pc:spChg>
        <pc:spChg chg="del">
          <ac:chgData name="Christopher Wong" userId="S::chwo6932@colorado.edu::ea030524-5bca-4e95-91ba-d5ef9bb1eb90" providerId="AD" clId="Web-{F4258C7E-495A-3A95-DF50-8F12E84698CA}" dt="2026-09-28T20:10:40.427" v="435"/>
          <ac:spMkLst>
            <pc:docMk/>
            <pc:sldMk cId="1574109893" sldId="295"/>
            <ac:spMk id="1092" creationId="{20F0A9A8-DFD4-34D4-E869-239F84DAA3E2}"/>
          </ac:spMkLst>
        </pc:spChg>
        <pc:spChg chg="del">
          <ac:chgData name="Christopher Wong" userId="S::chwo6932@colorado.edu::ea030524-5bca-4e95-91ba-d5ef9bb1eb90" providerId="AD" clId="Web-{F4258C7E-495A-3A95-DF50-8F12E84698CA}" dt="2026-09-28T20:09:11.124" v="434"/>
          <ac:spMkLst>
            <pc:docMk/>
            <pc:sldMk cId="1574109893" sldId="295"/>
            <ac:spMk id="1097" creationId="{A8112EB0-8281-CD0E-C5EA-2902B05AA4C0}"/>
          </ac:spMkLst>
        </pc:spChg>
        <pc:grpChg chg="del">
          <ac:chgData name="Christopher Wong" userId="S::chwo6932@colorado.edu::ea030524-5bca-4e95-91ba-d5ef9bb1eb90" providerId="AD" clId="Web-{F4258C7E-495A-3A95-DF50-8F12E84698CA}" dt="2026-09-28T20:09:05.530" v="430"/>
          <ac:grpSpMkLst>
            <pc:docMk/>
            <pc:sldMk cId="1574109893" sldId="295"/>
            <ac:grpSpMk id="24" creationId="{59FF226E-DB9F-44C9-261D-8A30C5B60BC9}"/>
          </ac:grpSpMkLst>
        </pc:grpChg>
        <pc:grpChg chg="del">
          <ac:chgData name="Christopher Wong" userId="S::chwo6932@colorado.edu::ea030524-5bca-4e95-91ba-d5ef9bb1eb90" providerId="AD" clId="Web-{F4258C7E-495A-3A95-DF50-8F12E84698CA}" dt="2026-09-28T20:08:54.045" v="425"/>
          <ac:grpSpMkLst>
            <pc:docMk/>
            <pc:sldMk cId="1574109893" sldId="295"/>
            <ac:grpSpMk id="1077" creationId="{C5E28AD0-F09D-32E8-2428-D8C7B4CA66A7}"/>
          </ac:grpSpMkLst>
        </pc:grpChg>
        <pc:picChg chg="del topLvl">
          <ac:chgData name="Christopher Wong" userId="S::chwo6932@colorado.edu::ea030524-5bca-4e95-91ba-d5ef9bb1eb90" providerId="AD" clId="Web-{F4258C7E-495A-3A95-DF50-8F12E84698CA}" dt="2026-09-28T20:09:08.218" v="432"/>
          <ac:picMkLst>
            <pc:docMk/>
            <pc:sldMk cId="1574109893" sldId="295"/>
            <ac:picMk id="23" creationId="{613B6E51-A2C6-5D14-210D-B5FA2B58E52E}"/>
          </ac:picMkLst>
        </pc:picChg>
        <pc:cxnChg chg="del mod">
          <ac:chgData name="Christopher Wong" userId="S::chwo6932@colorado.edu::ea030524-5bca-4e95-91ba-d5ef9bb1eb90" providerId="AD" clId="Web-{F4258C7E-495A-3A95-DF50-8F12E84698CA}" dt="2026-09-28T20:08:59.201" v="427"/>
          <ac:cxnSpMkLst>
            <pc:docMk/>
            <pc:sldMk cId="1574109893" sldId="295"/>
            <ac:cxnSpMk id="1075" creationId="{BB5A758C-AB7E-7C79-1ED9-76705990CE7E}"/>
          </ac:cxnSpMkLst>
        </pc:cxnChg>
        <pc:cxnChg chg="del mod">
          <ac:chgData name="Christopher Wong" userId="S::chwo6932@colorado.edu::ea030524-5bca-4e95-91ba-d5ef9bb1eb90" providerId="AD" clId="Web-{F4258C7E-495A-3A95-DF50-8F12E84698CA}" dt="2026-09-28T20:08:57.373" v="426"/>
          <ac:cxnSpMkLst>
            <pc:docMk/>
            <pc:sldMk cId="1574109893" sldId="295"/>
            <ac:cxnSpMk id="1082" creationId="{108A3851-9270-94CD-A854-3311E7B754D2}"/>
          </ac:cxnSpMkLst>
        </pc:cxnChg>
      </pc:sldChg>
      <pc:sldChg chg="modSp">
        <pc:chgData name="Christopher Wong" userId="S::chwo6932@colorado.edu::ea030524-5bca-4e95-91ba-d5ef9bb1eb90" providerId="AD" clId="Web-{F4258C7E-495A-3A95-DF50-8F12E84698CA}" dt="2026-09-28T19:35:41.710" v="123" actId="1076"/>
        <pc:sldMkLst>
          <pc:docMk/>
          <pc:sldMk cId="3603949100" sldId="296"/>
        </pc:sldMkLst>
        <pc:spChg chg="mod">
          <ac:chgData name="Christopher Wong" userId="S::chwo6932@colorado.edu::ea030524-5bca-4e95-91ba-d5ef9bb1eb90" providerId="AD" clId="Web-{F4258C7E-495A-3A95-DF50-8F12E84698CA}" dt="2026-09-28T19:35:36.288" v="122" actId="1076"/>
          <ac:spMkLst>
            <pc:docMk/>
            <pc:sldMk cId="3603949100" sldId="296"/>
            <ac:spMk id="11" creationId="{25CB4F84-CBDA-F4F0-1F5F-06978F323384}"/>
          </ac:spMkLst>
        </pc:spChg>
        <pc:spChg chg="mod">
          <ac:chgData name="Christopher Wong" userId="S::chwo6932@colorado.edu::ea030524-5bca-4e95-91ba-d5ef9bb1eb90" providerId="AD" clId="Web-{F4258C7E-495A-3A95-DF50-8F12E84698CA}" dt="2026-09-28T19:35:03.114" v="116" actId="1076"/>
          <ac:spMkLst>
            <pc:docMk/>
            <pc:sldMk cId="3603949100" sldId="296"/>
            <ac:spMk id="12" creationId="{B9FE658F-8D38-4CB1-C4CB-2687E9A25E9E}"/>
          </ac:spMkLst>
        </pc:spChg>
        <pc:spChg chg="mod">
          <ac:chgData name="Christopher Wong" userId="S::chwo6932@colorado.edu::ea030524-5bca-4e95-91ba-d5ef9bb1eb90" providerId="AD" clId="Web-{F4258C7E-495A-3A95-DF50-8F12E84698CA}" dt="2026-09-28T19:35:41.710" v="123" actId="1076"/>
          <ac:spMkLst>
            <pc:docMk/>
            <pc:sldMk cId="3603949100" sldId="296"/>
            <ac:spMk id="15" creationId="{DCABC376-701B-4AEC-1206-D938906CCC62}"/>
          </ac:spMkLst>
        </pc:spChg>
        <pc:graphicFrameChg chg="mod modGraphic">
          <ac:chgData name="Christopher Wong" userId="S::chwo6932@colorado.edu::ea030524-5bca-4e95-91ba-d5ef9bb1eb90" providerId="AD" clId="Web-{F4258C7E-495A-3A95-DF50-8F12E84698CA}" dt="2026-09-28T19:34:34.315" v="112" actId="1076"/>
          <ac:graphicFrameMkLst>
            <pc:docMk/>
            <pc:sldMk cId="3603949100" sldId="296"/>
            <ac:graphicFrameMk id="9" creationId="{86AFAEF1-E970-160E-2DFD-55BA90DF8764}"/>
          </ac:graphicFrameMkLst>
        </pc:graphicFrameChg>
        <pc:graphicFrameChg chg="mod modGraphic">
          <ac:chgData name="Christopher Wong" userId="S::chwo6932@colorado.edu::ea030524-5bca-4e95-91ba-d5ef9bb1eb90" providerId="AD" clId="Web-{F4258C7E-495A-3A95-DF50-8F12E84698CA}" dt="2026-09-28T19:34:23.955" v="111" actId="1076"/>
          <ac:graphicFrameMkLst>
            <pc:docMk/>
            <pc:sldMk cId="3603949100" sldId="296"/>
            <ac:graphicFrameMk id="10" creationId="{4960C566-CB78-6616-83B6-A96EA5030F63}"/>
          </ac:graphicFrameMkLst>
        </pc:graphicFrameChg>
      </pc:sldChg>
      <pc:sldChg chg="addSp delSp modSp">
        <pc:chgData name="Christopher Wong" userId="S::chwo6932@colorado.edu::ea030524-5bca-4e95-91ba-d5ef9bb1eb90" providerId="AD" clId="Web-{F4258C7E-495A-3A95-DF50-8F12E84698CA}" dt="2026-09-28T19:25:44.764" v="43" actId="1076"/>
        <pc:sldMkLst>
          <pc:docMk/>
          <pc:sldMk cId="3418061927" sldId="302"/>
        </pc:sldMkLst>
        <pc:picChg chg="add del">
          <ac:chgData name="Christopher Wong" userId="S::chwo6932@colorado.edu::ea030524-5bca-4e95-91ba-d5ef9bb1eb90" providerId="AD" clId="Web-{F4258C7E-495A-3A95-DF50-8F12E84698CA}" dt="2026-09-28T19:22:32.923" v="22"/>
          <ac:picMkLst>
            <pc:docMk/>
            <pc:sldMk cId="3418061927" sldId="302"/>
            <ac:picMk id="8" creationId="{72CEA5DA-FD1F-917C-126D-25421D77914A}"/>
          </ac:picMkLst>
        </pc:picChg>
        <pc:picChg chg="add del mod">
          <ac:chgData name="Christopher Wong" userId="S::chwo6932@colorado.edu::ea030524-5bca-4e95-91ba-d5ef9bb1eb90" providerId="AD" clId="Web-{F4258C7E-495A-3A95-DF50-8F12E84698CA}" dt="2026-09-28T19:25:44.764" v="43" actId="1076"/>
          <ac:picMkLst>
            <pc:docMk/>
            <pc:sldMk cId="3418061927" sldId="302"/>
            <ac:picMk id="9" creationId="{D7695EBC-DB9D-CA79-5CCC-254B90E13577}"/>
          </ac:picMkLst>
        </pc:picChg>
        <pc:picChg chg="add mod">
          <ac:chgData name="Christopher Wong" userId="S::chwo6932@colorado.edu::ea030524-5bca-4e95-91ba-d5ef9bb1eb90" providerId="AD" clId="Web-{F4258C7E-495A-3A95-DF50-8F12E84698CA}" dt="2026-09-28T19:25:34.904" v="41" actId="1076"/>
          <ac:picMkLst>
            <pc:docMk/>
            <pc:sldMk cId="3418061927" sldId="302"/>
            <ac:picMk id="13" creationId="{DA5B9032-7FA3-7CB7-0DE9-92E4840E0A22}"/>
          </ac:picMkLst>
        </pc:picChg>
      </pc:sldChg>
      <pc:sldChg chg="modSp">
        <pc:chgData name="Christopher Wong" userId="S::chwo6932@colorado.edu::ea030524-5bca-4e95-91ba-d5ef9bb1eb90" providerId="AD" clId="Web-{F4258C7E-495A-3A95-DF50-8F12E84698CA}" dt="2026-09-28T19:07:20.707" v="17" actId="20577"/>
        <pc:sldMkLst>
          <pc:docMk/>
          <pc:sldMk cId="980221421" sldId="304"/>
        </pc:sldMkLst>
        <pc:spChg chg="mod">
          <ac:chgData name="Christopher Wong" userId="S::chwo6932@colorado.edu::ea030524-5bca-4e95-91ba-d5ef9bb1eb90" providerId="AD" clId="Web-{F4258C7E-495A-3A95-DF50-8F12E84698CA}" dt="2026-09-28T19:07:06.346" v="11" actId="20577"/>
          <ac:spMkLst>
            <pc:docMk/>
            <pc:sldMk cId="980221421" sldId="304"/>
            <ac:spMk id="10" creationId="{227AAE6B-AA79-81BA-B0BB-97B02B43FB52}"/>
          </ac:spMkLst>
        </pc:spChg>
        <pc:spChg chg="mod">
          <ac:chgData name="Christopher Wong" userId="S::chwo6932@colorado.edu::ea030524-5bca-4e95-91ba-d5ef9bb1eb90" providerId="AD" clId="Web-{F4258C7E-495A-3A95-DF50-8F12E84698CA}" dt="2026-09-28T19:07:20.707" v="17" actId="20577"/>
          <ac:spMkLst>
            <pc:docMk/>
            <pc:sldMk cId="980221421" sldId="304"/>
            <ac:spMk id="12" creationId="{00CD2888-967B-FBE9-1AC3-26C82906AE1F}"/>
          </ac:spMkLst>
        </pc:spChg>
      </pc:sldChg>
      <pc:sldChg chg="addSp delSp modSp">
        <pc:chgData name="Christopher Wong" userId="S::chwo6932@colorado.edu::ea030524-5bca-4e95-91ba-d5ef9bb1eb90" providerId="AD" clId="Web-{F4258C7E-495A-3A95-DF50-8F12E84698CA}" dt="2026-09-28T19:52:13.901" v="422" actId="1076"/>
        <pc:sldMkLst>
          <pc:docMk/>
          <pc:sldMk cId="3623098269" sldId="310"/>
        </pc:sldMkLst>
        <pc:spChg chg="mod">
          <ac:chgData name="Christopher Wong" userId="S::chwo6932@colorado.edu::ea030524-5bca-4e95-91ba-d5ef9bb1eb90" providerId="AD" clId="Web-{F4258C7E-495A-3A95-DF50-8F12E84698CA}" dt="2026-09-28T19:43:28.757" v="340" actId="20577"/>
          <ac:spMkLst>
            <pc:docMk/>
            <pc:sldMk cId="3623098269" sldId="310"/>
            <ac:spMk id="5" creationId="{0AF49B66-C811-F690-DCF0-7A59A00746D2}"/>
          </ac:spMkLst>
        </pc:spChg>
        <pc:spChg chg="del mod">
          <ac:chgData name="Christopher Wong" userId="S::chwo6932@colorado.edu::ea030524-5bca-4e95-91ba-d5ef9bb1eb90" providerId="AD" clId="Web-{F4258C7E-495A-3A95-DF50-8F12E84698CA}" dt="2026-09-28T19:38:04.579" v="126"/>
          <ac:spMkLst>
            <pc:docMk/>
            <pc:sldMk cId="3623098269" sldId="310"/>
            <ac:spMk id="9" creationId="{9F0273B5-62E4-7349-41AB-ACB106418D1F}"/>
          </ac:spMkLst>
        </pc:spChg>
        <pc:picChg chg="mod">
          <ac:chgData name="Christopher Wong" userId="S::chwo6932@colorado.edu::ea030524-5bca-4e95-91ba-d5ef9bb1eb90" providerId="AD" clId="Web-{F4258C7E-495A-3A95-DF50-8F12E84698CA}" dt="2026-09-28T19:52:13.901" v="422" actId="1076"/>
          <ac:picMkLst>
            <pc:docMk/>
            <pc:sldMk cId="3623098269" sldId="310"/>
            <ac:picMk id="7" creationId="{2F0D8A9F-5D75-ADF7-8C25-DB5455EB28E4}"/>
          </ac:picMkLst>
        </pc:picChg>
        <pc:picChg chg="add mod">
          <ac:chgData name="Christopher Wong" userId="S::chwo6932@colorado.edu::ea030524-5bca-4e95-91ba-d5ef9bb1eb90" providerId="AD" clId="Web-{F4258C7E-495A-3A95-DF50-8F12E84698CA}" dt="2026-09-28T19:51:55.243" v="418" actId="1076"/>
          <ac:picMkLst>
            <pc:docMk/>
            <pc:sldMk cId="3623098269" sldId="310"/>
            <ac:picMk id="11" creationId="{28452B23-54CC-7891-CBAB-C1CF53B82E8B}"/>
          </ac:picMkLst>
        </pc:picChg>
      </pc:sldChg>
      <pc:sldChg chg="modSp">
        <pc:chgData name="Christopher Wong" userId="S::chwo6932@colorado.edu::ea030524-5bca-4e95-91ba-d5ef9bb1eb90" providerId="AD" clId="Web-{F4258C7E-495A-3A95-DF50-8F12E84698CA}" dt="2026-09-28T19:32:11.275" v="62" actId="20577"/>
        <pc:sldMkLst>
          <pc:docMk/>
          <pc:sldMk cId="491786816" sldId="311"/>
        </pc:sldMkLst>
        <pc:spChg chg="mod">
          <ac:chgData name="Christopher Wong" userId="S::chwo6932@colorado.edu::ea030524-5bca-4e95-91ba-d5ef9bb1eb90" providerId="AD" clId="Web-{F4258C7E-495A-3A95-DF50-8F12E84698CA}" dt="2026-09-28T19:32:11.275" v="62" actId="20577"/>
          <ac:spMkLst>
            <pc:docMk/>
            <pc:sldMk cId="491786816" sldId="311"/>
            <ac:spMk id="5" creationId="{2DEDFE24-7776-3976-E448-754598C05126}"/>
          </ac:spMkLst>
        </pc:spChg>
      </pc:sldChg>
      <pc:sldChg chg="delSp">
        <pc:chgData name="Christopher Wong" userId="S::chwo6932@colorado.edu::ea030524-5bca-4e95-91ba-d5ef9bb1eb90" providerId="AD" clId="Web-{F4258C7E-495A-3A95-DF50-8F12E84698CA}" dt="2026-09-28T19:48:17.182" v="401"/>
        <pc:sldMkLst>
          <pc:docMk/>
          <pc:sldMk cId="3890497555" sldId="316"/>
        </pc:sldMkLst>
        <pc:spChg chg="del">
          <ac:chgData name="Christopher Wong" userId="S::chwo6932@colorado.edu::ea030524-5bca-4e95-91ba-d5ef9bb1eb90" providerId="AD" clId="Web-{F4258C7E-495A-3A95-DF50-8F12E84698CA}" dt="2026-09-28T19:48:17.182" v="401"/>
          <ac:spMkLst>
            <pc:docMk/>
            <pc:sldMk cId="3890497555" sldId="316"/>
            <ac:spMk id="24" creationId="{D3656C25-4FDE-8443-4F35-668C481E1CCE}"/>
          </ac:spMkLst>
        </pc:spChg>
      </pc:sldChg>
      <pc:sldChg chg="addSp modSp">
        <pc:chgData name="Christopher Wong" userId="S::chwo6932@colorado.edu::ea030524-5bca-4e95-91ba-d5ef9bb1eb90" providerId="AD" clId="Web-{F4258C7E-495A-3A95-DF50-8F12E84698CA}" dt="2026-09-28T19:50:31.956" v="404" actId="1076"/>
        <pc:sldMkLst>
          <pc:docMk/>
          <pc:sldMk cId="3846214575" sldId="429"/>
        </pc:sldMkLst>
        <pc:picChg chg="add mod">
          <ac:chgData name="Christopher Wong" userId="S::chwo6932@colorado.edu::ea030524-5bca-4e95-91ba-d5ef9bb1eb90" providerId="AD" clId="Web-{F4258C7E-495A-3A95-DF50-8F12E84698CA}" dt="2026-09-28T19:50:31.956" v="404" actId="1076"/>
          <ac:picMkLst>
            <pc:docMk/>
            <pc:sldMk cId="3846214575" sldId="429"/>
            <ac:picMk id="9" creationId="{7D14C2B9-F61A-11AC-F459-0F732ED682DE}"/>
          </ac:picMkLst>
        </pc:picChg>
      </pc:sldChg>
      <pc:sldChg chg="modSp">
        <pc:chgData name="Christopher Wong" userId="S::chwo6932@colorado.edu::ea030524-5bca-4e95-91ba-d5ef9bb1eb90" providerId="AD" clId="Web-{F4258C7E-495A-3A95-DF50-8F12E84698CA}" dt="2026-09-28T19:44:48.871" v="400" actId="1076"/>
        <pc:sldMkLst>
          <pc:docMk/>
          <pc:sldMk cId="907759416" sldId="434"/>
        </pc:sldMkLst>
        <pc:graphicFrameChg chg="mod modGraphic">
          <ac:chgData name="Christopher Wong" userId="S::chwo6932@colorado.edu::ea030524-5bca-4e95-91ba-d5ef9bb1eb90" providerId="AD" clId="Web-{F4258C7E-495A-3A95-DF50-8F12E84698CA}" dt="2026-09-28T19:44:48.871" v="400" actId="1076"/>
          <ac:graphicFrameMkLst>
            <pc:docMk/>
            <pc:sldMk cId="907759416" sldId="434"/>
            <ac:graphicFrameMk id="9" creationId="{A36185F4-4F34-9438-5D52-7AC124FA1CD9}"/>
          </ac:graphicFrameMkLst>
        </pc:graphicFrameChg>
      </pc:sldChg>
      <pc:sldChg chg="new">
        <pc:chgData name="Christopher Wong" userId="S::chwo6932@colorado.edu::ea030524-5bca-4e95-91ba-d5ef9bb1eb90" providerId="AD" clId="Web-{F4258C7E-495A-3A95-DF50-8F12E84698CA}" dt="2026-09-28T20:02:42.521" v="423"/>
        <pc:sldMkLst>
          <pc:docMk/>
          <pc:sldMk cId="1756676944" sldId="475"/>
        </pc:sldMkLst>
      </pc:sldChg>
      <pc:sldChg chg="modSp add ord replId">
        <pc:chgData name="Christopher Wong" userId="S::chwo6932@colorado.edu::ea030524-5bca-4e95-91ba-d5ef9bb1eb90" providerId="AD" clId="Web-{F4258C7E-495A-3A95-DF50-8F12E84698CA}" dt="2026-09-28T21:27:19.199" v="949" actId="20577"/>
        <pc:sldMkLst>
          <pc:docMk/>
          <pc:sldMk cId="1260315283" sldId="476"/>
        </pc:sldMkLst>
        <pc:spChg chg="mod">
          <ac:chgData name="Christopher Wong" userId="S::chwo6932@colorado.edu::ea030524-5bca-4e95-91ba-d5ef9bb1eb90" providerId="AD" clId="Web-{F4258C7E-495A-3A95-DF50-8F12E84698CA}" dt="2026-09-28T21:27:19.199" v="949" actId="20577"/>
          <ac:spMkLst>
            <pc:docMk/>
            <pc:sldMk cId="1260315283" sldId="476"/>
            <ac:spMk id="3" creationId="{AE39F755-AA60-FD9C-7901-ABE182E0250B}"/>
          </ac:spMkLst>
        </pc:spChg>
      </pc:sldChg>
    </pc:docChg>
  </pc:docChgLst>
  <pc:docChgLst>
    <pc:chgData name="Jeremy Kanter" userId="S::jeka6360@colorado.edu::18f16f3d-69c8-42ec-962a-a7642d847000" providerId="AD" clId="Web-{CC74B8D7-5BC7-96D5-A20B-40ED4A6DFA80}"/>
    <pc:docChg chg="modSld">
      <pc:chgData name="Jeremy Kanter" userId="S::jeka6360@colorado.edu::18f16f3d-69c8-42ec-962a-a7642d847000" providerId="AD" clId="Web-{CC74B8D7-5BC7-96D5-A20B-40ED4A6DFA80}" dt="2026-09-28T22:29:36.240" v="329"/>
      <pc:docMkLst>
        <pc:docMk/>
      </pc:docMkLst>
      <pc:sldChg chg="modSp">
        <pc:chgData name="Jeremy Kanter" userId="S::jeka6360@colorado.edu::18f16f3d-69c8-42ec-962a-a7642d847000" providerId="AD" clId="Web-{CC74B8D7-5BC7-96D5-A20B-40ED4A6DFA80}" dt="2026-09-28T22:04:17.370" v="121"/>
        <pc:sldMkLst>
          <pc:docMk/>
          <pc:sldMk cId="2007670534" sldId="421"/>
        </pc:sldMkLst>
        <pc:graphicFrameChg chg="mod modGraphic">
          <ac:chgData name="Jeremy Kanter" userId="S::jeka6360@colorado.edu::18f16f3d-69c8-42ec-962a-a7642d847000" providerId="AD" clId="Web-{CC74B8D7-5BC7-96D5-A20B-40ED4A6DFA80}" dt="2026-09-28T22:04:17.370" v="121"/>
          <ac:graphicFrameMkLst>
            <pc:docMk/>
            <pc:sldMk cId="2007670534" sldId="421"/>
            <ac:graphicFrameMk id="9" creationId="{A36185F4-4F34-9438-5D52-7AC124FA1CD9}"/>
          </ac:graphicFrameMkLst>
        </pc:graphicFrameChg>
      </pc:sldChg>
      <pc:sldChg chg="modSp">
        <pc:chgData name="Jeremy Kanter" userId="S::jeka6360@colorado.edu::18f16f3d-69c8-42ec-962a-a7642d847000" providerId="AD" clId="Web-{CC74B8D7-5BC7-96D5-A20B-40ED4A6DFA80}" dt="2026-09-28T22:16:21.078" v="179"/>
        <pc:sldMkLst>
          <pc:docMk/>
          <pc:sldMk cId="2154058214" sldId="422"/>
        </pc:sldMkLst>
        <pc:graphicFrameChg chg="mod modGraphic">
          <ac:chgData name="Jeremy Kanter" userId="S::jeka6360@colorado.edu::18f16f3d-69c8-42ec-962a-a7642d847000" providerId="AD" clId="Web-{CC74B8D7-5BC7-96D5-A20B-40ED4A6DFA80}" dt="2026-09-28T22:16:21.078" v="179"/>
          <ac:graphicFrameMkLst>
            <pc:docMk/>
            <pc:sldMk cId="2154058214" sldId="422"/>
            <ac:graphicFrameMk id="9" creationId="{B3C17548-D674-A613-6A6D-4ACC1A9F24BF}"/>
          </ac:graphicFrameMkLst>
        </pc:graphicFrameChg>
      </pc:sldChg>
      <pc:sldChg chg="addSp modSp">
        <pc:chgData name="Jeremy Kanter" userId="S::jeka6360@colorado.edu::18f16f3d-69c8-42ec-962a-a7642d847000" providerId="AD" clId="Web-{CC74B8D7-5BC7-96D5-A20B-40ED4A6DFA80}" dt="2026-09-28T22:29:36.240" v="329"/>
        <pc:sldMkLst>
          <pc:docMk/>
          <pc:sldMk cId="3963310702" sldId="430"/>
        </pc:sldMkLst>
        <pc:graphicFrameChg chg="mod modGraphic">
          <ac:chgData name="Jeremy Kanter" userId="S::jeka6360@colorado.edu::18f16f3d-69c8-42ec-962a-a7642d847000" providerId="AD" clId="Web-{CC74B8D7-5BC7-96D5-A20B-40ED4A6DFA80}" dt="2026-09-28T22:27:47.130" v="207"/>
          <ac:graphicFrameMkLst>
            <pc:docMk/>
            <pc:sldMk cId="3963310702" sldId="430"/>
            <ac:graphicFrameMk id="9" creationId="{5F38DEF9-69F5-230D-6AB8-9C64783C7358}"/>
          </ac:graphicFrameMkLst>
        </pc:graphicFrameChg>
        <pc:graphicFrameChg chg="add mod modGraphic">
          <ac:chgData name="Jeremy Kanter" userId="S::jeka6360@colorado.edu::18f16f3d-69c8-42ec-962a-a7642d847000" providerId="AD" clId="Web-{CC74B8D7-5BC7-96D5-A20B-40ED4A6DFA80}" dt="2026-09-28T22:29:36.240" v="329"/>
          <ac:graphicFrameMkLst>
            <pc:docMk/>
            <pc:sldMk cId="3963310702" sldId="430"/>
            <ac:graphicFrameMk id="10" creationId="{3873FBA5-6583-F4EF-1BE9-6CB0877C3A60}"/>
          </ac:graphicFrameMkLst>
        </pc:graphicFrameChg>
      </pc:sldChg>
    </pc:docChg>
  </pc:docChgLst>
  <pc:docChgLst>
    <pc:chgData name="Adarsh Boddeda" userId="S::adbo5750@colorado.edu::5bcb050d-0f82-4168-9311-2157ac60d245" providerId="AD" clId="Web-{5E79F442-C31D-764E-08B8-0431E6E20A64}"/>
    <pc:docChg chg="addSld delSld modSld">
      <pc:chgData name="Adarsh Boddeda" userId="S::adbo5750@colorado.edu::5bcb050d-0f82-4168-9311-2157ac60d245" providerId="AD" clId="Web-{5E79F442-C31D-764E-08B8-0431E6E20A64}" dt="2026-09-24T17:52:52.586" v="377" actId="1076"/>
      <pc:docMkLst>
        <pc:docMk/>
      </pc:docMkLst>
      <pc:sldChg chg="addSp delSp modSp">
        <pc:chgData name="Adarsh Boddeda" userId="S::adbo5750@colorado.edu::5bcb050d-0f82-4168-9311-2157ac60d245" providerId="AD" clId="Web-{5E79F442-C31D-764E-08B8-0431E6E20A64}" dt="2026-09-24T17:52:52.586" v="377" actId="1076"/>
        <pc:sldMkLst>
          <pc:docMk/>
          <pc:sldMk cId="3890497555" sldId="316"/>
        </pc:sldMkLst>
        <pc:spChg chg="mod">
          <ac:chgData name="Adarsh Boddeda" userId="S::adbo5750@colorado.edu::5bcb050d-0f82-4168-9311-2157ac60d245" providerId="AD" clId="Web-{5E79F442-C31D-764E-08B8-0431E6E20A64}" dt="2026-09-24T17:50:11.493" v="337" actId="1076"/>
          <ac:spMkLst>
            <pc:docMk/>
            <pc:sldMk cId="3890497555" sldId="316"/>
            <ac:spMk id="4" creationId="{82E1C7F2-B61C-98A7-E279-DAEB37829BA4}"/>
          </ac:spMkLst>
        </pc:spChg>
        <pc:spChg chg="mod">
          <ac:chgData name="Adarsh Boddeda" userId="S::adbo5750@colorado.edu::5bcb050d-0f82-4168-9311-2157ac60d245" providerId="AD" clId="Web-{5E79F442-C31D-764E-08B8-0431E6E20A64}" dt="2026-09-24T17:50:15.977" v="338" actId="1076"/>
          <ac:spMkLst>
            <pc:docMk/>
            <pc:sldMk cId="3890497555" sldId="316"/>
            <ac:spMk id="18" creationId="{F2773B82-8C5A-0DEA-51D7-E69EF1101F2B}"/>
          </ac:spMkLst>
        </pc:spChg>
        <pc:spChg chg="mod">
          <ac:chgData name="Adarsh Boddeda" userId="S::adbo5750@colorado.edu::5bcb050d-0f82-4168-9311-2157ac60d245" providerId="AD" clId="Web-{5E79F442-C31D-764E-08B8-0431E6E20A64}" dt="2026-09-24T17:50:24.149" v="340" actId="1076"/>
          <ac:spMkLst>
            <pc:docMk/>
            <pc:sldMk cId="3890497555" sldId="316"/>
            <ac:spMk id="19" creationId="{49725F58-13FF-44F7-6334-5D18C5B9636B}"/>
          </ac:spMkLst>
        </pc:spChg>
        <pc:spChg chg="mod">
          <ac:chgData name="Adarsh Boddeda" userId="S::adbo5750@colorado.edu::5bcb050d-0f82-4168-9311-2157ac60d245" providerId="AD" clId="Web-{5E79F442-C31D-764E-08B8-0431E6E20A64}" dt="2026-09-24T17:50:54.024" v="348" actId="1076"/>
          <ac:spMkLst>
            <pc:docMk/>
            <pc:sldMk cId="3890497555" sldId="316"/>
            <ac:spMk id="20" creationId="{A03931E5-57E9-E66E-6C33-4249C02EE4DF}"/>
          </ac:spMkLst>
        </pc:spChg>
      </pc:sldChg>
      <pc:sldChg chg="delSp modSp">
        <pc:chgData name="Adarsh Boddeda" userId="S::adbo5750@colorado.edu::5bcb050d-0f82-4168-9311-2157ac60d245" providerId="AD" clId="Web-{5E79F442-C31D-764E-08B8-0431E6E20A64}" dt="2026-09-24T17:10:01.056" v="328" actId="1076"/>
        <pc:sldMkLst>
          <pc:docMk/>
          <pc:sldMk cId="231947716" sldId="334"/>
        </pc:sldMkLst>
      </pc:sldChg>
      <pc:sldChg chg="addSp delSp modSp add replId">
        <pc:chgData name="Adarsh Boddeda" userId="S::adbo5750@colorado.edu::5bcb050d-0f82-4168-9311-2157ac60d245" providerId="AD" clId="Web-{5E79F442-C31D-764E-08B8-0431E6E20A64}" dt="2026-09-24T17:05:28.258" v="129" actId="20577"/>
        <pc:sldMkLst>
          <pc:docMk/>
          <pc:sldMk cId="2171473729" sldId="461"/>
        </pc:sldMkLst>
        <pc:spChg chg="mod">
          <ac:chgData name="Adarsh Boddeda" userId="S::adbo5750@colorado.edu::5bcb050d-0f82-4168-9311-2157ac60d245" providerId="AD" clId="Web-{5E79F442-C31D-764E-08B8-0431E6E20A64}" dt="2026-09-24T17:03:37.758" v="6" actId="20577"/>
          <ac:spMkLst>
            <pc:docMk/>
            <pc:sldMk cId="2171473729" sldId="461"/>
            <ac:spMk id="4" creationId="{6CB420A7-0BCE-D7A3-4C0F-CD1B93E022CB}"/>
          </ac:spMkLst>
        </pc:spChg>
        <pc:spChg chg="mod">
          <ac:chgData name="Adarsh Boddeda" userId="S::adbo5750@colorado.edu::5bcb050d-0f82-4168-9311-2157ac60d245" providerId="AD" clId="Web-{5E79F442-C31D-764E-08B8-0431E6E20A64}" dt="2026-09-24T17:05:28.258" v="129" actId="20577"/>
          <ac:spMkLst>
            <pc:docMk/>
            <pc:sldMk cId="2171473729" sldId="461"/>
            <ac:spMk id="8" creationId="{2B49F479-3E87-EA51-7A4A-2906A01FA849}"/>
          </ac:spMkLst>
        </pc:spChg>
      </pc:sldChg>
    </pc:docChg>
  </pc:docChgLst>
  <pc:docChgLst>
    <pc:chgData name="Sovann Bonini" userId="S::sobo7975@colorado.edu::fadc9a76-19bb-4e15-b9f5-0714ee2c1cba" providerId="AD" clId="Web-{92DB3588-F679-1479-8705-924B624D9EBF}"/>
    <pc:docChg chg="modSld">
      <pc:chgData name="Sovann Bonini" userId="S::sobo7975@colorado.edu::fadc9a76-19bb-4e15-b9f5-0714ee2c1cba" providerId="AD" clId="Web-{92DB3588-F679-1479-8705-924B624D9EBF}" dt="2026-09-29T00:55:02.003" v="23" actId="1076"/>
      <pc:docMkLst>
        <pc:docMk/>
      </pc:docMkLst>
      <pc:sldChg chg="modSp">
        <pc:chgData name="Sovann Bonini" userId="S::sobo7975@colorado.edu::fadc9a76-19bb-4e15-b9f5-0714ee2c1cba" providerId="AD" clId="Web-{92DB3588-F679-1479-8705-924B624D9EBF}" dt="2026-09-29T00:55:02.003" v="23" actId="1076"/>
        <pc:sldMkLst>
          <pc:docMk/>
          <pc:sldMk cId="618816656" sldId="453"/>
        </pc:sldMkLst>
        <pc:spChg chg="mod">
          <ac:chgData name="Sovann Bonini" userId="S::sobo7975@colorado.edu::fadc9a76-19bb-4e15-b9f5-0714ee2c1cba" providerId="AD" clId="Web-{92DB3588-F679-1479-8705-924B624D9EBF}" dt="2026-09-29T00:55:02.003" v="23" actId="1076"/>
          <ac:spMkLst>
            <pc:docMk/>
            <pc:sldMk cId="618816656" sldId="453"/>
            <ac:spMk id="11" creationId="{C38EC37B-4030-C5C4-2515-1E6EE5BEE81C}"/>
          </ac:spMkLst>
        </pc:spChg>
      </pc:sldChg>
    </pc:docChg>
  </pc:docChgLst>
  <pc:docChgLst>
    <pc:chgData name="Sovann Bonini" userId="S::sobo7975@colorado.edu::fadc9a76-19bb-4e15-b9f5-0714ee2c1cba" providerId="AD" clId="Web-{0629D70E-6BAB-5CCC-5855-122B20D7DAC6}"/>
    <pc:docChg chg="modSld">
      <pc:chgData name="Sovann Bonini" userId="S::sobo7975@colorado.edu::fadc9a76-19bb-4e15-b9f5-0714ee2c1cba" providerId="AD" clId="Web-{0629D70E-6BAB-5CCC-5855-122B20D7DAC6}" dt="2026-09-27T21:35:18.687" v="4" actId="14100"/>
      <pc:docMkLst>
        <pc:docMk/>
      </pc:docMkLst>
      <pc:sldChg chg="addSp delSp modSp">
        <pc:chgData name="Sovann Bonini" userId="S::sobo7975@colorado.edu::fadc9a76-19bb-4e15-b9f5-0714ee2c1cba" providerId="AD" clId="Web-{0629D70E-6BAB-5CCC-5855-122B20D7DAC6}" dt="2026-09-27T21:35:18.687" v="4" actId="14100"/>
        <pc:sldMkLst>
          <pc:docMk/>
          <pc:sldMk cId="1265812913" sldId="471"/>
        </pc:sldMkLst>
        <pc:picChg chg="add mod">
          <ac:chgData name="Sovann Bonini" userId="S::sobo7975@colorado.edu::fadc9a76-19bb-4e15-b9f5-0714ee2c1cba" providerId="AD" clId="Web-{0629D70E-6BAB-5CCC-5855-122B20D7DAC6}" dt="2026-09-27T21:35:18.687" v="4" actId="14100"/>
          <ac:picMkLst>
            <pc:docMk/>
            <pc:sldMk cId="1265812913" sldId="471"/>
            <ac:picMk id="8" creationId="{2B326BDF-6F59-D176-98B3-87131C39DC91}"/>
          </ac:picMkLst>
        </pc:picChg>
      </pc:sldChg>
    </pc:docChg>
  </pc:docChgLst>
  <pc:docChgLst>
    <pc:chgData name="Adarsh Boddeda" userId="S::adbo5750@colorado.edu::5bcb050d-0f82-4168-9311-2157ac60d245" providerId="AD" clId="Web-{00000000-0000-0000-0000-000000000000}"/>
    <pc:docChg chg="modSld">
      <pc:chgData name="Adarsh Boddeda" userId="S::adbo5750@colorado.edu::5bcb050d-0f82-4168-9311-2157ac60d245" providerId="AD" clId="Web-{00000000-0000-0000-0000-000000000000}" dt="2026-09-29T07:48:10.941" v="786" actId="1076"/>
      <pc:docMkLst>
        <pc:docMk/>
      </pc:docMkLst>
      <pc:sldChg chg="modSp">
        <pc:chgData name="Adarsh Boddeda" userId="S::adbo5750@colorado.edu::5bcb050d-0f82-4168-9311-2157ac60d245" providerId="AD" clId="Web-{00000000-0000-0000-0000-000000000000}" dt="2026-09-28T20:28:31.657" v="4" actId="20577"/>
        <pc:sldMkLst>
          <pc:docMk/>
          <pc:sldMk cId="1532326384" sldId="278"/>
        </pc:sldMkLst>
        <pc:spChg chg="mod">
          <ac:chgData name="Adarsh Boddeda" userId="S::adbo5750@colorado.edu::5bcb050d-0f82-4168-9311-2157ac60d245" providerId="AD" clId="Web-{00000000-0000-0000-0000-000000000000}" dt="2026-09-28T20:28:31.657" v="4" actId="20577"/>
          <ac:spMkLst>
            <pc:docMk/>
            <pc:sldMk cId="1532326384" sldId="278"/>
            <ac:spMk id="7" creationId="{00000000-0000-0000-0000-000000000000}"/>
          </ac:spMkLst>
        </pc:spChg>
      </pc:sldChg>
      <pc:sldChg chg="addSp modSp">
        <pc:chgData name="Adarsh Boddeda" userId="S::adbo5750@colorado.edu::5bcb050d-0f82-4168-9311-2157ac60d245" providerId="AD" clId="Web-{00000000-0000-0000-0000-000000000000}" dt="2026-09-28T20:38:27.114" v="28" actId="20577"/>
        <pc:sldMkLst>
          <pc:docMk/>
          <pc:sldMk cId="3890497555" sldId="316"/>
        </pc:sldMkLst>
        <pc:spChg chg="add mod">
          <ac:chgData name="Adarsh Boddeda" userId="S::adbo5750@colorado.edu::5bcb050d-0f82-4168-9311-2157ac60d245" providerId="AD" clId="Web-{00000000-0000-0000-0000-000000000000}" dt="2026-09-28T20:38:27.114" v="28" actId="20577"/>
          <ac:spMkLst>
            <pc:docMk/>
            <pc:sldMk cId="3890497555" sldId="316"/>
            <ac:spMk id="10" creationId="{8C862447-BD62-AF73-4BC7-318B5C4B6C90}"/>
          </ac:spMkLst>
        </pc:spChg>
      </pc:sldChg>
      <pc:sldChg chg="addSp modSp">
        <pc:chgData name="Adarsh Boddeda" userId="S::adbo5750@colorado.edu::5bcb050d-0f82-4168-9311-2157ac60d245" providerId="AD" clId="Web-{00000000-0000-0000-0000-000000000000}" dt="2026-09-29T07:48:10.941" v="786" actId="1076"/>
        <pc:sldMkLst>
          <pc:docMk/>
          <pc:sldMk cId="231947716" sldId="334"/>
        </pc:sldMkLst>
        <pc:spChg chg="add mod">
          <ac:chgData name="Adarsh Boddeda" userId="S::adbo5750@colorado.edu::5bcb050d-0f82-4168-9311-2157ac60d245" providerId="AD" clId="Web-{00000000-0000-0000-0000-000000000000}" dt="2026-09-29T07:48:08.113" v="785" actId="20577"/>
          <ac:spMkLst>
            <pc:docMk/>
            <pc:sldMk cId="231947716" sldId="334"/>
            <ac:spMk id="7" creationId="{D8B40940-B140-E292-349F-432A5227D170}"/>
          </ac:spMkLst>
        </pc:spChg>
        <pc:spChg chg="mod">
          <ac:chgData name="Adarsh Boddeda" userId="S::adbo5750@colorado.edu::5bcb050d-0f82-4168-9311-2157ac60d245" providerId="AD" clId="Web-{00000000-0000-0000-0000-000000000000}" dt="2026-09-29T07:48:10.941" v="786" actId="1076"/>
          <ac:spMkLst>
            <pc:docMk/>
            <pc:sldMk cId="231947716" sldId="334"/>
            <ac:spMk id="8" creationId="{B029964D-C137-3C6A-C840-6832B43A8E59}"/>
          </ac:spMkLst>
        </pc:spChg>
      </pc:sldChg>
      <pc:sldChg chg="modSp">
        <pc:chgData name="Adarsh Boddeda" userId="S::adbo5750@colorado.edu::5bcb050d-0f82-4168-9311-2157ac60d245" providerId="AD" clId="Web-{00000000-0000-0000-0000-000000000000}" dt="2026-09-28T20:38:15.254" v="26" actId="20577"/>
        <pc:sldMkLst>
          <pc:docMk/>
          <pc:sldMk cId="1618848333" sldId="469"/>
        </pc:sldMkLst>
        <pc:spChg chg="mod">
          <ac:chgData name="Adarsh Boddeda" userId="S::adbo5750@colorado.edu::5bcb050d-0f82-4168-9311-2157ac60d245" providerId="AD" clId="Web-{00000000-0000-0000-0000-000000000000}" dt="2026-09-28T20:38:15.254" v="26" actId="20577"/>
          <ac:spMkLst>
            <pc:docMk/>
            <pc:sldMk cId="1618848333" sldId="469"/>
            <ac:spMk id="20" creationId="{77CFEFDA-9A8A-C4E3-1595-EC517E1AB5B1}"/>
          </ac:spMkLst>
        </pc:spChg>
      </pc:sldChg>
      <pc:sldChg chg="addSp modSp">
        <pc:chgData name="Adarsh Boddeda" userId="S::adbo5750@colorado.edu::5bcb050d-0f82-4168-9311-2157ac60d245" providerId="AD" clId="Web-{00000000-0000-0000-0000-000000000000}" dt="2026-09-29T07:36:35.717" v="300" actId="20577"/>
        <pc:sldMkLst>
          <pc:docMk/>
          <pc:sldMk cId="2763485787" sldId="495"/>
        </pc:sldMkLst>
        <pc:spChg chg="add mod">
          <ac:chgData name="Adarsh Boddeda" userId="S::adbo5750@colorado.edu::5bcb050d-0f82-4168-9311-2157ac60d245" providerId="AD" clId="Web-{00000000-0000-0000-0000-000000000000}" dt="2026-09-29T07:36:35.717" v="300" actId="20577"/>
          <ac:spMkLst>
            <pc:docMk/>
            <pc:sldMk cId="2763485787" sldId="495"/>
            <ac:spMk id="7" creationId="{3CC9667E-A25E-2986-8AE2-F84FFC191577}"/>
          </ac:spMkLst>
        </pc:spChg>
        <pc:spChg chg="mod">
          <ac:chgData name="Adarsh Boddeda" userId="S::adbo5750@colorado.edu::5bcb050d-0f82-4168-9311-2157ac60d245" providerId="AD" clId="Web-{00000000-0000-0000-0000-000000000000}" dt="2026-09-29T07:31:03.668" v="39" actId="20577"/>
          <ac:spMkLst>
            <pc:docMk/>
            <pc:sldMk cId="2763485787" sldId="495"/>
            <ac:spMk id="8" creationId="{98202CC6-FC13-9EAC-FCCA-F325E413A92A}"/>
          </ac:spMkLst>
        </pc:spChg>
        <pc:spChg chg="mod">
          <ac:chgData name="Adarsh Boddeda" userId="S::adbo5750@colorado.edu::5bcb050d-0f82-4168-9311-2157ac60d245" providerId="AD" clId="Web-{00000000-0000-0000-0000-000000000000}" dt="2026-09-29T07:30:47.699" v="33" actId="20577"/>
          <ac:spMkLst>
            <pc:docMk/>
            <pc:sldMk cId="2763485787" sldId="495"/>
            <ac:spMk id="23" creationId="{3CE1F26B-6BD7-7D25-CC95-E42C2BB1EBEA}"/>
          </ac:spMkLst>
        </pc:spChg>
        <pc:spChg chg="mod">
          <ac:chgData name="Adarsh Boddeda" userId="S::adbo5750@colorado.edu::5bcb050d-0f82-4168-9311-2157ac60d245" providerId="AD" clId="Web-{00000000-0000-0000-0000-000000000000}" dt="2026-09-29T07:30:56.652" v="36" actId="20577"/>
          <ac:spMkLst>
            <pc:docMk/>
            <pc:sldMk cId="2763485787" sldId="495"/>
            <ac:spMk id="25" creationId="{0E4D8064-6014-C67B-36D1-13DDEE64280F}"/>
          </ac:spMkLst>
        </pc:spChg>
        <pc:picChg chg="mod modCrop">
          <ac:chgData name="Adarsh Boddeda" userId="S::adbo5750@colorado.edu::5bcb050d-0f82-4168-9311-2157ac60d245" providerId="AD" clId="Web-{00000000-0000-0000-0000-000000000000}" dt="2026-09-29T07:31:35.277" v="45"/>
          <ac:picMkLst>
            <pc:docMk/>
            <pc:sldMk cId="2763485787" sldId="495"/>
            <ac:picMk id="14" creationId="{B3C62D26-C35C-3996-4D48-91FDF69BD479}"/>
          </ac:picMkLst>
        </pc:picChg>
      </pc:sldChg>
    </pc:docChg>
  </pc:docChgLst>
</pc:chgInfo>
</file>

<file path=ppt/comments/modernComment_160_0.xml><?xml version="1.0" encoding="utf-8"?>
<p188:cmLst xmlns:a="http://schemas.openxmlformats.org/drawingml/2006/main" xmlns:r="http://schemas.openxmlformats.org/officeDocument/2006/relationships" xmlns:p188="http://schemas.microsoft.com/office/powerpoint/2018/8/main">
  <p188:cm id="{0EFE96C7-F758-4BBE-8EFF-28A278740C6C}" authorId="{1B04E027-E257-4EE1-0083-DA23DF428DD0}" status="resolved" created="2026-09-25T17:26:17.132" complete="100000">
    <ac:deMkLst xmlns:ac="http://schemas.microsoft.com/office/drawing/2013/main/command">
      <pc:docMk xmlns:pc="http://schemas.microsoft.com/office/powerpoint/2013/main/command"/>
      <pc:sldMk xmlns:pc="http://schemas.microsoft.com/office/powerpoint/2013/main/command" cId="0" sldId="352"/>
      <ac:spMk id="12" creationId="{4AC1938C-01FA-D44A-CDB9-86BD38378F9F}"/>
    </ac:deMkLst>
    <p188:txBody>
      <a:bodyPr/>
      <a:lstStyle/>
      <a:p>
        <a:r>
          <a:rPr lang="en-US"/>
          <a:t>This should be restructured into bullet points</a:t>
        </a:r>
      </a:p>
    </p188:txBody>
    <p188:extLst>
      <p:ext xmlns:p="http://schemas.openxmlformats.org/presentationml/2006/main" uri="{57CB4572-C831-44C2-8A1C-0ADB6CCDFE69}">
        <p223:reactions xmlns:p223="http://schemas.microsoft.com/office/powerpoint/2022/03/main">
          <p223:rxn type="👍">
            <p223:instance time="2026-09-28T18:15:50.104" authorId="{056971DC-5113-096D-A414-4DCF7DF9ED57}"/>
          </p223:rxn>
        </p223:reactions>
      </p:ext>
    </p188:extLst>
  </p188:cm>
</p188:cmLst>
</file>

<file path=ppt/diagrams/colors1.xml><?xml version="1.0" encoding="utf-8"?>
<dgm:colorsDef xmlns:dgm="http://schemas.openxmlformats.org/drawingml/2006/diagram" xmlns:a="http://schemas.openxmlformats.org/drawingml/2006/main" uniqueId="urn:microsoft.com/office/officeart/2005/8/colors/colorful1#4">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7D8782E-D881-4AE2-8285-6D0D68CB3816}" type="doc">
      <dgm:prSet loTypeId="urn:microsoft.com/office/officeart/2016/7/layout/AccentHomeChevronProcess" loCatId="timeline" qsTypeId="urn:microsoft.com/office/officeart/2005/8/quickstyle/simple1#4" qsCatId="simple" csTypeId="urn:microsoft.com/office/officeart/2005/8/colors/colorful1#4" csCatId="colorful" phldr="1"/>
      <dgm:spPr/>
      <dgm:t>
        <a:bodyPr/>
        <a:lstStyle/>
        <a:p>
          <a:endParaRPr lang="en-US"/>
        </a:p>
      </dgm:t>
    </dgm:pt>
    <dgm:pt modelId="{8A6A802C-68CD-4E70-91E1-28A95543C3C2}">
      <dgm:prSet phldrT="[Text]" phldr="0"/>
      <dgm:spPr/>
      <dgm:t>
        <a:bodyPr/>
        <a:lstStyle/>
        <a:p>
          <a:r>
            <a:rPr lang="en-US" sz="2000" b="1">
              <a:latin typeface="Calibri"/>
              <a:ea typeface="Calibri"/>
              <a:cs typeface="Calibri"/>
            </a:rPr>
            <a:t>Con-Ops</a:t>
          </a:r>
        </a:p>
      </dgm:t>
    </dgm:pt>
    <dgm:pt modelId="{F0328DED-B9C5-4140-B045-56A120959B9B}" type="parTrans" cxnId="{BFF35479-8B03-4A60-BA7F-89DA98802D0D}">
      <dgm:prSet/>
      <dgm:spPr/>
      <dgm:t>
        <a:bodyPr/>
        <a:lstStyle/>
        <a:p>
          <a:endParaRPr lang="en-US"/>
        </a:p>
      </dgm:t>
    </dgm:pt>
    <dgm:pt modelId="{6FBCF831-11C4-4DDE-92ED-C1497F1E4A1C}" type="sibTrans" cxnId="{BFF35479-8B03-4A60-BA7F-89DA98802D0D}">
      <dgm:prSet/>
      <dgm:spPr/>
      <dgm:t>
        <a:bodyPr/>
        <a:lstStyle/>
        <a:p>
          <a:endParaRPr lang="en-US"/>
        </a:p>
      </dgm:t>
    </dgm:pt>
    <dgm:pt modelId="{BE967545-12A1-42EB-91CB-8822D643B174}">
      <dgm:prSet phldrT="[Text]" phldr="0"/>
      <dgm:spPr/>
      <dgm:t>
        <a:bodyPr/>
        <a:lstStyle/>
        <a:p>
          <a:r>
            <a:rPr lang="en-US" sz="2000" b="1">
              <a:latin typeface="Calibri"/>
              <a:ea typeface="Calibri"/>
              <a:cs typeface="Calibri"/>
            </a:rPr>
            <a:t>Block Diagrams</a:t>
          </a:r>
        </a:p>
      </dgm:t>
    </dgm:pt>
    <dgm:pt modelId="{F6A1CCD3-E4CF-405A-BDAE-F0A1B5F18198}" type="parTrans" cxnId="{25BBB04B-C965-48EA-AA49-20487EA68EEB}">
      <dgm:prSet/>
      <dgm:spPr/>
      <dgm:t>
        <a:bodyPr/>
        <a:lstStyle/>
        <a:p>
          <a:endParaRPr lang="en-US"/>
        </a:p>
      </dgm:t>
    </dgm:pt>
    <dgm:pt modelId="{012F5D49-4C42-4224-813A-F95AF80DAE71}" type="sibTrans" cxnId="{25BBB04B-C965-48EA-AA49-20487EA68EEB}">
      <dgm:prSet/>
      <dgm:spPr/>
      <dgm:t>
        <a:bodyPr/>
        <a:lstStyle/>
        <a:p>
          <a:endParaRPr lang="en-US"/>
        </a:p>
      </dgm:t>
    </dgm:pt>
    <dgm:pt modelId="{25267E6B-A241-41FF-B081-89E18E3CCE1E}">
      <dgm:prSet phldrT="[Text]" phldr="0"/>
      <dgm:spPr/>
      <dgm:t>
        <a:bodyPr/>
        <a:lstStyle/>
        <a:p>
          <a:r>
            <a:rPr lang="en-US" sz="2000" b="1">
              <a:latin typeface="Calibri"/>
              <a:ea typeface="Calibri"/>
              <a:cs typeface="Calibri"/>
            </a:rPr>
            <a:t>Key Requirements</a:t>
          </a:r>
        </a:p>
      </dgm:t>
    </dgm:pt>
    <dgm:pt modelId="{9D9BD10A-A902-4BD2-9D98-50F6F9849529}" type="parTrans" cxnId="{319B7CB1-D89D-4462-8148-A42536C57A95}">
      <dgm:prSet/>
      <dgm:spPr/>
      <dgm:t>
        <a:bodyPr/>
        <a:lstStyle/>
        <a:p>
          <a:endParaRPr lang="en-US"/>
        </a:p>
      </dgm:t>
    </dgm:pt>
    <dgm:pt modelId="{15BFB83D-7D4B-4655-A553-B43CBF11687A}" type="sibTrans" cxnId="{319B7CB1-D89D-4462-8148-A42536C57A95}">
      <dgm:prSet/>
      <dgm:spPr/>
      <dgm:t>
        <a:bodyPr/>
        <a:lstStyle/>
        <a:p>
          <a:endParaRPr lang="en-US"/>
        </a:p>
      </dgm:t>
    </dgm:pt>
    <dgm:pt modelId="{D76A48BB-ECD4-4907-B0F0-2F836A0D19F7}">
      <dgm:prSet phldrT="[Text]" phldr="0"/>
      <dgm:spPr/>
      <dgm:t>
        <a:bodyPr/>
        <a:lstStyle/>
        <a:p>
          <a:r>
            <a:rPr lang="en-US" sz="2000" b="1">
              <a:latin typeface="Calibri"/>
              <a:ea typeface="Calibri"/>
              <a:cs typeface="Calibri"/>
            </a:rPr>
            <a:t>Trade Studies</a:t>
          </a:r>
        </a:p>
      </dgm:t>
    </dgm:pt>
    <dgm:pt modelId="{6D4716C6-9B79-4429-91F1-72829C7736B8}" type="parTrans" cxnId="{BC6512E3-F0AA-496E-9AE1-C3F8297764AE}">
      <dgm:prSet/>
      <dgm:spPr/>
      <dgm:t>
        <a:bodyPr/>
        <a:lstStyle/>
        <a:p>
          <a:endParaRPr lang="en-US"/>
        </a:p>
      </dgm:t>
    </dgm:pt>
    <dgm:pt modelId="{593A9A60-7020-4B6A-8A59-C9A4FCB2EC55}" type="sibTrans" cxnId="{BC6512E3-F0AA-496E-9AE1-C3F8297764AE}">
      <dgm:prSet/>
      <dgm:spPr/>
      <dgm:t>
        <a:bodyPr/>
        <a:lstStyle/>
        <a:p>
          <a:endParaRPr lang="en-US"/>
        </a:p>
      </dgm:t>
    </dgm:pt>
    <dgm:pt modelId="{0EF9CFD8-BEC1-4031-88B7-C345712B5C62}">
      <dgm:prSet phldrT="[Text]" phldr="0"/>
      <dgm:spPr/>
      <dgm:t>
        <a:bodyPr/>
        <a:lstStyle/>
        <a:p>
          <a:endParaRPr lang="en-US" sz="2000" b="1">
            <a:latin typeface="Calibri"/>
            <a:ea typeface="Calibri"/>
            <a:cs typeface="Calibri"/>
          </a:endParaRPr>
        </a:p>
      </dgm:t>
    </dgm:pt>
    <dgm:pt modelId="{77CBA43A-6065-4862-8CBC-862A4A5E214A}" type="parTrans" cxnId="{405C2A6D-0952-4D08-87C7-4F3076A5F752}">
      <dgm:prSet/>
      <dgm:spPr/>
      <dgm:t>
        <a:bodyPr/>
        <a:lstStyle/>
        <a:p>
          <a:endParaRPr lang="en-US"/>
        </a:p>
      </dgm:t>
    </dgm:pt>
    <dgm:pt modelId="{1A15F559-97FB-4880-AF14-32A93A3ED0BB}" type="sibTrans" cxnId="{405C2A6D-0952-4D08-87C7-4F3076A5F752}">
      <dgm:prSet/>
      <dgm:spPr/>
      <dgm:t>
        <a:bodyPr/>
        <a:lstStyle/>
        <a:p>
          <a:endParaRPr lang="en-US"/>
        </a:p>
      </dgm:t>
    </dgm:pt>
    <dgm:pt modelId="{B7ED7FCA-F89B-4A99-A805-5C13BB7D39C2}">
      <dgm:prSet phldrT="[Text]" phldr="0"/>
      <dgm:spPr/>
      <dgm:t>
        <a:bodyPr/>
        <a:lstStyle/>
        <a:p>
          <a:endParaRPr lang="en-US" sz="2000" b="1">
            <a:latin typeface="Calibri"/>
            <a:ea typeface="Calibri"/>
            <a:cs typeface="Calibri"/>
          </a:endParaRPr>
        </a:p>
      </dgm:t>
    </dgm:pt>
    <dgm:pt modelId="{FE3854AD-D2FA-4D04-9122-E4BAB85663A3}" type="parTrans" cxnId="{F3355312-A440-4B6A-AACF-D825769725DD}">
      <dgm:prSet/>
      <dgm:spPr/>
      <dgm:t>
        <a:bodyPr/>
        <a:lstStyle/>
        <a:p>
          <a:endParaRPr lang="en-US"/>
        </a:p>
      </dgm:t>
    </dgm:pt>
    <dgm:pt modelId="{04C2AE0F-21C6-4296-9A76-BBC96E0DED57}" type="sibTrans" cxnId="{F3355312-A440-4B6A-AACF-D825769725DD}">
      <dgm:prSet/>
      <dgm:spPr/>
      <dgm:t>
        <a:bodyPr/>
        <a:lstStyle/>
        <a:p>
          <a:endParaRPr lang="en-US"/>
        </a:p>
      </dgm:t>
    </dgm:pt>
    <dgm:pt modelId="{27C1DB09-FD1B-4B38-AF74-5FA851191B04}">
      <dgm:prSet phldrT="[Text]" phldr="0"/>
      <dgm:spPr/>
      <dgm:t>
        <a:bodyPr/>
        <a:lstStyle/>
        <a:p>
          <a:endParaRPr lang="en-US" sz="2000" b="1">
            <a:latin typeface="Calibri"/>
            <a:ea typeface="Calibri"/>
            <a:cs typeface="Calibri"/>
          </a:endParaRPr>
        </a:p>
      </dgm:t>
    </dgm:pt>
    <dgm:pt modelId="{A3C6AB2C-BD53-4424-97D9-5C980C8F691C}" type="parTrans" cxnId="{51BC4819-AAAE-482B-BA54-E7F84391CFA7}">
      <dgm:prSet/>
      <dgm:spPr/>
      <dgm:t>
        <a:bodyPr/>
        <a:lstStyle/>
        <a:p>
          <a:endParaRPr lang="en-US"/>
        </a:p>
      </dgm:t>
    </dgm:pt>
    <dgm:pt modelId="{C541F187-BEEC-48D1-AA16-64B3B095A310}" type="sibTrans" cxnId="{51BC4819-AAAE-482B-BA54-E7F84391CFA7}">
      <dgm:prSet/>
      <dgm:spPr/>
      <dgm:t>
        <a:bodyPr/>
        <a:lstStyle/>
        <a:p>
          <a:endParaRPr lang="en-US"/>
        </a:p>
      </dgm:t>
    </dgm:pt>
    <dgm:pt modelId="{E19BEDDA-B496-404E-89E5-832881D3612A}">
      <dgm:prSet phldrT="[Text]" phldr="0"/>
      <dgm:spPr/>
      <dgm:t>
        <a:bodyPr/>
        <a:lstStyle/>
        <a:p>
          <a:endParaRPr lang="en-US" sz="2400" b="1">
            <a:latin typeface="Calibri"/>
            <a:ea typeface="Calibri"/>
            <a:cs typeface="Calibri"/>
          </a:endParaRPr>
        </a:p>
      </dgm:t>
    </dgm:pt>
    <dgm:pt modelId="{7753D7E1-30D9-44AD-B8BC-8405FADC8264}" type="parTrans" cxnId="{6CE3C091-17E1-43F7-A62E-95CEB73FA58E}">
      <dgm:prSet/>
      <dgm:spPr/>
      <dgm:t>
        <a:bodyPr/>
        <a:lstStyle/>
        <a:p>
          <a:endParaRPr lang="en-US"/>
        </a:p>
      </dgm:t>
    </dgm:pt>
    <dgm:pt modelId="{4A834CD2-D58F-4346-A459-426B113D954E}" type="sibTrans" cxnId="{6CE3C091-17E1-43F7-A62E-95CEB73FA58E}">
      <dgm:prSet/>
      <dgm:spPr/>
      <dgm:t>
        <a:bodyPr/>
        <a:lstStyle/>
        <a:p>
          <a:endParaRPr lang="en-US"/>
        </a:p>
      </dgm:t>
    </dgm:pt>
    <dgm:pt modelId="{4786D617-F0C9-934D-A32E-D4441A9D17DA}">
      <dgm:prSet phldrT="[Text]"/>
      <dgm:spPr/>
      <dgm:t>
        <a:bodyPr/>
        <a:lstStyle/>
        <a:p>
          <a:r>
            <a:rPr lang="en-US"/>
            <a:t> </a:t>
          </a:r>
        </a:p>
      </dgm:t>
    </dgm:pt>
    <dgm:pt modelId="{B24541DF-23D4-7644-8472-A2AA4555AA2F}" type="parTrans" cxnId="{B1C77F5E-BE73-E54D-AF11-DDB9B75031C4}">
      <dgm:prSet/>
      <dgm:spPr/>
      <dgm:t>
        <a:bodyPr/>
        <a:lstStyle/>
        <a:p>
          <a:endParaRPr lang="en-US"/>
        </a:p>
      </dgm:t>
    </dgm:pt>
    <dgm:pt modelId="{26311868-F6DA-CD41-B239-0B68E20BDAAE}" type="sibTrans" cxnId="{B1C77F5E-BE73-E54D-AF11-DDB9B75031C4}">
      <dgm:prSet/>
      <dgm:spPr/>
      <dgm:t>
        <a:bodyPr/>
        <a:lstStyle/>
        <a:p>
          <a:endParaRPr lang="en-US"/>
        </a:p>
      </dgm:t>
    </dgm:pt>
    <dgm:pt modelId="{E523118D-F186-8E45-960C-B473537D6F24}">
      <dgm:prSet phldrT="[Text]"/>
      <dgm:spPr/>
      <dgm:t>
        <a:bodyPr/>
        <a:lstStyle/>
        <a:p>
          <a:r>
            <a:rPr lang="en-US" b="1"/>
            <a:t>Q &amp; A</a:t>
          </a:r>
        </a:p>
      </dgm:t>
    </dgm:pt>
    <dgm:pt modelId="{F07B189C-5CB6-2A4C-9556-07869F38E7FC}" type="parTrans" cxnId="{3F80DC75-D1D5-E945-B9E6-2D5C98EC33A3}">
      <dgm:prSet/>
      <dgm:spPr/>
      <dgm:t>
        <a:bodyPr/>
        <a:lstStyle/>
        <a:p>
          <a:endParaRPr lang="en-US"/>
        </a:p>
      </dgm:t>
    </dgm:pt>
    <dgm:pt modelId="{E5347F2C-F17D-094E-8919-9E77A4709DB4}" type="sibTrans" cxnId="{3F80DC75-D1D5-E945-B9E6-2D5C98EC33A3}">
      <dgm:prSet/>
      <dgm:spPr/>
      <dgm:t>
        <a:bodyPr/>
        <a:lstStyle/>
        <a:p>
          <a:endParaRPr lang="en-US"/>
        </a:p>
      </dgm:t>
    </dgm:pt>
    <dgm:pt modelId="{1FCE32AE-0947-BF43-B999-FEEABA90084A}">
      <dgm:prSet phldrT="[Text]"/>
      <dgm:spPr/>
      <dgm:t>
        <a:bodyPr/>
        <a:lstStyle/>
        <a:p>
          <a:r>
            <a:rPr lang="en-US" b="1"/>
            <a:t>Current Design Space</a:t>
          </a:r>
        </a:p>
      </dgm:t>
    </dgm:pt>
    <dgm:pt modelId="{93CF9866-5390-1F47-9047-4C8FE19983C3}" type="parTrans" cxnId="{BA69F017-8739-F64B-BF0D-6113B147D8DF}">
      <dgm:prSet/>
      <dgm:spPr/>
      <dgm:t>
        <a:bodyPr/>
        <a:lstStyle/>
        <a:p>
          <a:endParaRPr lang="en-US"/>
        </a:p>
      </dgm:t>
    </dgm:pt>
    <dgm:pt modelId="{58497DE1-B18A-E747-99CB-06A0A0DDFB12}" type="sibTrans" cxnId="{BA69F017-8739-F64B-BF0D-6113B147D8DF}">
      <dgm:prSet/>
      <dgm:spPr/>
      <dgm:t>
        <a:bodyPr/>
        <a:lstStyle/>
        <a:p>
          <a:endParaRPr lang="en-US"/>
        </a:p>
      </dgm:t>
    </dgm:pt>
    <dgm:pt modelId="{667A6303-F06E-BB4F-ACD1-C22DCB477144}">
      <dgm:prSet phldrT="[Text]"/>
      <dgm:spPr/>
      <dgm:t>
        <a:bodyPr/>
        <a:lstStyle/>
        <a:p>
          <a:r>
            <a:rPr lang="en-US" b="1"/>
            <a:t>Modeling and Prototyping Plan</a:t>
          </a:r>
        </a:p>
      </dgm:t>
    </dgm:pt>
    <dgm:pt modelId="{83E9CC5A-F86A-8A4A-B7D8-A067ADEAEEE3}" type="parTrans" cxnId="{FEF1B785-6F0A-2940-BC85-153DB7DCB58E}">
      <dgm:prSet/>
      <dgm:spPr/>
      <dgm:t>
        <a:bodyPr/>
        <a:lstStyle/>
        <a:p>
          <a:endParaRPr lang="en-US"/>
        </a:p>
      </dgm:t>
    </dgm:pt>
    <dgm:pt modelId="{1BF68AEB-3B4E-4A4D-BE22-E966D7071AD2}" type="sibTrans" cxnId="{FEF1B785-6F0A-2940-BC85-153DB7DCB58E}">
      <dgm:prSet/>
      <dgm:spPr/>
      <dgm:t>
        <a:bodyPr/>
        <a:lstStyle/>
        <a:p>
          <a:endParaRPr lang="en-US"/>
        </a:p>
      </dgm:t>
    </dgm:pt>
    <dgm:pt modelId="{D40CEC56-0ACA-8F4B-9E26-52222C490B4F}">
      <dgm:prSet phldrT="[Text]"/>
      <dgm:spPr/>
      <dgm:t>
        <a:bodyPr/>
        <a:lstStyle/>
        <a:p>
          <a:endParaRPr lang="en-US" b="1"/>
        </a:p>
      </dgm:t>
    </dgm:pt>
    <dgm:pt modelId="{8057556B-FB3B-8640-991E-AB5A9FD1E8E2}" type="parTrans" cxnId="{D48EE472-80F8-F644-B97F-594FD4D1F5B6}">
      <dgm:prSet/>
      <dgm:spPr/>
      <dgm:t>
        <a:bodyPr/>
        <a:lstStyle/>
        <a:p>
          <a:endParaRPr lang="en-US"/>
        </a:p>
      </dgm:t>
    </dgm:pt>
    <dgm:pt modelId="{3017386C-7D2C-B646-8630-D4CDBE04CF84}" type="sibTrans" cxnId="{D48EE472-80F8-F644-B97F-594FD4D1F5B6}">
      <dgm:prSet/>
      <dgm:spPr/>
      <dgm:t>
        <a:bodyPr/>
        <a:lstStyle/>
        <a:p>
          <a:endParaRPr lang="en-US"/>
        </a:p>
      </dgm:t>
    </dgm:pt>
    <dgm:pt modelId="{EB24BA21-C1F6-BC45-BC03-6FACC18DDA85}">
      <dgm:prSet phldrT="[Text]"/>
      <dgm:spPr/>
      <dgm:t>
        <a:bodyPr/>
        <a:lstStyle/>
        <a:p>
          <a:endParaRPr lang="en-US" b="1"/>
        </a:p>
      </dgm:t>
    </dgm:pt>
    <dgm:pt modelId="{B3280D27-FB5D-FB4B-8C81-6900D32C8E1B}" type="parTrans" cxnId="{0A0A8F76-D87E-D143-91E6-2407236410C8}">
      <dgm:prSet/>
      <dgm:spPr/>
      <dgm:t>
        <a:bodyPr/>
        <a:lstStyle/>
        <a:p>
          <a:endParaRPr lang="en-US"/>
        </a:p>
      </dgm:t>
    </dgm:pt>
    <dgm:pt modelId="{84E24E94-5698-1E42-A914-04FEDC186FC0}" type="sibTrans" cxnId="{0A0A8F76-D87E-D143-91E6-2407236410C8}">
      <dgm:prSet/>
      <dgm:spPr/>
      <dgm:t>
        <a:bodyPr/>
        <a:lstStyle/>
        <a:p>
          <a:endParaRPr lang="en-US"/>
        </a:p>
      </dgm:t>
    </dgm:pt>
    <dgm:pt modelId="{EBAFB775-E95D-4547-B162-EF5DC9E4E7FC}">
      <dgm:prSet phldrT="[Text]" custT="1"/>
      <dgm:spPr/>
      <dgm:t>
        <a:bodyPr/>
        <a:lstStyle/>
        <a:p>
          <a:endParaRPr lang="en-US" sz="2000" b="1">
            <a:latin typeface="Calibri"/>
            <a:ea typeface="Calibri"/>
            <a:cs typeface="Calibri"/>
          </a:endParaRPr>
        </a:p>
      </dgm:t>
    </dgm:pt>
    <dgm:pt modelId="{D8598243-5D45-4F62-B7EB-8F15664DA32F}" type="sibTrans" cxnId="{45494B2D-F035-486D-ABC2-59B2AD3C269C}">
      <dgm:prSet/>
      <dgm:spPr/>
      <dgm:t>
        <a:bodyPr/>
        <a:lstStyle/>
        <a:p>
          <a:endParaRPr lang="en-US"/>
        </a:p>
      </dgm:t>
    </dgm:pt>
    <dgm:pt modelId="{736A26EA-0F95-475D-99DB-9D8252725D6C}" type="parTrans" cxnId="{45494B2D-F035-486D-ABC2-59B2AD3C269C}">
      <dgm:prSet/>
      <dgm:spPr/>
      <dgm:t>
        <a:bodyPr/>
        <a:lstStyle/>
        <a:p>
          <a:endParaRPr lang="en-US"/>
        </a:p>
      </dgm:t>
    </dgm:pt>
    <dgm:pt modelId="{3E3C997A-5719-46CE-9FC3-51F57667DC03}">
      <dgm:prSet phldrT="[Text]" phldr="0"/>
      <dgm:spPr/>
      <dgm:t>
        <a:bodyPr/>
        <a:lstStyle/>
        <a:p>
          <a:r>
            <a:rPr lang="en-US" sz="2000" b="1">
              <a:latin typeface="Calibri"/>
              <a:ea typeface="Calibri"/>
              <a:cs typeface="Calibri"/>
            </a:rPr>
            <a:t>Background</a:t>
          </a:r>
        </a:p>
      </dgm:t>
    </dgm:pt>
    <dgm:pt modelId="{3701C2C7-F0CD-4C98-94FA-1417D26BF1D4}" type="sibTrans" cxnId="{65DC2D7A-9492-4FD6-904B-FDC66DB4FD96}">
      <dgm:prSet/>
      <dgm:spPr/>
      <dgm:t>
        <a:bodyPr/>
        <a:lstStyle/>
        <a:p>
          <a:endParaRPr lang="en-US"/>
        </a:p>
      </dgm:t>
    </dgm:pt>
    <dgm:pt modelId="{C41E7107-E1FC-44AF-A88D-905BCC30A152}" type="parTrans" cxnId="{65DC2D7A-9492-4FD6-904B-FDC66DB4FD96}">
      <dgm:prSet/>
      <dgm:spPr/>
      <dgm:t>
        <a:bodyPr/>
        <a:lstStyle/>
        <a:p>
          <a:endParaRPr lang="en-US"/>
        </a:p>
      </dgm:t>
    </dgm:pt>
    <dgm:pt modelId="{99BA40BB-6BCA-4DF4-B570-FAD22E30D497}" type="pres">
      <dgm:prSet presAssocID="{97D8782E-D881-4AE2-8285-6D0D68CB3816}" presName="Name0" presStyleCnt="0">
        <dgm:presLayoutVars>
          <dgm:animLvl val="lvl"/>
          <dgm:resizeHandles val="exact"/>
        </dgm:presLayoutVars>
      </dgm:prSet>
      <dgm:spPr/>
    </dgm:pt>
    <dgm:pt modelId="{8BFF23BE-BA4D-4854-91A4-BABAEEDC3F13}" type="pres">
      <dgm:prSet presAssocID="{EBAFB775-E95D-4547-B162-EF5DC9E4E7FC}" presName="composite" presStyleCnt="0"/>
      <dgm:spPr/>
    </dgm:pt>
    <dgm:pt modelId="{B00F979E-2BB4-4097-A4B3-53B70AFF481E}" type="pres">
      <dgm:prSet presAssocID="{EBAFB775-E95D-4547-B162-EF5DC9E4E7FC}" presName="L" presStyleLbl="solidFgAcc1" presStyleIdx="0" presStyleCnt="8">
        <dgm:presLayoutVars>
          <dgm:chMax val="0"/>
          <dgm:chPref val="0"/>
        </dgm:presLayoutVars>
      </dgm:prSet>
      <dgm:spPr/>
    </dgm:pt>
    <dgm:pt modelId="{4DF11071-321C-4225-BC34-CABBCA521A1B}" type="pres">
      <dgm:prSet presAssocID="{EBAFB775-E95D-4547-B162-EF5DC9E4E7FC}" presName="parTx" presStyleLbl="alignNode1" presStyleIdx="0" presStyleCnt="8">
        <dgm:presLayoutVars>
          <dgm:chMax val="0"/>
          <dgm:chPref val="0"/>
          <dgm:bulletEnabled val="1"/>
        </dgm:presLayoutVars>
      </dgm:prSet>
      <dgm:spPr/>
    </dgm:pt>
    <dgm:pt modelId="{367CE3BC-DB81-424B-8949-8ADBA834CDB1}" type="pres">
      <dgm:prSet presAssocID="{EBAFB775-E95D-4547-B162-EF5DC9E4E7FC}" presName="desTx" presStyleLbl="revTx" presStyleIdx="0" presStyleCnt="8">
        <dgm:presLayoutVars>
          <dgm:chMax val="0"/>
          <dgm:chPref val="0"/>
          <dgm:bulletEnabled val="1"/>
        </dgm:presLayoutVars>
      </dgm:prSet>
      <dgm:spPr/>
    </dgm:pt>
    <dgm:pt modelId="{0382787E-8DE4-4E89-B654-4507998D6CB9}" type="pres">
      <dgm:prSet presAssocID="{EBAFB775-E95D-4547-B162-EF5DC9E4E7FC}" presName="EmptyPlaceHolder" presStyleCnt="0"/>
      <dgm:spPr/>
    </dgm:pt>
    <dgm:pt modelId="{F171AC0D-FA37-4569-9B03-BEDAD37B474E}" type="pres">
      <dgm:prSet presAssocID="{D8598243-5D45-4F62-B7EB-8F15664DA32F}" presName="space" presStyleCnt="0"/>
      <dgm:spPr/>
    </dgm:pt>
    <dgm:pt modelId="{8807B742-917B-426E-A089-22DEA9892FD4}" type="pres">
      <dgm:prSet presAssocID="{E19BEDDA-B496-404E-89E5-832881D3612A}" presName="composite" presStyleCnt="0"/>
      <dgm:spPr/>
    </dgm:pt>
    <dgm:pt modelId="{648081D6-5C28-4065-B11D-EB9BA1BB7AFA}" type="pres">
      <dgm:prSet presAssocID="{E19BEDDA-B496-404E-89E5-832881D3612A}" presName="L" presStyleLbl="solidFgAcc1" presStyleIdx="1" presStyleCnt="8">
        <dgm:presLayoutVars>
          <dgm:chMax val="0"/>
          <dgm:chPref val="0"/>
        </dgm:presLayoutVars>
      </dgm:prSet>
      <dgm:spPr/>
    </dgm:pt>
    <dgm:pt modelId="{F02D5B6D-BDCF-4E55-876C-1BF8146181F2}" type="pres">
      <dgm:prSet presAssocID="{E19BEDDA-B496-404E-89E5-832881D3612A}" presName="parTx" presStyleLbl="alignNode1" presStyleIdx="1" presStyleCnt="8">
        <dgm:presLayoutVars>
          <dgm:chMax val="0"/>
          <dgm:chPref val="0"/>
          <dgm:bulletEnabled val="1"/>
        </dgm:presLayoutVars>
      </dgm:prSet>
      <dgm:spPr/>
    </dgm:pt>
    <dgm:pt modelId="{D4D68908-3569-42E0-B8B2-C08B6E032E39}" type="pres">
      <dgm:prSet presAssocID="{E19BEDDA-B496-404E-89E5-832881D3612A}" presName="desTx" presStyleLbl="revTx" presStyleIdx="1" presStyleCnt="8">
        <dgm:presLayoutVars>
          <dgm:chMax val="0"/>
          <dgm:chPref val="0"/>
          <dgm:bulletEnabled val="1"/>
        </dgm:presLayoutVars>
      </dgm:prSet>
      <dgm:spPr/>
    </dgm:pt>
    <dgm:pt modelId="{8CED0A25-B32A-4169-A430-19D03F80ED93}" type="pres">
      <dgm:prSet presAssocID="{E19BEDDA-B496-404E-89E5-832881D3612A}" presName="EmptyPlaceHolder" presStyleCnt="0"/>
      <dgm:spPr/>
    </dgm:pt>
    <dgm:pt modelId="{53227E87-7D5E-4C05-85DA-702F0CFEAF70}" type="pres">
      <dgm:prSet presAssocID="{4A834CD2-D58F-4346-A459-426B113D954E}" presName="space" presStyleCnt="0"/>
      <dgm:spPr/>
    </dgm:pt>
    <dgm:pt modelId="{C68AD987-D652-4E96-B026-34E4399CA546}" type="pres">
      <dgm:prSet presAssocID="{0EF9CFD8-BEC1-4031-88B7-C345712B5C62}" presName="composite" presStyleCnt="0"/>
      <dgm:spPr/>
    </dgm:pt>
    <dgm:pt modelId="{EA15DD9E-13C2-49E5-9FEA-4CB79B7DA303}" type="pres">
      <dgm:prSet presAssocID="{0EF9CFD8-BEC1-4031-88B7-C345712B5C62}" presName="L" presStyleLbl="solidFgAcc1" presStyleIdx="2" presStyleCnt="8">
        <dgm:presLayoutVars>
          <dgm:chMax val="0"/>
          <dgm:chPref val="0"/>
        </dgm:presLayoutVars>
      </dgm:prSet>
      <dgm:spPr/>
    </dgm:pt>
    <dgm:pt modelId="{83A2C26F-D42F-4967-9327-6B655C9E0CD5}" type="pres">
      <dgm:prSet presAssocID="{0EF9CFD8-BEC1-4031-88B7-C345712B5C62}" presName="parTx" presStyleLbl="alignNode1" presStyleIdx="2" presStyleCnt="8">
        <dgm:presLayoutVars>
          <dgm:chMax val="0"/>
          <dgm:chPref val="0"/>
          <dgm:bulletEnabled val="1"/>
        </dgm:presLayoutVars>
      </dgm:prSet>
      <dgm:spPr/>
    </dgm:pt>
    <dgm:pt modelId="{8BD0DDFA-4ED8-41B6-86FF-CF6957348554}" type="pres">
      <dgm:prSet presAssocID="{0EF9CFD8-BEC1-4031-88B7-C345712B5C62}" presName="desTx" presStyleLbl="revTx" presStyleIdx="2" presStyleCnt="8">
        <dgm:presLayoutVars>
          <dgm:chMax val="0"/>
          <dgm:chPref val="0"/>
          <dgm:bulletEnabled val="1"/>
        </dgm:presLayoutVars>
      </dgm:prSet>
      <dgm:spPr/>
    </dgm:pt>
    <dgm:pt modelId="{795C1AD8-2141-4693-BEF4-C9D559C8EA7D}" type="pres">
      <dgm:prSet presAssocID="{0EF9CFD8-BEC1-4031-88B7-C345712B5C62}" presName="EmptyPlaceHolder" presStyleCnt="0"/>
      <dgm:spPr/>
    </dgm:pt>
    <dgm:pt modelId="{FF77384D-7118-4E7F-A8A5-392A607C5522}" type="pres">
      <dgm:prSet presAssocID="{1A15F559-97FB-4880-AF14-32A93A3ED0BB}" presName="space" presStyleCnt="0"/>
      <dgm:spPr/>
    </dgm:pt>
    <dgm:pt modelId="{48AFDC24-75A1-4592-AD3B-41DE26FBF807}" type="pres">
      <dgm:prSet presAssocID="{B7ED7FCA-F89B-4A99-A805-5C13BB7D39C2}" presName="composite" presStyleCnt="0"/>
      <dgm:spPr/>
    </dgm:pt>
    <dgm:pt modelId="{C2AA67FD-0BB0-49D3-854E-CE40AFEB7F5B}" type="pres">
      <dgm:prSet presAssocID="{B7ED7FCA-F89B-4A99-A805-5C13BB7D39C2}" presName="L" presStyleLbl="solidFgAcc1" presStyleIdx="3" presStyleCnt="8">
        <dgm:presLayoutVars>
          <dgm:chMax val="0"/>
          <dgm:chPref val="0"/>
        </dgm:presLayoutVars>
      </dgm:prSet>
      <dgm:spPr/>
    </dgm:pt>
    <dgm:pt modelId="{7941900E-FC26-4A14-A1EA-A0342E94C022}" type="pres">
      <dgm:prSet presAssocID="{B7ED7FCA-F89B-4A99-A805-5C13BB7D39C2}" presName="parTx" presStyleLbl="alignNode1" presStyleIdx="3" presStyleCnt="8">
        <dgm:presLayoutVars>
          <dgm:chMax val="0"/>
          <dgm:chPref val="0"/>
          <dgm:bulletEnabled val="1"/>
        </dgm:presLayoutVars>
      </dgm:prSet>
      <dgm:spPr/>
    </dgm:pt>
    <dgm:pt modelId="{FD4EBF77-1558-47F0-B477-BAA08BAD2367}" type="pres">
      <dgm:prSet presAssocID="{B7ED7FCA-F89B-4A99-A805-5C13BB7D39C2}" presName="desTx" presStyleLbl="revTx" presStyleIdx="3" presStyleCnt="8">
        <dgm:presLayoutVars>
          <dgm:chMax val="0"/>
          <dgm:chPref val="0"/>
          <dgm:bulletEnabled val="1"/>
        </dgm:presLayoutVars>
      </dgm:prSet>
      <dgm:spPr/>
    </dgm:pt>
    <dgm:pt modelId="{DF552CA3-8FCF-4206-9F1F-15F620205CB0}" type="pres">
      <dgm:prSet presAssocID="{B7ED7FCA-F89B-4A99-A805-5C13BB7D39C2}" presName="EmptyPlaceHolder" presStyleCnt="0"/>
      <dgm:spPr/>
    </dgm:pt>
    <dgm:pt modelId="{65915FB3-AA4B-43ED-A40E-8E1E2C6F6786}" type="pres">
      <dgm:prSet presAssocID="{04C2AE0F-21C6-4296-9A76-BBC96E0DED57}" presName="space" presStyleCnt="0"/>
      <dgm:spPr/>
    </dgm:pt>
    <dgm:pt modelId="{59AA6B32-49EF-4892-A7CA-444AA5FEAFE6}" type="pres">
      <dgm:prSet presAssocID="{27C1DB09-FD1B-4B38-AF74-5FA851191B04}" presName="composite" presStyleCnt="0"/>
      <dgm:spPr/>
    </dgm:pt>
    <dgm:pt modelId="{9291D6DA-B53D-4618-BFAC-6F5BE1340367}" type="pres">
      <dgm:prSet presAssocID="{27C1DB09-FD1B-4B38-AF74-5FA851191B04}" presName="L" presStyleLbl="solidFgAcc1" presStyleIdx="4" presStyleCnt="8">
        <dgm:presLayoutVars>
          <dgm:chMax val="0"/>
          <dgm:chPref val="0"/>
        </dgm:presLayoutVars>
      </dgm:prSet>
      <dgm:spPr/>
    </dgm:pt>
    <dgm:pt modelId="{C8B04CCC-114D-40E6-A3D1-9A09D54BB0D3}" type="pres">
      <dgm:prSet presAssocID="{27C1DB09-FD1B-4B38-AF74-5FA851191B04}" presName="parTx" presStyleLbl="alignNode1" presStyleIdx="4" presStyleCnt="8">
        <dgm:presLayoutVars>
          <dgm:chMax val="0"/>
          <dgm:chPref val="0"/>
          <dgm:bulletEnabled val="1"/>
        </dgm:presLayoutVars>
      </dgm:prSet>
      <dgm:spPr/>
    </dgm:pt>
    <dgm:pt modelId="{11D5B3E6-2BEE-4A4E-9014-DB3BE3D048C9}" type="pres">
      <dgm:prSet presAssocID="{27C1DB09-FD1B-4B38-AF74-5FA851191B04}" presName="desTx" presStyleLbl="revTx" presStyleIdx="4" presStyleCnt="8">
        <dgm:presLayoutVars>
          <dgm:chMax val="0"/>
          <dgm:chPref val="0"/>
          <dgm:bulletEnabled val="1"/>
        </dgm:presLayoutVars>
      </dgm:prSet>
      <dgm:spPr/>
    </dgm:pt>
    <dgm:pt modelId="{CC8037B3-6C82-4962-8DFC-33BDEA4E9C2A}" type="pres">
      <dgm:prSet presAssocID="{27C1DB09-FD1B-4B38-AF74-5FA851191B04}" presName="EmptyPlaceHolder" presStyleCnt="0"/>
      <dgm:spPr/>
    </dgm:pt>
    <dgm:pt modelId="{C11AF3BF-BE47-0F41-A07B-AD214BE8E5F0}" type="pres">
      <dgm:prSet presAssocID="{C541F187-BEEC-48D1-AA16-64B3B095A310}" presName="space" presStyleCnt="0"/>
      <dgm:spPr/>
    </dgm:pt>
    <dgm:pt modelId="{BC96A85C-9F93-FA47-A78E-7A6CF4BBF788}" type="pres">
      <dgm:prSet presAssocID="{4786D617-F0C9-934D-A32E-D4441A9D17DA}" presName="composite" presStyleCnt="0"/>
      <dgm:spPr/>
    </dgm:pt>
    <dgm:pt modelId="{3F0AE89C-A511-F446-84D2-811F205D8029}" type="pres">
      <dgm:prSet presAssocID="{4786D617-F0C9-934D-A32E-D4441A9D17DA}" presName="L" presStyleLbl="solidFgAcc1" presStyleIdx="5" presStyleCnt="8">
        <dgm:presLayoutVars>
          <dgm:chMax val="0"/>
          <dgm:chPref val="0"/>
        </dgm:presLayoutVars>
      </dgm:prSet>
      <dgm:spPr/>
    </dgm:pt>
    <dgm:pt modelId="{6C3F8906-7A18-974A-B662-96FD4ADE677C}" type="pres">
      <dgm:prSet presAssocID="{4786D617-F0C9-934D-A32E-D4441A9D17DA}" presName="parTx" presStyleLbl="alignNode1" presStyleIdx="5" presStyleCnt="8">
        <dgm:presLayoutVars>
          <dgm:chMax val="0"/>
          <dgm:chPref val="0"/>
          <dgm:bulletEnabled val="1"/>
        </dgm:presLayoutVars>
      </dgm:prSet>
      <dgm:spPr/>
    </dgm:pt>
    <dgm:pt modelId="{D64C92EC-54AE-264E-ACD0-4C6E139211ED}" type="pres">
      <dgm:prSet presAssocID="{4786D617-F0C9-934D-A32E-D4441A9D17DA}" presName="desTx" presStyleLbl="revTx" presStyleIdx="5" presStyleCnt="8">
        <dgm:presLayoutVars>
          <dgm:chMax val="0"/>
          <dgm:chPref val="0"/>
          <dgm:bulletEnabled val="1"/>
        </dgm:presLayoutVars>
      </dgm:prSet>
      <dgm:spPr/>
    </dgm:pt>
    <dgm:pt modelId="{E82B44F7-AC7C-8E4C-ADE7-CE9C06E3FEBE}" type="pres">
      <dgm:prSet presAssocID="{4786D617-F0C9-934D-A32E-D4441A9D17DA}" presName="EmptyPlaceHolder" presStyleCnt="0"/>
      <dgm:spPr/>
    </dgm:pt>
    <dgm:pt modelId="{372C17AA-768D-6F4A-B053-DD4D193EB59C}" type="pres">
      <dgm:prSet presAssocID="{26311868-F6DA-CD41-B239-0B68E20BDAAE}" presName="space" presStyleCnt="0"/>
      <dgm:spPr/>
    </dgm:pt>
    <dgm:pt modelId="{248B51FC-7870-544B-941D-7B04F860D070}" type="pres">
      <dgm:prSet presAssocID="{D40CEC56-0ACA-8F4B-9E26-52222C490B4F}" presName="composite" presStyleCnt="0"/>
      <dgm:spPr/>
    </dgm:pt>
    <dgm:pt modelId="{C85EB508-4B51-F84D-AA93-F4E079749D8D}" type="pres">
      <dgm:prSet presAssocID="{D40CEC56-0ACA-8F4B-9E26-52222C490B4F}" presName="L" presStyleLbl="solidFgAcc1" presStyleIdx="6" presStyleCnt="8">
        <dgm:presLayoutVars>
          <dgm:chMax val="0"/>
          <dgm:chPref val="0"/>
        </dgm:presLayoutVars>
      </dgm:prSet>
      <dgm:spPr/>
    </dgm:pt>
    <dgm:pt modelId="{6BF32758-964E-7C49-86A5-55743B95A3B1}" type="pres">
      <dgm:prSet presAssocID="{D40CEC56-0ACA-8F4B-9E26-52222C490B4F}" presName="parTx" presStyleLbl="alignNode1" presStyleIdx="6" presStyleCnt="8">
        <dgm:presLayoutVars>
          <dgm:chMax val="0"/>
          <dgm:chPref val="0"/>
          <dgm:bulletEnabled val="1"/>
        </dgm:presLayoutVars>
      </dgm:prSet>
      <dgm:spPr/>
    </dgm:pt>
    <dgm:pt modelId="{E5D65A69-D54D-B244-ADAE-E3DE213474C3}" type="pres">
      <dgm:prSet presAssocID="{D40CEC56-0ACA-8F4B-9E26-52222C490B4F}" presName="desTx" presStyleLbl="revTx" presStyleIdx="6" presStyleCnt="8">
        <dgm:presLayoutVars>
          <dgm:chMax val="0"/>
          <dgm:chPref val="0"/>
          <dgm:bulletEnabled val="1"/>
        </dgm:presLayoutVars>
      </dgm:prSet>
      <dgm:spPr/>
    </dgm:pt>
    <dgm:pt modelId="{6040062E-C89E-5340-A713-671607A8A5E4}" type="pres">
      <dgm:prSet presAssocID="{D40CEC56-0ACA-8F4B-9E26-52222C490B4F}" presName="EmptyPlaceHolder" presStyleCnt="0"/>
      <dgm:spPr/>
    </dgm:pt>
    <dgm:pt modelId="{1042C49B-9980-8A47-B120-672EDB818DB3}" type="pres">
      <dgm:prSet presAssocID="{3017386C-7D2C-B646-8630-D4CDBE04CF84}" presName="space" presStyleCnt="0"/>
      <dgm:spPr/>
    </dgm:pt>
    <dgm:pt modelId="{19FCE8E4-D6B5-694F-ACEA-EEE690E01B0A}" type="pres">
      <dgm:prSet presAssocID="{EB24BA21-C1F6-BC45-BC03-6FACC18DDA85}" presName="composite" presStyleCnt="0"/>
      <dgm:spPr/>
    </dgm:pt>
    <dgm:pt modelId="{B099BB94-E037-0642-823A-991B9378E645}" type="pres">
      <dgm:prSet presAssocID="{EB24BA21-C1F6-BC45-BC03-6FACC18DDA85}" presName="L" presStyleLbl="solidFgAcc1" presStyleIdx="7" presStyleCnt="8">
        <dgm:presLayoutVars>
          <dgm:chMax val="0"/>
          <dgm:chPref val="0"/>
        </dgm:presLayoutVars>
      </dgm:prSet>
      <dgm:spPr/>
    </dgm:pt>
    <dgm:pt modelId="{2A1661C2-E503-1643-A7EE-02DF559AAE9A}" type="pres">
      <dgm:prSet presAssocID="{EB24BA21-C1F6-BC45-BC03-6FACC18DDA85}" presName="parTx" presStyleLbl="alignNode1" presStyleIdx="7" presStyleCnt="8">
        <dgm:presLayoutVars>
          <dgm:chMax val="0"/>
          <dgm:chPref val="0"/>
          <dgm:bulletEnabled val="1"/>
        </dgm:presLayoutVars>
      </dgm:prSet>
      <dgm:spPr/>
    </dgm:pt>
    <dgm:pt modelId="{A06C58D2-7D95-E741-B412-07C27FBAA1D4}" type="pres">
      <dgm:prSet presAssocID="{EB24BA21-C1F6-BC45-BC03-6FACC18DDA85}" presName="desTx" presStyleLbl="revTx" presStyleIdx="7" presStyleCnt="8">
        <dgm:presLayoutVars>
          <dgm:chMax val="0"/>
          <dgm:chPref val="0"/>
          <dgm:bulletEnabled val="1"/>
        </dgm:presLayoutVars>
      </dgm:prSet>
      <dgm:spPr/>
    </dgm:pt>
    <dgm:pt modelId="{52A588AA-5401-584C-82DA-007142D7EDC8}" type="pres">
      <dgm:prSet presAssocID="{EB24BA21-C1F6-BC45-BC03-6FACC18DDA85}" presName="EmptyPlaceHolder" presStyleCnt="0"/>
      <dgm:spPr/>
    </dgm:pt>
  </dgm:ptLst>
  <dgm:cxnLst>
    <dgm:cxn modelId="{F3355312-A440-4B6A-AACF-D825769725DD}" srcId="{97D8782E-D881-4AE2-8285-6D0D68CB3816}" destId="{B7ED7FCA-F89B-4A99-A805-5C13BB7D39C2}" srcOrd="3" destOrd="0" parTransId="{FE3854AD-D2FA-4D04-9122-E4BAB85663A3}" sibTransId="{04C2AE0F-21C6-4296-9A76-BBC96E0DED57}"/>
    <dgm:cxn modelId="{BA69F017-8739-F64B-BF0D-6113B147D8DF}" srcId="{4786D617-F0C9-934D-A32E-D4441A9D17DA}" destId="{1FCE32AE-0947-BF43-B999-FEEABA90084A}" srcOrd="0" destOrd="0" parTransId="{93CF9866-5390-1F47-9047-4C8FE19983C3}" sibTransId="{58497DE1-B18A-E747-99CB-06A0A0DDFB12}"/>
    <dgm:cxn modelId="{51BC4819-AAAE-482B-BA54-E7F84391CFA7}" srcId="{97D8782E-D881-4AE2-8285-6D0D68CB3816}" destId="{27C1DB09-FD1B-4B38-AF74-5FA851191B04}" srcOrd="4" destOrd="0" parTransId="{A3C6AB2C-BD53-4424-97D9-5C980C8F691C}" sibTransId="{C541F187-BEEC-48D1-AA16-64B3B095A310}"/>
    <dgm:cxn modelId="{11EA0526-A892-D148-9DAB-920E3E9A5D3C}" type="presOf" srcId="{D76A48BB-ECD4-4907-B0F0-2F836A0D19F7}" destId="{11D5B3E6-2BEE-4A4E-9014-DB3BE3D048C9}" srcOrd="0" destOrd="0" presId="urn:microsoft.com/office/officeart/2016/7/layout/AccentHomeChevronProcess"/>
    <dgm:cxn modelId="{68B2412B-B8DD-8A4C-A8F1-FDD42F76D7B1}" type="presOf" srcId="{27C1DB09-FD1B-4B38-AF74-5FA851191B04}" destId="{C8B04CCC-114D-40E6-A3D1-9A09D54BB0D3}" srcOrd="0" destOrd="0" presId="urn:microsoft.com/office/officeart/2016/7/layout/AccentHomeChevronProcess"/>
    <dgm:cxn modelId="{45494B2D-F035-486D-ABC2-59B2AD3C269C}" srcId="{97D8782E-D881-4AE2-8285-6D0D68CB3816}" destId="{EBAFB775-E95D-4547-B162-EF5DC9E4E7FC}" srcOrd="0" destOrd="0" parTransId="{736A26EA-0F95-475D-99DB-9D8252725D6C}" sibTransId="{D8598243-5D45-4F62-B7EB-8F15664DA32F}"/>
    <dgm:cxn modelId="{10449231-6611-7D45-AF1C-3C9B6ACADBE7}" type="presOf" srcId="{1FCE32AE-0947-BF43-B999-FEEABA90084A}" destId="{D64C92EC-54AE-264E-ACD0-4C6E139211ED}" srcOrd="0" destOrd="0" presId="urn:microsoft.com/office/officeart/2016/7/layout/AccentHomeChevronProcess"/>
    <dgm:cxn modelId="{438C9D36-1160-514C-9276-C5C061C287AB}" type="presOf" srcId="{EB24BA21-C1F6-BC45-BC03-6FACC18DDA85}" destId="{2A1661C2-E503-1643-A7EE-02DF559AAE9A}" srcOrd="0" destOrd="0" presId="urn:microsoft.com/office/officeart/2016/7/layout/AccentHomeChevronProcess"/>
    <dgm:cxn modelId="{B1C77F5E-BE73-E54D-AF11-DDB9B75031C4}" srcId="{97D8782E-D881-4AE2-8285-6D0D68CB3816}" destId="{4786D617-F0C9-934D-A32E-D4441A9D17DA}" srcOrd="5" destOrd="0" parTransId="{B24541DF-23D4-7644-8472-A2AA4555AA2F}" sibTransId="{26311868-F6DA-CD41-B239-0B68E20BDAAE}"/>
    <dgm:cxn modelId="{B082FE41-19B9-5B48-B6F3-A90DF838C132}" type="presOf" srcId="{EBAFB775-E95D-4547-B162-EF5DC9E4E7FC}" destId="{4DF11071-321C-4225-BC34-CABBCA521A1B}" srcOrd="0" destOrd="0" presId="urn:microsoft.com/office/officeart/2016/7/layout/AccentHomeChevronProcess"/>
    <dgm:cxn modelId="{A127764B-8C38-D14D-AFBF-925F440ACC37}" type="presOf" srcId="{667A6303-F06E-BB4F-ACD1-C22DCB477144}" destId="{E5D65A69-D54D-B244-ADAE-E3DE213474C3}" srcOrd="0" destOrd="0" presId="urn:microsoft.com/office/officeart/2016/7/layout/AccentHomeChevronProcess"/>
    <dgm:cxn modelId="{25BBB04B-C965-48EA-AA49-20487EA68EEB}" srcId="{0EF9CFD8-BEC1-4031-88B7-C345712B5C62}" destId="{BE967545-12A1-42EB-91CB-8822D643B174}" srcOrd="0" destOrd="0" parTransId="{F6A1CCD3-E4CF-405A-BDAE-F0A1B5F18198}" sibTransId="{012F5D49-4C42-4224-813A-F95AF80DAE71}"/>
    <dgm:cxn modelId="{81E9E74B-9C5B-6744-9495-1F1DD3C2979F}" type="presOf" srcId="{8A6A802C-68CD-4E70-91E1-28A95543C3C2}" destId="{D4D68908-3569-42E0-B8B2-C08B6E032E39}" srcOrd="0" destOrd="0" presId="urn:microsoft.com/office/officeart/2016/7/layout/AccentHomeChevronProcess"/>
    <dgm:cxn modelId="{405C2A6D-0952-4D08-87C7-4F3076A5F752}" srcId="{97D8782E-D881-4AE2-8285-6D0D68CB3816}" destId="{0EF9CFD8-BEC1-4031-88B7-C345712B5C62}" srcOrd="2" destOrd="0" parTransId="{77CBA43A-6065-4862-8CBC-862A4A5E214A}" sibTransId="{1A15F559-97FB-4880-AF14-32A93A3ED0BB}"/>
    <dgm:cxn modelId="{C7B5B86E-554E-5C4B-A0CD-8911F76F7042}" type="presOf" srcId="{4786D617-F0C9-934D-A32E-D4441A9D17DA}" destId="{6C3F8906-7A18-974A-B662-96FD4ADE677C}" srcOrd="0" destOrd="0" presId="urn:microsoft.com/office/officeart/2016/7/layout/AccentHomeChevronProcess"/>
    <dgm:cxn modelId="{D48EE472-80F8-F644-B97F-594FD4D1F5B6}" srcId="{97D8782E-D881-4AE2-8285-6D0D68CB3816}" destId="{D40CEC56-0ACA-8F4B-9E26-52222C490B4F}" srcOrd="6" destOrd="0" parTransId="{8057556B-FB3B-8640-991E-AB5A9FD1E8E2}" sibTransId="{3017386C-7D2C-B646-8630-D4CDBE04CF84}"/>
    <dgm:cxn modelId="{3F80DC75-D1D5-E945-B9E6-2D5C98EC33A3}" srcId="{EB24BA21-C1F6-BC45-BC03-6FACC18DDA85}" destId="{E523118D-F186-8E45-960C-B473537D6F24}" srcOrd="0" destOrd="0" parTransId="{F07B189C-5CB6-2A4C-9556-07869F38E7FC}" sibTransId="{E5347F2C-F17D-094E-8919-9E77A4709DB4}"/>
    <dgm:cxn modelId="{0A0A8F76-D87E-D143-91E6-2407236410C8}" srcId="{97D8782E-D881-4AE2-8285-6D0D68CB3816}" destId="{EB24BA21-C1F6-BC45-BC03-6FACC18DDA85}" srcOrd="7" destOrd="0" parTransId="{B3280D27-FB5D-FB4B-8C81-6900D32C8E1B}" sibTransId="{84E24E94-5698-1E42-A914-04FEDC186FC0}"/>
    <dgm:cxn modelId="{BFF35479-8B03-4A60-BA7F-89DA98802D0D}" srcId="{E19BEDDA-B496-404E-89E5-832881D3612A}" destId="{8A6A802C-68CD-4E70-91E1-28A95543C3C2}" srcOrd="0" destOrd="0" parTransId="{F0328DED-B9C5-4140-B045-56A120959B9B}" sibTransId="{6FBCF831-11C4-4DDE-92ED-C1497F1E4A1C}"/>
    <dgm:cxn modelId="{65DC2D7A-9492-4FD6-904B-FDC66DB4FD96}" srcId="{EBAFB775-E95D-4547-B162-EF5DC9E4E7FC}" destId="{3E3C997A-5719-46CE-9FC3-51F57667DC03}" srcOrd="0" destOrd="0" parTransId="{C41E7107-E1FC-44AF-A88D-905BCC30A152}" sibTransId="{3701C2C7-F0CD-4C98-94FA-1417D26BF1D4}"/>
    <dgm:cxn modelId="{2C9E0A83-D7DD-1343-AD52-D3E3881A94B7}" type="presOf" srcId="{BE967545-12A1-42EB-91CB-8822D643B174}" destId="{8BD0DDFA-4ED8-41B6-86FF-CF6957348554}" srcOrd="0" destOrd="0" presId="urn:microsoft.com/office/officeart/2016/7/layout/AccentHomeChevronProcess"/>
    <dgm:cxn modelId="{FEF1B785-6F0A-2940-BC85-153DB7DCB58E}" srcId="{D40CEC56-0ACA-8F4B-9E26-52222C490B4F}" destId="{667A6303-F06E-BB4F-ACD1-C22DCB477144}" srcOrd="0" destOrd="0" parTransId="{83E9CC5A-F86A-8A4A-B7D8-A067ADEAEEE3}" sibTransId="{1BF68AEB-3B4E-4A4D-BE22-E966D7071AD2}"/>
    <dgm:cxn modelId="{3126558C-8FCE-F549-B5BC-CC653BE7DDBC}" type="presOf" srcId="{25267E6B-A241-41FF-B081-89E18E3CCE1E}" destId="{FD4EBF77-1558-47F0-B477-BAA08BAD2367}" srcOrd="0" destOrd="0" presId="urn:microsoft.com/office/officeart/2016/7/layout/AccentHomeChevronProcess"/>
    <dgm:cxn modelId="{CDB0308E-7085-7B42-BDCD-BA38CBC67513}" type="presOf" srcId="{E523118D-F186-8E45-960C-B473537D6F24}" destId="{A06C58D2-7D95-E741-B412-07C27FBAA1D4}" srcOrd="0" destOrd="0" presId="urn:microsoft.com/office/officeart/2016/7/layout/AccentHomeChevronProcess"/>
    <dgm:cxn modelId="{6CE3C091-17E1-43F7-A62E-95CEB73FA58E}" srcId="{97D8782E-D881-4AE2-8285-6D0D68CB3816}" destId="{E19BEDDA-B496-404E-89E5-832881D3612A}" srcOrd="1" destOrd="0" parTransId="{7753D7E1-30D9-44AD-B8BC-8405FADC8264}" sibTransId="{4A834CD2-D58F-4346-A459-426B113D954E}"/>
    <dgm:cxn modelId="{D3F83C99-7CD0-0D48-80EC-B848367FC19E}" type="presOf" srcId="{D40CEC56-0ACA-8F4B-9E26-52222C490B4F}" destId="{6BF32758-964E-7C49-86A5-55743B95A3B1}" srcOrd="0" destOrd="0" presId="urn:microsoft.com/office/officeart/2016/7/layout/AccentHomeChevronProcess"/>
    <dgm:cxn modelId="{319B7CB1-D89D-4462-8148-A42536C57A95}" srcId="{B7ED7FCA-F89B-4A99-A805-5C13BB7D39C2}" destId="{25267E6B-A241-41FF-B081-89E18E3CCE1E}" srcOrd="0" destOrd="0" parTransId="{9D9BD10A-A902-4BD2-9D98-50F6F9849529}" sibTransId="{15BFB83D-7D4B-4655-A553-B43CBF11687A}"/>
    <dgm:cxn modelId="{E0EFABBC-1A7E-4A37-A3C1-E85B4C5A713D}" type="presOf" srcId="{97D8782E-D881-4AE2-8285-6D0D68CB3816}" destId="{99BA40BB-6BCA-4DF4-B570-FAD22E30D497}" srcOrd="0" destOrd="0" presId="urn:microsoft.com/office/officeart/2016/7/layout/AccentHomeChevronProcess"/>
    <dgm:cxn modelId="{BC6512E3-F0AA-496E-9AE1-C3F8297764AE}" srcId="{27C1DB09-FD1B-4B38-AF74-5FA851191B04}" destId="{D76A48BB-ECD4-4907-B0F0-2F836A0D19F7}" srcOrd="0" destOrd="0" parTransId="{6D4716C6-9B79-4429-91F1-72829C7736B8}" sibTransId="{593A9A60-7020-4B6A-8A59-C9A4FCB2EC55}"/>
    <dgm:cxn modelId="{CA106BE6-7107-BF4D-B713-8C6897225DDF}" type="presOf" srcId="{B7ED7FCA-F89B-4A99-A805-5C13BB7D39C2}" destId="{7941900E-FC26-4A14-A1EA-A0342E94C022}" srcOrd="0" destOrd="0" presId="urn:microsoft.com/office/officeart/2016/7/layout/AccentHomeChevronProcess"/>
    <dgm:cxn modelId="{60CFEEE6-C039-3247-B389-D7D0B2E68B1B}" type="presOf" srcId="{3E3C997A-5719-46CE-9FC3-51F57667DC03}" destId="{367CE3BC-DB81-424B-8949-8ADBA834CDB1}" srcOrd="0" destOrd="0" presId="urn:microsoft.com/office/officeart/2016/7/layout/AccentHomeChevronProcess"/>
    <dgm:cxn modelId="{F2AEB8F4-4FCD-D44B-BCB5-7AA46C2C0E5A}" type="presOf" srcId="{0EF9CFD8-BEC1-4031-88B7-C345712B5C62}" destId="{83A2C26F-D42F-4967-9327-6B655C9E0CD5}" srcOrd="0" destOrd="0" presId="urn:microsoft.com/office/officeart/2016/7/layout/AccentHomeChevronProcess"/>
    <dgm:cxn modelId="{B8878DFC-E198-F648-BB39-6763C53B27FC}" type="presOf" srcId="{E19BEDDA-B496-404E-89E5-832881D3612A}" destId="{F02D5B6D-BDCF-4E55-876C-1BF8146181F2}" srcOrd="0" destOrd="0" presId="urn:microsoft.com/office/officeart/2016/7/layout/AccentHomeChevronProcess"/>
    <dgm:cxn modelId="{DAEFE732-2616-D547-83BF-4D93E39AD1CF}" type="presParOf" srcId="{99BA40BB-6BCA-4DF4-B570-FAD22E30D497}" destId="{8BFF23BE-BA4D-4854-91A4-BABAEEDC3F13}" srcOrd="0" destOrd="0" presId="urn:microsoft.com/office/officeart/2016/7/layout/AccentHomeChevronProcess"/>
    <dgm:cxn modelId="{02F865BB-1313-2F49-955F-1F660B186B74}" type="presParOf" srcId="{8BFF23BE-BA4D-4854-91A4-BABAEEDC3F13}" destId="{B00F979E-2BB4-4097-A4B3-53B70AFF481E}" srcOrd="0" destOrd="0" presId="urn:microsoft.com/office/officeart/2016/7/layout/AccentHomeChevronProcess"/>
    <dgm:cxn modelId="{76F3D642-54BF-F544-96EF-F242F89F950A}" type="presParOf" srcId="{8BFF23BE-BA4D-4854-91A4-BABAEEDC3F13}" destId="{4DF11071-321C-4225-BC34-CABBCA521A1B}" srcOrd="1" destOrd="0" presId="urn:microsoft.com/office/officeart/2016/7/layout/AccentHomeChevronProcess"/>
    <dgm:cxn modelId="{46CEE9A6-73C3-AE41-B205-EB9570AC00F7}" type="presParOf" srcId="{8BFF23BE-BA4D-4854-91A4-BABAEEDC3F13}" destId="{367CE3BC-DB81-424B-8949-8ADBA834CDB1}" srcOrd="2" destOrd="0" presId="urn:microsoft.com/office/officeart/2016/7/layout/AccentHomeChevronProcess"/>
    <dgm:cxn modelId="{E8718F59-65D0-6A43-94C1-D17A95BDF952}" type="presParOf" srcId="{8BFF23BE-BA4D-4854-91A4-BABAEEDC3F13}" destId="{0382787E-8DE4-4E89-B654-4507998D6CB9}" srcOrd="3" destOrd="0" presId="urn:microsoft.com/office/officeart/2016/7/layout/AccentHomeChevronProcess"/>
    <dgm:cxn modelId="{0AA680F4-9916-C346-85FA-1272346ABADE}" type="presParOf" srcId="{99BA40BB-6BCA-4DF4-B570-FAD22E30D497}" destId="{F171AC0D-FA37-4569-9B03-BEDAD37B474E}" srcOrd="1" destOrd="0" presId="urn:microsoft.com/office/officeart/2016/7/layout/AccentHomeChevronProcess"/>
    <dgm:cxn modelId="{49C71437-B372-8647-AD52-A18F5AC3B9A1}" type="presParOf" srcId="{99BA40BB-6BCA-4DF4-B570-FAD22E30D497}" destId="{8807B742-917B-426E-A089-22DEA9892FD4}" srcOrd="2" destOrd="0" presId="urn:microsoft.com/office/officeart/2016/7/layout/AccentHomeChevronProcess"/>
    <dgm:cxn modelId="{1B55EC98-73EC-7D4A-92F3-BBC95A26581C}" type="presParOf" srcId="{8807B742-917B-426E-A089-22DEA9892FD4}" destId="{648081D6-5C28-4065-B11D-EB9BA1BB7AFA}" srcOrd="0" destOrd="0" presId="urn:microsoft.com/office/officeart/2016/7/layout/AccentHomeChevronProcess"/>
    <dgm:cxn modelId="{18C2A8C7-40AE-2840-B0AA-2ADF00253AB6}" type="presParOf" srcId="{8807B742-917B-426E-A089-22DEA9892FD4}" destId="{F02D5B6D-BDCF-4E55-876C-1BF8146181F2}" srcOrd="1" destOrd="0" presId="urn:microsoft.com/office/officeart/2016/7/layout/AccentHomeChevronProcess"/>
    <dgm:cxn modelId="{FBB55A9A-7952-A449-B039-FF30F0238A9D}" type="presParOf" srcId="{8807B742-917B-426E-A089-22DEA9892FD4}" destId="{D4D68908-3569-42E0-B8B2-C08B6E032E39}" srcOrd="2" destOrd="0" presId="urn:microsoft.com/office/officeart/2016/7/layout/AccentHomeChevronProcess"/>
    <dgm:cxn modelId="{C6342F3E-6978-3B4D-80DE-E633D0E2D735}" type="presParOf" srcId="{8807B742-917B-426E-A089-22DEA9892FD4}" destId="{8CED0A25-B32A-4169-A430-19D03F80ED93}" srcOrd="3" destOrd="0" presId="urn:microsoft.com/office/officeart/2016/7/layout/AccentHomeChevronProcess"/>
    <dgm:cxn modelId="{726EF098-A4B7-F446-A78C-53F857D62DD8}" type="presParOf" srcId="{99BA40BB-6BCA-4DF4-B570-FAD22E30D497}" destId="{53227E87-7D5E-4C05-85DA-702F0CFEAF70}" srcOrd="3" destOrd="0" presId="urn:microsoft.com/office/officeart/2016/7/layout/AccentHomeChevronProcess"/>
    <dgm:cxn modelId="{12F47F9D-65BE-BE42-B33E-BCBDC9BCD2CF}" type="presParOf" srcId="{99BA40BB-6BCA-4DF4-B570-FAD22E30D497}" destId="{C68AD987-D652-4E96-B026-34E4399CA546}" srcOrd="4" destOrd="0" presId="urn:microsoft.com/office/officeart/2016/7/layout/AccentHomeChevronProcess"/>
    <dgm:cxn modelId="{6D244DB7-D176-144A-9F7A-90533B3E51FB}" type="presParOf" srcId="{C68AD987-D652-4E96-B026-34E4399CA546}" destId="{EA15DD9E-13C2-49E5-9FEA-4CB79B7DA303}" srcOrd="0" destOrd="0" presId="urn:microsoft.com/office/officeart/2016/7/layout/AccentHomeChevronProcess"/>
    <dgm:cxn modelId="{66FB99AC-59EB-EA44-BF21-F437D874BEAD}" type="presParOf" srcId="{C68AD987-D652-4E96-B026-34E4399CA546}" destId="{83A2C26F-D42F-4967-9327-6B655C9E0CD5}" srcOrd="1" destOrd="0" presId="urn:microsoft.com/office/officeart/2016/7/layout/AccentHomeChevronProcess"/>
    <dgm:cxn modelId="{545FC3B2-0D9B-804D-B603-DCE53A9CFDE2}" type="presParOf" srcId="{C68AD987-D652-4E96-B026-34E4399CA546}" destId="{8BD0DDFA-4ED8-41B6-86FF-CF6957348554}" srcOrd="2" destOrd="0" presId="urn:microsoft.com/office/officeart/2016/7/layout/AccentHomeChevronProcess"/>
    <dgm:cxn modelId="{86ADFA09-1D5D-6142-93EC-7A0FEFE83305}" type="presParOf" srcId="{C68AD987-D652-4E96-B026-34E4399CA546}" destId="{795C1AD8-2141-4693-BEF4-C9D559C8EA7D}" srcOrd="3" destOrd="0" presId="urn:microsoft.com/office/officeart/2016/7/layout/AccentHomeChevronProcess"/>
    <dgm:cxn modelId="{46044A1F-A04F-DD4B-A27F-4E6747E86CB4}" type="presParOf" srcId="{99BA40BB-6BCA-4DF4-B570-FAD22E30D497}" destId="{FF77384D-7118-4E7F-A8A5-392A607C5522}" srcOrd="5" destOrd="0" presId="urn:microsoft.com/office/officeart/2016/7/layout/AccentHomeChevronProcess"/>
    <dgm:cxn modelId="{696BF261-1889-2246-BDD1-42DC2BFDD125}" type="presParOf" srcId="{99BA40BB-6BCA-4DF4-B570-FAD22E30D497}" destId="{48AFDC24-75A1-4592-AD3B-41DE26FBF807}" srcOrd="6" destOrd="0" presId="urn:microsoft.com/office/officeart/2016/7/layout/AccentHomeChevronProcess"/>
    <dgm:cxn modelId="{59A662AF-DD2F-D94A-9579-3B3E01253DF8}" type="presParOf" srcId="{48AFDC24-75A1-4592-AD3B-41DE26FBF807}" destId="{C2AA67FD-0BB0-49D3-854E-CE40AFEB7F5B}" srcOrd="0" destOrd="0" presId="urn:microsoft.com/office/officeart/2016/7/layout/AccentHomeChevronProcess"/>
    <dgm:cxn modelId="{D564880F-AB5C-B646-A4A5-DAF5F295564D}" type="presParOf" srcId="{48AFDC24-75A1-4592-AD3B-41DE26FBF807}" destId="{7941900E-FC26-4A14-A1EA-A0342E94C022}" srcOrd="1" destOrd="0" presId="urn:microsoft.com/office/officeart/2016/7/layout/AccentHomeChevronProcess"/>
    <dgm:cxn modelId="{2D5CCECE-D19D-F149-AE35-7E4773957F61}" type="presParOf" srcId="{48AFDC24-75A1-4592-AD3B-41DE26FBF807}" destId="{FD4EBF77-1558-47F0-B477-BAA08BAD2367}" srcOrd="2" destOrd="0" presId="urn:microsoft.com/office/officeart/2016/7/layout/AccentHomeChevronProcess"/>
    <dgm:cxn modelId="{5ACE4221-1A58-E84F-8A52-B2F8539ADC37}" type="presParOf" srcId="{48AFDC24-75A1-4592-AD3B-41DE26FBF807}" destId="{DF552CA3-8FCF-4206-9F1F-15F620205CB0}" srcOrd="3" destOrd="0" presId="urn:microsoft.com/office/officeart/2016/7/layout/AccentHomeChevronProcess"/>
    <dgm:cxn modelId="{82A13C82-E82C-794D-9753-71F791D5D9CF}" type="presParOf" srcId="{99BA40BB-6BCA-4DF4-B570-FAD22E30D497}" destId="{65915FB3-AA4B-43ED-A40E-8E1E2C6F6786}" srcOrd="7" destOrd="0" presId="urn:microsoft.com/office/officeart/2016/7/layout/AccentHomeChevronProcess"/>
    <dgm:cxn modelId="{6F0C3126-40FE-3641-94BF-3210FE9961A7}" type="presParOf" srcId="{99BA40BB-6BCA-4DF4-B570-FAD22E30D497}" destId="{59AA6B32-49EF-4892-A7CA-444AA5FEAFE6}" srcOrd="8" destOrd="0" presId="urn:microsoft.com/office/officeart/2016/7/layout/AccentHomeChevronProcess"/>
    <dgm:cxn modelId="{428F9123-9AE9-5745-91E5-217ACE9AC209}" type="presParOf" srcId="{59AA6B32-49EF-4892-A7CA-444AA5FEAFE6}" destId="{9291D6DA-B53D-4618-BFAC-6F5BE1340367}" srcOrd="0" destOrd="0" presId="urn:microsoft.com/office/officeart/2016/7/layout/AccentHomeChevronProcess"/>
    <dgm:cxn modelId="{201E0A19-032C-4C41-81A3-F675153B4BE3}" type="presParOf" srcId="{59AA6B32-49EF-4892-A7CA-444AA5FEAFE6}" destId="{C8B04CCC-114D-40E6-A3D1-9A09D54BB0D3}" srcOrd="1" destOrd="0" presId="urn:microsoft.com/office/officeart/2016/7/layout/AccentHomeChevronProcess"/>
    <dgm:cxn modelId="{E32A32E7-4229-024B-AE79-225C3007D5AE}" type="presParOf" srcId="{59AA6B32-49EF-4892-A7CA-444AA5FEAFE6}" destId="{11D5B3E6-2BEE-4A4E-9014-DB3BE3D048C9}" srcOrd="2" destOrd="0" presId="urn:microsoft.com/office/officeart/2016/7/layout/AccentHomeChevronProcess"/>
    <dgm:cxn modelId="{E9EB9E66-D923-ED43-8FCD-487379CE62C0}" type="presParOf" srcId="{59AA6B32-49EF-4892-A7CA-444AA5FEAFE6}" destId="{CC8037B3-6C82-4962-8DFC-33BDEA4E9C2A}" srcOrd="3" destOrd="0" presId="urn:microsoft.com/office/officeart/2016/7/layout/AccentHomeChevronProcess"/>
    <dgm:cxn modelId="{E2CA955D-0118-CF40-815A-945545A502A0}" type="presParOf" srcId="{99BA40BB-6BCA-4DF4-B570-FAD22E30D497}" destId="{C11AF3BF-BE47-0F41-A07B-AD214BE8E5F0}" srcOrd="9" destOrd="0" presId="urn:microsoft.com/office/officeart/2016/7/layout/AccentHomeChevronProcess"/>
    <dgm:cxn modelId="{204355CE-A952-094A-A98B-771A1B700C36}" type="presParOf" srcId="{99BA40BB-6BCA-4DF4-B570-FAD22E30D497}" destId="{BC96A85C-9F93-FA47-A78E-7A6CF4BBF788}" srcOrd="10" destOrd="0" presId="urn:microsoft.com/office/officeart/2016/7/layout/AccentHomeChevronProcess"/>
    <dgm:cxn modelId="{0B5CD40C-8EFC-CD44-A3AC-BCBB718A6A9E}" type="presParOf" srcId="{BC96A85C-9F93-FA47-A78E-7A6CF4BBF788}" destId="{3F0AE89C-A511-F446-84D2-811F205D8029}" srcOrd="0" destOrd="0" presId="urn:microsoft.com/office/officeart/2016/7/layout/AccentHomeChevronProcess"/>
    <dgm:cxn modelId="{343CA904-72BB-8942-BECE-74B713E70566}" type="presParOf" srcId="{BC96A85C-9F93-FA47-A78E-7A6CF4BBF788}" destId="{6C3F8906-7A18-974A-B662-96FD4ADE677C}" srcOrd="1" destOrd="0" presId="urn:microsoft.com/office/officeart/2016/7/layout/AccentHomeChevronProcess"/>
    <dgm:cxn modelId="{5A11F4F9-4826-5540-9516-98083D4DF74F}" type="presParOf" srcId="{BC96A85C-9F93-FA47-A78E-7A6CF4BBF788}" destId="{D64C92EC-54AE-264E-ACD0-4C6E139211ED}" srcOrd="2" destOrd="0" presId="urn:microsoft.com/office/officeart/2016/7/layout/AccentHomeChevronProcess"/>
    <dgm:cxn modelId="{383AC691-F7AC-0245-A6BF-4A18D9CCD25C}" type="presParOf" srcId="{BC96A85C-9F93-FA47-A78E-7A6CF4BBF788}" destId="{E82B44F7-AC7C-8E4C-ADE7-CE9C06E3FEBE}" srcOrd="3" destOrd="0" presId="urn:microsoft.com/office/officeart/2016/7/layout/AccentHomeChevronProcess"/>
    <dgm:cxn modelId="{4DAA75D0-6F9D-314D-8CA5-72DB5F43195F}" type="presParOf" srcId="{99BA40BB-6BCA-4DF4-B570-FAD22E30D497}" destId="{372C17AA-768D-6F4A-B053-DD4D193EB59C}" srcOrd="11" destOrd="0" presId="urn:microsoft.com/office/officeart/2016/7/layout/AccentHomeChevronProcess"/>
    <dgm:cxn modelId="{9C3DD572-B813-C440-BB28-744D3B969BE9}" type="presParOf" srcId="{99BA40BB-6BCA-4DF4-B570-FAD22E30D497}" destId="{248B51FC-7870-544B-941D-7B04F860D070}" srcOrd="12" destOrd="0" presId="urn:microsoft.com/office/officeart/2016/7/layout/AccentHomeChevronProcess"/>
    <dgm:cxn modelId="{CE87C534-2E8A-A942-A32F-C010530FFA4C}" type="presParOf" srcId="{248B51FC-7870-544B-941D-7B04F860D070}" destId="{C85EB508-4B51-F84D-AA93-F4E079749D8D}" srcOrd="0" destOrd="0" presId="urn:microsoft.com/office/officeart/2016/7/layout/AccentHomeChevronProcess"/>
    <dgm:cxn modelId="{85765143-D708-F843-936C-31D3E0F382E0}" type="presParOf" srcId="{248B51FC-7870-544B-941D-7B04F860D070}" destId="{6BF32758-964E-7C49-86A5-55743B95A3B1}" srcOrd="1" destOrd="0" presId="urn:microsoft.com/office/officeart/2016/7/layout/AccentHomeChevronProcess"/>
    <dgm:cxn modelId="{8DE371FD-4022-4144-A1B3-65A4AE081B41}" type="presParOf" srcId="{248B51FC-7870-544B-941D-7B04F860D070}" destId="{E5D65A69-D54D-B244-ADAE-E3DE213474C3}" srcOrd="2" destOrd="0" presId="urn:microsoft.com/office/officeart/2016/7/layout/AccentHomeChevronProcess"/>
    <dgm:cxn modelId="{AB1EF299-C64D-094A-BACF-DD93CA0741BC}" type="presParOf" srcId="{248B51FC-7870-544B-941D-7B04F860D070}" destId="{6040062E-C89E-5340-A713-671607A8A5E4}" srcOrd="3" destOrd="0" presId="urn:microsoft.com/office/officeart/2016/7/layout/AccentHomeChevronProcess"/>
    <dgm:cxn modelId="{9F8F211D-288D-4942-B890-8E52BF539BF0}" type="presParOf" srcId="{99BA40BB-6BCA-4DF4-B570-FAD22E30D497}" destId="{1042C49B-9980-8A47-B120-672EDB818DB3}" srcOrd="13" destOrd="0" presId="urn:microsoft.com/office/officeart/2016/7/layout/AccentHomeChevronProcess"/>
    <dgm:cxn modelId="{8BA2E16B-2ACF-064A-BA58-3D7F3B0BB12F}" type="presParOf" srcId="{99BA40BB-6BCA-4DF4-B570-FAD22E30D497}" destId="{19FCE8E4-D6B5-694F-ACEA-EEE690E01B0A}" srcOrd="14" destOrd="0" presId="urn:microsoft.com/office/officeart/2016/7/layout/AccentHomeChevronProcess"/>
    <dgm:cxn modelId="{4A50782F-2E29-824C-8890-0BB4B850F33A}" type="presParOf" srcId="{19FCE8E4-D6B5-694F-ACEA-EEE690E01B0A}" destId="{B099BB94-E037-0642-823A-991B9378E645}" srcOrd="0" destOrd="0" presId="urn:microsoft.com/office/officeart/2016/7/layout/AccentHomeChevronProcess"/>
    <dgm:cxn modelId="{3ED8172C-0FA9-C443-9363-5CCD1F3E4F9C}" type="presParOf" srcId="{19FCE8E4-D6B5-694F-ACEA-EEE690E01B0A}" destId="{2A1661C2-E503-1643-A7EE-02DF559AAE9A}" srcOrd="1" destOrd="0" presId="urn:microsoft.com/office/officeart/2016/7/layout/AccentHomeChevronProcess"/>
    <dgm:cxn modelId="{AFD90BA1-EECA-4F49-B1E2-73BBCAA41F2E}" type="presParOf" srcId="{19FCE8E4-D6B5-694F-ACEA-EEE690E01B0A}" destId="{A06C58D2-7D95-E741-B412-07C27FBAA1D4}" srcOrd="2" destOrd="0" presId="urn:microsoft.com/office/officeart/2016/7/layout/AccentHomeChevronProcess"/>
    <dgm:cxn modelId="{67A8886B-6A26-4848-A38B-7749DE02884B}" type="presParOf" srcId="{19FCE8E4-D6B5-694F-ACEA-EEE690E01B0A}" destId="{52A588AA-5401-584C-82DA-007142D7EDC8}" srcOrd="3" destOrd="0" presId="urn:microsoft.com/office/officeart/2016/7/layout/AccentHomeChevron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0F979E-2BB4-4097-A4B3-53B70AFF481E}">
      <dsp:nvSpPr>
        <dsp:cNvPr id="0" name=""/>
        <dsp:cNvSpPr/>
      </dsp:nvSpPr>
      <dsp:spPr>
        <a:xfrm rot="5400000">
          <a:off x="-801108" y="1570649"/>
          <a:ext cx="1722612" cy="112523"/>
        </a:xfrm>
        <a:prstGeom prst="corner">
          <a:avLst>
            <a:gd name="adj1" fmla="val 1000"/>
            <a:gd name="adj2" fmla="val 1000"/>
          </a:avLst>
        </a:prstGeom>
        <a:solidFill>
          <a:schemeClr val="lt1">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DF11071-321C-4225-BC34-CABBCA521A1B}">
      <dsp:nvSpPr>
        <dsp:cNvPr id="0" name=""/>
        <dsp:cNvSpPr/>
      </dsp:nvSpPr>
      <dsp:spPr>
        <a:xfrm>
          <a:off x="3935" y="2488217"/>
          <a:ext cx="1406538" cy="574204"/>
        </a:xfrm>
        <a:prstGeom prst="homePlate">
          <a:avLst>
            <a:gd name="adj" fmla="val 25000"/>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254000" rIns="127000" bIns="254000" numCol="1" spcCol="1270" anchor="ctr" anchorCtr="0">
          <a:noAutofit/>
        </a:bodyPr>
        <a:lstStyle/>
        <a:p>
          <a:pPr marL="0" lvl="0" indent="0" algn="ctr" defTabSz="889000">
            <a:lnSpc>
              <a:spcPct val="90000"/>
            </a:lnSpc>
            <a:spcBef>
              <a:spcPct val="0"/>
            </a:spcBef>
            <a:spcAft>
              <a:spcPct val="35000"/>
            </a:spcAft>
            <a:buNone/>
          </a:pPr>
          <a:endParaRPr lang="en-US" sz="2000" b="1" kern="1200">
            <a:latin typeface="Calibri"/>
            <a:ea typeface="Calibri"/>
            <a:cs typeface="Calibri"/>
          </a:endParaRPr>
        </a:p>
      </dsp:txBody>
      <dsp:txXfrm>
        <a:off x="3935" y="2488217"/>
        <a:ext cx="1334763" cy="574204"/>
      </dsp:txXfrm>
    </dsp:sp>
    <dsp:sp modelId="{367CE3BC-DB81-424B-8949-8ADBA834CDB1}">
      <dsp:nvSpPr>
        <dsp:cNvPr id="0" name=""/>
        <dsp:cNvSpPr/>
      </dsp:nvSpPr>
      <dsp:spPr>
        <a:xfrm>
          <a:off x="116458" y="833119"/>
          <a:ext cx="1142109" cy="11476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pPr>
          <a:r>
            <a:rPr lang="en-US" sz="1400" b="1" kern="1200">
              <a:latin typeface="Calibri"/>
              <a:ea typeface="Calibri"/>
              <a:cs typeface="Calibri"/>
            </a:rPr>
            <a:t>Background</a:t>
          </a:r>
        </a:p>
      </dsp:txBody>
      <dsp:txXfrm>
        <a:off x="116458" y="833119"/>
        <a:ext cx="1142109" cy="1147691"/>
      </dsp:txXfrm>
    </dsp:sp>
    <dsp:sp modelId="{648081D6-5C28-4065-B11D-EB9BA1BB7AFA}">
      <dsp:nvSpPr>
        <dsp:cNvPr id="0" name=""/>
        <dsp:cNvSpPr/>
      </dsp:nvSpPr>
      <dsp:spPr>
        <a:xfrm rot="5400000">
          <a:off x="506971" y="1570649"/>
          <a:ext cx="1722612" cy="112523"/>
        </a:xfrm>
        <a:prstGeom prst="corner">
          <a:avLst>
            <a:gd name="adj1" fmla="val 1000"/>
            <a:gd name="adj2" fmla="val 1000"/>
          </a:avLst>
        </a:prstGeom>
        <a:solidFill>
          <a:schemeClr val="lt1">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02D5B6D-BDCF-4E55-876C-1BF8146181F2}">
      <dsp:nvSpPr>
        <dsp:cNvPr id="0" name=""/>
        <dsp:cNvSpPr/>
      </dsp:nvSpPr>
      <dsp:spPr>
        <a:xfrm>
          <a:off x="1312016" y="2488217"/>
          <a:ext cx="1406538" cy="574204"/>
        </a:xfrm>
        <a:prstGeom prst="chevron">
          <a:avLst>
            <a:gd name="adj" fmla="val 25000"/>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177800" rIns="88900" bIns="177800" numCol="1" spcCol="1270" anchor="ctr" anchorCtr="0">
          <a:noAutofit/>
        </a:bodyPr>
        <a:lstStyle/>
        <a:p>
          <a:pPr marL="0" lvl="0" indent="0" algn="ctr" defTabSz="622300">
            <a:lnSpc>
              <a:spcPct val="90000"/>
            </a:lnSpc>
            <a:spcBef>
              <a:spcPct val="0"/>
            </a:spcBef>
            <a:spcAft>
              <a:spcPct val="35000"/>
            </a:spcAft>
            <a:buNone/>
          </a:pPr>
          <a:endParaRPr lang="en-US" sz="1400" b="1" kern="1200">
            <a:latin typeface="Calibri"/>
            <a:ea typeface="Calibri"/>
            <a:cs typeface="Calibri"/>
          </a:endParaRPr>
        </a:p>
      </dsp:txBody>
      <dsp:txXfrm>
        <a:off x="1455567" y="2488217"/>
        <a:ext cx="1119436" cy="574204"/>
      </dsp:txXfrm>
    </dsp:sp>
    <dsp:sp modelId="{D4D68908-3569-42E0-B8B2-C08B6E032E39}">
      <dsp:nvSpPr>
        <dsp:cNvPr id="0" name=""/>
        <dsp:cNvSpPr/>
      </dsp:nvSpPr>
      <dsp:spPr>
        <a:xfrm>
          <a:off x="1424539" y="833119"/>
          <a:ext cx="1142109" cy="11476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pPr>
          <a:r>
            <a:rPr lang="en-US" sz="1400" b="1" kern="1200">
              <a:latin typeface="Calibri"/>
              <a:ea typeface="Calibri"/>
              <a:cs typeface="Calibri"/>
            </a:rPr>
            <a:t>Con-Ops</a:t>
          </a:r>
        </a:p>
      </dsp:txBody>
      <dsp:txXfrm>
        <a:off x="1424539" y="833119"/>
        <a:ext cx="1142109" cy="1147691"/>
      </dsp:txXfrm>
    </dsp:sp>
    <dsp:sp modelId="{EA15DD9E-13C2-49E5-9FEA-4CB79B7DA303}">
      <dsp:nvSpPr>
        <dsp:cNvPr id="0" name=""/>
        <dsp:cNvSpPr/>
      </dsp:nvSpPr>
      <dsp:spPr>
        <a:xfrm rot="5400000">
          <a:off x="1815052" y="1570649"/>
          <a:ext cx="1722612" cy="112523"/>
        </a:xfrm>
        <a:prstGeom prst="corner">
          <a:avLst>
            <a:gd name="adj1" fmla="val 1000"/>
            <a:gd name="adj2" fmla="val 1000"/>
          </a:avLst>
        </a:prstGeom>
        <a:solidFill>
          <a:schemeClr val="lt1">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3A2C26F-D42F-4967-9327-6B655C9E0CD5}">
      <dsp:nvSpPr>
        <dsp:cNvPr id="0" name=""/>
        <dsp:cNvSpPr/>
      </dsp:nvSpPr>
      <dsp:spPr>
        <a:xfrm>
          <a:off x="2620096" y="2488217"/>
          <a:ext cx="1406538" cy="574204"/>
        </a:xfrm>
        <a:prstGeom prst="chevron">
          <a:avLst>
            <a:gd name="adj" fmla="val 25000"/>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177800" rIns="88900" bIns="177800" numCol="1" spcCol="1270" anchor="ctr" anchorCtr="0">
          <a:noAutofit/>
        </a:bodyPr>
        <a:lstStyle/>
        <a:p>
          <a:pPr marL="0" lvl="0" indent="0" algn="ctr" defTabSz="622300">
            <a:lnSpc>
              <a:spcPct val="90000"/>
            </a:lnSpc>
            <a:spcBef>
              <a:spcPct val="0"/>
            </a:spcBef>
            <a:spcAft>
              <a:spcPct val="35000"/>
            </a:spcAft>
            <a:buNone/>
          </a:pPr>
          <a:endParaRPr lang="en-US" sz="1400" b="1" kern="1200">
            <a:latin typeface="Calibri"/>
            <a:ea typeface="Calibri"/>
            <a:cs typeface="Calibri"/>
          </a:endParaRPr>
        </a:p>
      </dsp:txBody>
      <dsp:txXfrm>
        <a:off x="2763647" y="2488217"/>
        <a:ext cx="1119436" cy="574204"/>
      </dsp:txXfrm>
    </dsp:sp>
    <dsp:sp modelId="{8BD0DDFA-4ED8-41B6-86FF-CF6957348554}">
      <dsp:nvSpPr>
        <dsp:cNvPr id="0" name=""/>
        <dsp:cNvSpPr/>
      </dsp:nvSpPr>
      <dsp:spPr>
        <a:xfrm>
          <a:off x="2732620" y="833119"/>
          <a:ext cx="1142109" cy="11476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pPr>
          <a:r>
            <a:rPr lang="en-US" sz="1400" b="1" kern="1200">
              <a:latin typeface="Calibri"/>
              <a:ea typeface="Calibri"/>
              <a:cs typeface="Calibri"/>
            </a:rPr>
            <a:t>Block Diagrams</a:t>
          </a:r>
        </a:p>
      </dsp:txBody>
      <dsp:txXfrm>
        <a:off x="2732620" y="833119"/>
        <a:ext cx="1142109" cy="1147691"/>
      </dsp:txXfrm>
    </dsp:sp>
    <dsp:sp modelId="{C2AA67FD-0BB0-49D3-854E-CE40AFEB7F5B}">
      <dsp:nvSpPr>
        <dsp:cNvPr id="0" name=""/>
        <dsp:cNvSpPr/>
      </dsp:nvSpPr>
      <dsp:spPr>
        <a:xfrm rot="5400000">
          <a:off x="3123133" y="1570649"/>
          <a:ext cx="1722612" cy="112523"/>
        </a:xfrm>
        <a:prstGeom prst="corner">
          <a:avLst>
            <a:gd name="adj1" fmla="val 1000"/>
            <a:gd name="adj2" fmla="val 1000"/>
          </a:avLst>
        </a:prstGeom>
        <a:solidFill>
          <a:schemeClr val="lt1">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941900E-FC26-4A14-A1EA-A0342E94C022}">
      <dsp:nvSpPr>
        <dsp:cNvPr id="0" name=""/>
        <dsp:cNvSpPr/>
      </dsp:nvSpPr>
      <dsp:spPr>
        <a:xfrm>
          <a:off x="3928177" y="2488217"/>
          <a:ext cx="1406538" cy="574204"/>
        </a:xfrm>
        <a:prstGeom prst="chevron">
          <a:avLst>
            <a:gd name="adj" fmla="val 25000"/>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177800" rIns="88900" bIns="177800" numCol="1" spcCol="1270" anchor="ctr" anchorCtr="0">
          <a:noAutofit/>
        </a:bodyPr>
        <a:lstStyle/>
        <a:p>
          <a:pPr marL="0" lvl="0" indent="0" algn="ctr" defTabSz="622300">
            <a:lnSpc>
              <a:spcPct val="90000"/>
            </a:lnSpc>
            <a:spcBef>
              <a:spcPct val="0"/>
            </a:spcBef>
            <a:spcAft>
              <a:spcPct val="35000"/>
            </a:spcAft>
            <a:buNone/>
          </a:pPr>
          <a:endParaRPr lang="en-US" sz="1400" b="1" kern="1200">
            <a:latin typeface="Calibri"/>
            <a:ea typeface="Calibri"/>
            <a:cs typeface="Calibri"/>
          </a:endParaRPr>
        </a:p>
      </dsp:txBody>
      <dsp:txXfrm>
        <a:off x="4071728" y="2488217"/>
        <a:ext cx="1119436" cy="574204"/>
      </dsp:txXfrm>
    </dsp:sp>
    <dsp:sp modelId="{FD4EBF77-1558-47F0-B477-BAA08BAD2367}">
      <dsp:nvSpPr>
        <dsp:cNvPr id="0" name=""/>
        <dsp:cNvSpPr/>
      </dsp:nvSpPr>
      <dsp:spPr>
        <a:xfrm>
          <a:off x="4040700" y="833119"/>
          <a:ext cx="1142109" cy="11476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pPr>
          <a:r>
            <a:rPr lang="en-US" sz="1400" b="1" kern="1200">
              <a:latin typeface="Calibri"/>
              <a:ea typeface="Calibri"/>
              <a:cs typeface="Calibri"/>
            </a:rPr>
            <a:t>Key Requirements</a:t>
          </a:r>
        </a:p>
      </dsp:txBody>
      <dsp:txXfrm>
        <a:off x="4040700" y="833119"/>
        <a:ext cx="1142109" cy="1147691"/>
      </dsp:txXfrm>
    </dsp:sp>
    <dsp:sp modelId="{9291D6DA-B53D-4618-BFAC-6F5BE1340367}">
      <dsp:nvSpPr>
        <dsp:cNvPr id="0" name=""/>
        <dsp:cNvSpPr/>
      </dsp:nvSpPr>
      <dsp:spPr>
        <a:xfrm rot="5400000">
          <a:off x="4431213" y="1570649"/>
          <a:ext cx="1722612" cy="112523"/>
        </a:xfrm>
        <a:prstGeom prst="corner">
          <a:avLst>
            <a:gd name="adj1" fmla="val 1000"/>
            <a:gd name="adj2" fmla="val 1000"/>
          </a:avLst>
        </a:prstGeom>
        <a:solidFill>
          <a:schemeClr val="lt1">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8B04CCC-114D-40E6-A3D1-9A09D54BB0D3}">
      <dsp:nvSpPr>
        <dsp:cNvPr id="0" name=""/>
        <dsp:cNvSpPr/>
      </dsp:nvSpPr>
      <dsp:spPr>
        <a:xfrm>
          <a:off x="5236258" y="2488217"/>
          <a:ext cx="1406538" cy="574204"/>
        </a:xfrm>
        <a:prstGeom prst="chevron">
          <a:avLst>
            <a:gd name="adj" fmla="val 25000"/>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177800" rIns="88900" bIns="177800" numCol="1" spcCol="1270" anchor="ctr" anchorCtr="0">
          <a:noAutofit/>
        </a:bodyPr>
        <a:lstStyle/>
        <a:p>
          <a:pPr marL="0" lvl="0" indent="0" algn="ctr" defTabSz="622300">
            <a:lnSpc>
              <a:spcPct val="90000"/>
            </a:lnSpc>
            <a:spcBef>
              <a:spcPct val="0"/>
            </a:spcBef>
            <a:spcAft>
              <a:spcPct val="35000"/>
            </a:spcAft>
            <a:buNone/>
          </a:pPr>
          <a:endParaRPr lang="en-US" sz="1400" b="1" kern="1200">
            <a:latin typeface="Calibri"/>
            <a:ea typeface="Calibri"/>
            <a:cs typeface="Calibri"/>
          </a:endParaRPr>
        </a:p>
      </dsp:txBody>
      <dsp:txXfrm>
        <a:off x="5379809" y="2488217"/>
        <a:ext cx="1119436" cy="574204"/>
      </dsp:txXfrm>
    </dsp:sp>
    <dsp:sp modelId="{11D5B3E6-2BEE-4A4E-9014-DB3BE3D048C9}">
      <dsp:nvSpPr>
        <dsp:cNvPr id="0" name=""/>
        <dsp:cNvSpPr/>
      </dsp:nvSpPr>
      <dsp:spPr>
        <a:xfrm>
          <a:off x="5348781" y="833119"/>
          <a:ext cx="1142109" cy="11476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pPr>
          <a:r>
            <a:rPr lang="en-US" sz="1400" b="1" kern="1200">
              <a:latin typeface="Calibri"/>
              <a:ea typeface="Calibri"/>
              <a:cs typeface="Calibri"/>
            </a:rPr>
            <a:t>Trade Studies</a:t>
          </a:r>
        </a:p>
      </dsp:txBody>
      <dsp:txXfrm>
        <a:off x="5348781" y="833119"/>
        <a:ext cx="1142109" cy="1147691"/>
      </dsp:txXfrm>
    </dsp:sp>
    <dsp:sp modelId="{3F0AE89C-A511-F446-84D2-811F205D8029}">
      <dsp:nvSpPr>
        <dsp:cNvPr id="0" name=""/>
        <dsp:cNvSpPr/>
      </dsp:nvSpPr>
      <dsp:spPr>
        <a:xfrm rot="5400000">
          <a:off x="5739294" y="1570649"/>
          <a:ext cx="1722612" cy="112523"/>
        </a:xfrm>
        <a:prstGeom prst="corner">
          <a:avLst>
            <a:gd name="adj1" fmla="val 1000"/>
            <a:gd name="adj2" fmla="val 1000"/>
          </a:avLst>
        </a:prstGeom>
        <a:solidFill>
          <a:schemeClr val="lt1">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C3F8906-7A18-974A-B662-96FD4ADE677C}">
      <dsp:nvSpPr>
        <dsp:cNvPr id="0" name=""/>
        <dsp:cNvSpPr/>
      </dsp:nvSpPr>
      <dsp:spPr>
        <a:xfrm>
          <a:off x="6544338" y="2488217"/>
          <a:ext cx="1406538" cy="574204"/>
        </a:xfrm>
        <a:prstGeom prst="chevron">
          <a:avLst>
            <a:gd name="adj" fmla="val 25000"/>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177800" rIns="88900" bIns="177800" numCol="1" spcCol="1270" anchor="ctr" anchorCtr="0">
          <a:noAutofit/>
        </a:bodyPr>
        <a:lstStyle/>
        <a:p>
          <a:pPr marL="0" lvl="0" indent="0" algn="ctr" defTabSz="622300">
            <a:lnSpc>
              <a:spcPct val="90000"/>
            </a:lnSpc>
            <a:spcBef>
              <a:spcPct val="0"/>
            </a:spcBef>
            <a:spcAft>
              <a:spcPct val="35000"/>
            </a:spcAft>
            <a:buNone/>
          </a:pPr>
          <a:r>
            <a:rPr lang="en-US" sz="1400" kern="1200"/>
            <a:t> </a:t>
          </a:r>
        </a:p>
      </dsp:txBody>
      <dsp:txXfrm>
        <a:off x="6687889" y="2488217"/>
        <a:ext cx="1119436" cy="574204"/>
      </dsp:txXfrm>
    </dsp:sp>
    <dsp:sp modelId="{D64C92EC-54AE-264E-ACD0-4C6E139211ED}">
      <dsp:nvSpPr>
        <dsp:cNvPr id="0" name=""/>
        <dsp:cNvSpPr/>
      </dsp:nvSpPr>
      <dsp:spPr>
        <a:xfrm>
          <a:off x="6656861" y="833119"/>
          <a:ext cx="1142109" cy="11476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pPr>
          <a:r>
            <a:rPr lang="en-US" sz="1400" b="1" kern="1200"/>
            <a:t>Current Design Space</a:t>
          </a:r>
        </a:p>
      </dsp:txBody>
      <dsp:txXfrm>
        <a:off x="6656861" y="833119"/>
        <a:ext cx="1142109" cy="1147691"/>
      </dsp:txXfrm>
    </dsp:sp>
    <dsp:sp modelId="{C85EB508-4B51-F84D-AA93-F4E079749D8D}">
      <dsp:nvSpPr>
        <dsp:cNvPr id="0" name=""/>
        <dsp:cNvSpPr/>
      </dsp:nvSpPr>
      <dsp:spPr>
        <a:xfrm rot="5400000">
          <a:off x="7047374" y="1570649"/>
          <a:ext cx="1722612" cy="112523"/>
        </a:xfrm>
        <a:prstGeom prst="corner">
          <a:avLst>
            <a:gd name="adj1" fmla="val 1000"/>
            <a:gd name="adj2" fmla="val 1000"/>
          </a:avLst>
        </a:prstGeom>
        <a:solidFill>
          <a:schemeClr val="lt1">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BF32758-964E-7C49-86A5-55743B95A3B1}">
      <dsp:nvSpPr>
        <dsp:cNvPr id="0" name=""/>
        <dsp:cNvSpPr/>
      </dsp:nvSpPr>
      <dsp:spPr>
        <a:xfrm>
          <a:off x="7852419" y="2488217"/>
          <a:ext cx="1406538" cy="574204"/>
        </a:xfrm>
        <a:prstGeom prst="chevron">
          <a:avLst>
            <a:gd name="adj" fmla="val 25000"/>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177800" rIns="88900" bIns="177800" numCol="1" spcCol="1270" anchor="ctr" anchorCtr="0">
          <a:noAutofit/>
        </a:bodyPr>
        <a:lstStyle/>
        <a:p>
          <a:pPr marL="0" lvl="0" indent="0" algn="ctr" defTabSz="622300">
            <a:lnSpc>
              <a:spcPct val="90000"/>
            </a:lnSpc>
            <a:spcBef>
              <a:spcPct val="0"/>
            </a:spcBef>
            <a:spcAft>
              <a:spcPct val="35000"/>
            </a:spcAft>
            <a:buNone/>
          </a:pPr>
          <a:endParaRPr lang="en-US" sz="1400" b="1" kern="1200"/>
        </a:p>
      </dsp:txBody>
      <dsp:txXfrm>
        <a:off x="7995970" y="2488217"/>
        <a:ext cx="1119436" cy="574204"/>
      </dsp:txXfrm>
    </dsp:sp>
    <dsp:sp modelId="{E5D65A69-D54D-B244-ADAE-E3DE213474C3}">
      <dsp:nvSpPr>
        <dsp:cNvPr id="0" name=""/>
        <dsp:cNvSpPr/>
      </dsp:nvSpPr>
      <dsp:spPr>
        <a:xfrm>
          <a:off x="7964942" y="833119"/>
          <a:ext cx="1142109" cy="11476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pPr>
          <a:r>
            <a:rPr lang="en-US" sz="1400" b="1" kern="1200"/>
            <a:t>Modeling and Prototyping Plan</a:t>
          </a:r>
        </a:p>
      </dsp:txBody>
      <dsp:txXfrm>
        <a:off x="7964942" y="833119"/>
        <a:ext cx="1142109" cy="1147691"/>
      </dsp:txXfrm>
    </dsp:sp>
    <dsp:sp modelId="{B099BB94-E037-0642-823A-991B9378E645}">
      <dsp:nvSpPr>
        <dsp:cNvPr id="0" name=""/>
        <dsp:cNvSpPr/>
      </dsp:nvSpPr>
      <dsp:spPr>
        <a:xfrm rot="5400000">
          <a:off x="8355455" y="1570649"/>
          <a:ext cx="1722612" cy="112523"/>
        </a:xfrm>
        <a:prstGeom prst="corner">
          <a:avLst>
            <a:gd name="adj1" fmla="val 1000"/>
            <a:gd name="adj2" fmla="val 1000"/>
          </a:avLst>
        </a:prstGeom>
        <a:solidFill>
          <a:schemeClr val="lt1">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A1661C2-E503-1643-A7EE-02DF559AAE9A}">
      <dsp:nvSpPr>
        <dsp:cNvPr id="0" name=""/>
        <dsp:cNvSpPr/>
      </dsp:nvSpPr>
      <dsp:spPr>
        <a:xfrm>
          <a:off x="9160499" y="2488217"/>
          <a:ext cx="1406538" cy="574204"/>
        </a:xfrm>
        <a:prstGeom prst="chevron">
          <a:avLst>
            <a:gd name="adj" fmla="val 25000"/>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177800" rIns="88900" bIns="177800" numCol="1" spcCol="1270" anchor="ctr" anchorCtr="0">
          <a:noAutofit/>
        </a:bodyPr>
        <a:lstStyle/>
        <a:p>
          <a:pPr marL="0" lvl="0" indent="0" algn="ctr" defTabSz="622300">
            <a:lnSpc>
              <a:spcPct val="90000"/>
            </a:lnSpc>
            <a:spcBef>
              <a:spcPct val="0"/>
            </a:spcBef>
            <a:spcAft>
              <a:spcPct val="35000"/>
            </a:spcAft>
            <a:buNone/>
          </a:pPr>
          <a:endParaRPr lang="en-US" sz="1400" b="1" kern="1200"/>
        </a:p>
      </dsp:txBody>
      <dsp:txXfrm>
        <a:off x="9304050" y="2488217"/>
        <a:ext cx="1119436" cy="574204"/>
      </dsp:txXfrm>
    </dsp:sp>
    <dsp:sp modelId="{A06C58D2-7D95-E741-B412-07C27FBAA1D4}">
      <dsp:nvSpPr>
        <dsp:cNvPr id="0" name=""/>
        <dsp:cNvSpPr/>
      </dsp:nvSpPr>
      <dsp:spPr>
        <a:xfrm>
          <a:off x="9273023" y="833119"/>
          <a:ext cx="1142109" cy="11476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pPr>
          <a:r>
            <a:rPr lang="en-US" sz="1400" b="1" kern="1200"/>
            <a:t>Q &amp; A</a:t>
          </a:r>
        </a:p>
      </dsp:txBody>
      <dsp:txXfrm>
        <a:off x="9273023" y="833119"/>
        <a:ext cx="1142109" cy="1147691"/>
      </dsp:txXfrm>
    </dsp:sp>
  </dsp:spTree>
</dsp:drawing>
</file>

<file path=ppt/diagrams/layout1.xml><?xml version="1.0" encoding="utf-8"?>
<dgm:layoutDef xmlns:dgm="http://schemas.openxmlformats.org/drawingml/2006/diagram" xmlns:a="http://schemas.openxmlformats.org/drawingml/2006/main" uniqueId="urn:microsoft.com/office/officeart/2016/7/layout/AccentHomeChevronProcess">
  <dgm:title val="Accent Home Chevron Process"/>
  <dgm:desc val="Use to show a progression; a timeline; sequential steps in a task, process, or workflow; or to emphasize movement or direction. Level 1 text appears inside an chevron shape, except the first shape which comes in a home shape, while Level 2 text appears above the invisible rectangle shapes."/>
  <dgm:catLst>
    <dgm:cat type="process" pri="500"/>
    <dgm:cat type="timeline"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contrsBasedOnsibTransCount">
      <dgm:if name="oneSibTrans" axis="ch" ptType="sibTrans" func="cnt" op="equ" val="1">
        <dgm:constrLst>
          <dgm:constr type="h" for="ch" forName="composite" refType="h" fact="0.6"/>
          <dgm:constr type="w" for="ch" forName="composite" refType="w"/>
          <dgm:constr type="primFontSz" for="des" forName="parTx" val="20"/>
          <dgm:constr type="primFontSz" for="des" forName="desTx" refType="primFontSz" refFor="des" refForName="parTx" op="lte"/>
          <dgm:constr type="primFontSz" for="des" forName="parTx" op="equ"/>
          <dgm:constr type="primFontSz" for="des" forName="desTx" op="equ"/>
          <dgm:constr type="w" for="ch" forName="space" refType="w" refFor="ch" refForName="composite" fact="-0.02"/>
          <dgm:constr type="w" for="ch" ptType="sibTrans" op="equ"/>
        </dgm:constrLst>
      </dgm:if>
      <dgm:else name="moreThanOneSibTrans">
        <dgm:choose name="contrsForMoreThanOneSibTrans">
          <dgm:if name="twoSibTrans" axis="ch" ptType="sibTrans" func="cnt" op="equ" val="2">
            <dgm:constrLst>
              <dgm:constr type="h" for="ch" forName="composite" refType="h" fact="0.6"/>
              <dgm:constr type="w" for="ch" forName="composite" refType="w"/>
              <dgm:constr type="primFontSz" for="des" forName="parTx" val="20"/>
              <dgm:constr type="primFontSz" for="des" forName="desTx" refType="primFontSz" refFor="des" refForName="parTx" op="lte"/>
              <dgm:constr type="primFontSz" for="des" forName="parTx" op="equ"/>
              <dgm:constr type="primFontSz" for="des" forName="desTx" op="equ"/>
              <dgm:constr type="w" for="ch" forName="space" refType="w" refFor="ch" refForName="composite" fact="-0.03"/>
              <dgm:constr type="w" for="ch" ptType="sibTrans" op="equ"/>
            </dgm:constrLst>
          </dgm:if>
          <dgm:else name="moreThanTwoSibTrans">
            <dgm:choose name="contrsForMoreThanTwoSibTrans">
              <dgm:if name="threeSibTrans" axis="ch" ptType="sibTrans" func="cnt" op="equ" val="3">
                <dgm:constrLst>
                  <dgm:constr type="h" for="ch" forName="composite" refType="h" fact="0.6"/>
                  <dgm:constr type="w" for="ch" forName="composite" refType="w"/>
                  <dgm:constr type="primFontSz" for="des" forName="parTx" val="20"/>
                  <dgm:constr type="primFontSz" for="des" forName="desTx" refType="primFontSz" refFor="des" refForName="parTx" op="lte"/>
                  <dgm:constr type="primFontSz" for="des" forName="parTx" op="equ"/>
                  <dgm:constr type="primFontSz" for="des" forName="desTx" op="equ"/>
                  <dgm:constr type="w" for="ch" forName="space" refType="w" refFor="ch" refForName="composite" fact="-0.04"/>
                  <dgm:constr type="w" for="ch" ptType="sibTrans" op="equ"/>
                </dgm:constrLst>
              </dgm:if>
              <dgm:else name="moreThanThreeSibTrans">
                <dgm:choose name="contrsForMoreThanThreeSibTrans">
                  <dgm:if name="fourToSixSibTrans" axis="ch" ptType="sibTrans" func="cnt" op="lte" val="6">
                    <dgm:constrLst>
                      <dgm:constr type="h" for="ch" forName="composite" refType="h" fact="0.6"/>
                      <dgm:constr type="w" for="ch" forName="composite" refType="w"/>
                      <dgm:constr type="primFontSz" for="des" forName="parTx" val="20"/>
                      <dgm:constr type="primFontSz" for="des" forName="desTx" refType="primFontSz" refFor="des" refForName="parTx" op="lte"/>
                      <dgm:constr type="primFontSz" for="des" forName="parTx" op="equ"/>
                      <dgm:constr type="primFontSz" for="des" forName="desTx" op="equ"/>
                      <dgm:constr type="w" for="ch" forName="space" refType="w" refFor="ch" refForName="composite" fact="-0.05"/>
                      <dgm:constr type="w" for="ch" ptType="sibTrans" op="equ"/>
                    </dgm:constrLst>
                  </dgm:if>
                  <dgm:else name="moreThanSixSibTrans">
                    <dgm:choose name="contrsForMoreThanSixSibTrans">
                      <dgm:if name="sevenToEightSibTrans" axis="ch" ptType="sibTrans" func="cnt" op="lte" val="8">
                        <dgm:constrLst>
                          <dgm:constr type="h" for="ch" forName="composite" refType="h" fact="0.6"/>
                          <dgm:constr type="w" for="ch" forName="composite" refType="w"/>
                          <dgm:constr type="primFontSz" for="des" forName="parTx" val="20"/>
                          <dgm:constr type="primFontSz" for="des" forName="desTx" refType="primFontSz" refFor="des" refForName="parTx" op="lte"/>
                          <dgm:constr type="primFontSz" for="des" forName="parTx" op="equ"/>
                          <dgm:constr type="primFontSz" for="des" forName="desTx" op="equ"/>
                          <dgm:constr type="w" for="ch" forName="space" refType="w" refFor="ch" refForName="composite" fact="-0.07"/>
                          <dgm:constr type="w" for="ch" ptType="sibTrans" op="equ"/>
                        </dgm:constrLst>
                      </dgm:if>
                      <dgm:else name="moreThanEightSibTrans">
                        <dgm:constrLst>
                          <dgm:constr type="h" for="ch" forName="composite" refType="h" fact="0.6"/>
                          <dgm:constr type="w" for="ch" forName="composite" refType="w"/>
                          <dgm:constr type="primFontSz" for="des" forName="parTx" val="20"/>
                          <dgm:constr type="primFontSz" for="des" forName="desTx" refType="primFontSz" refFor="des" refForName="parTx" op="lte"/>
                          <dgm:constr type="primFontSz" for="des" forName="parTx" op="equ"/>
                          <dgm:constr type="primFontSz" for="des" forName="desTx" op="equ"/>
                          <dgm:constr type="w" for="ch" forName="space" refType="w" refFor="ch" refForName="composite" fact="-0.09"/>
                          <dgm:constr type="w" for="ch" ptType="sibTrans" op="equ"/>
                        </dgm:constrLst>
                      </dgm:else>
                    </dgm:choose>
                  </dgm:else>
                </dgm:choose>
              </dgm:else>
            </dgm:choose>
          </dgm:else>
        </dgm:choose>
      </dgm:else>
    </dgm:choose>
    <dgm:ruleLst/>
    <dgm:forEach name="Name6" axis="ch" ptType="node">
      <dgm:layoutNode name="composite">
        <dgm:alg type="composite"/>
        <dgm:shape xmlns:r="http://schemas.openxmlformats.org/officeDocument/2006/relationships" r:blip="">
          <dgm:adjLst/>
        </dgm:shape>
        <dgm:presOf/>
        <dgm:choose name="LayoutLTRorRTL">
          <dgm:if name="LayoutLTR" func="var" arg="dir" op="equ" val="norm">
            <dgm:constrLst>
              <dgm:constr type="w" for="ch" forName="L" refType="w" fact="0.08"/>
              <dgm:constr type="h" for="ch" forName="L" refType="h" fact="0.75"/>
              <dgm:constr type="l" for="ch" forName="L"/>
              <dgm:constr type="l" for="ch" forName="parTx"/>
              <dgm:constr type="w" for="ch" forName="parTx" refType="w"/>
              <dgm:constr type="h" for="ch" forName="parTx" refType="h" fact="0.25"/>
              <dgm:constr type="t" for="ch" forName="parTx" refType="b" refFor="ch" refForName="L"/>
              <dgm:constr type="t" for="ch" forName="desTx" refType="w" refFor="ch" refForName="L" fact="0.6"/>
              <dgm:constr type="b" for="ch" forName="desTx" refType="t" refFor="ch" refForName="EmptyPlaceHolder"/>
              <dgm:constr type="l" for="ch" forName="desTx" refType="r" refFor="ch" refForName="L"/>
              <dgm:constr type="w" for="ch" forName="desTx" refType="w" fact="0.812"/>
              <dgm:constr type="w" for="ch" forName="EmptyPlaceHolder" refType="w" fact="0.82"/>
              <dgm:constr type="l" for="ch" forName="EmptyPlaceHolder" refType="r" refFor="ch" refForName="L"/>
              <dgm:constr type="b" for="ch" forName="EmptyPlaceHolder" refType="b" refFor="ch" refForName="L"/>
              <dgm:constr type="h" for="ch" forName="EmptyPlaceHolder" refType="t" refFor="ch" refForName="desTx"/>
            </dgm:constrLst>
          </dgm:if>
          <dgm:else name="LayoutRTL">
            <dgm:constrLst>
              <dgm:constr type="w" for="ch" forName="L" refType="w" fact="0.08"/>
              <dgm:constr type="h" for="ch" forName="L" refType="h" fact="0.75"/>
              <dgm:constr type="r" for="ch" forName="L" refType="w"/>
              <dgm:constr type="r" for="ch" forName="parTx" refType="w"/>
              <dgm:constr type="w" for="ch" forName="parTx" refType="w"/>
              <dgm:constr type="h" for="ch" forName="parTx" refType="h" fact="0.25"/>
              <dgm:constr type="t" for="ch" forName="parTx" refType="b" refFor="ch" refForName="L"/>
              <dgm:constr type="t" for="ch" forName="desTx" refType="w" refFor="ch" refForName="L" fact="0.6"/>
              <dgm:constr type="b" for="ch" forName="desTx" refType="t" refFor="ch" refForName="EmptyPlaceHolder"/>
              <dgm:constr type="r" for="ch" forName="desTx" refType="l" refFor="ch" refForName="L"/>
              <dgm:constr type="w" for="ch" forName="desTx" refType="w" fact="0.812"/>
              <dgm:constr type="w" for="ch" forName="EmptyPlaceHolder" refType="w" fact="0.82"/>
              <dgm:constr type="h" for="ch" forName="EmptyPlaceHolder" refType="w" refFor="ch" refForName="L" fact="0.6"/>
              <dgm:constr type="b" for="ch" forName="EmptyPlaceHolder" refType="b" refFor="ch" refForName="L"/>
            </dgm:constrLst>
          </dgm:else>
        </dgm:choose>
        <dgm:layoutNode name="L" styleLbl="solidFgAcc1" moveWith="parTx">
          <dgm:varLst>
            <dgm:chMax val="0"/>
            <dgm:chPref val="0"/>
          </dgm:varLst>
          <dgm:alg type="sp"/>
          <dgm:choose name="Name310">
            <dgm:if name="Name311" func="var" arg="dir" op="equ" val="norm">
              <dgm:shape xmlns:r="http://schemas.openxmlformats.org/officeDocument/2006/relationships" rot="90" type="corner" r:blip="">
                <dgm:adjLst>
                  <dgm:adj idx="1" val="0.01"/>
                  <dgm:adj idx="2" val="0.01"/>
                </dgm:adjLst>
              </dgm:shape>
            </dgm:if>
            <dgm:else name="Name312">
              <dgm:shape xmlns:r="http://schemas.openxmlformats.org/officeDocument/2006/relationships" rot="180" type="corner" r:blip="">
                <dgm:adjLst>
                  <dgm:adj idx="1" val="0.01"/>
                  <dgm:adj idx="2" val="0.01"/>
                </dgm:adjLst>
              </dgm:shape>
            </dgm:else>
          </dgm:choose>
          <dgm:presOf/>
          <dgm:constrLst/>
          <dgm:ruleLst/>
        </dgm:layoutNode>
        <dgm:layoutNode name="parTx" styleLbl="alignNode1">
          <dgm:varLst>
            <dgm:chMax val="0"/>
            <dgm:chPref val="0"/>
            <dgm:bulletEnabled val="1"/>
          </dgm:varLst>
          <dgm:alg type="tx">
            <dgm:param type="txAnchorVert" val="mid"/>
            <dgm:param type="parTxLTRAlign" val="ctr"/>
            <dgm:param type="parTxRTLAlign" val="ctr"/>
          </dgm:alg>
          <dgm:choose name="MakeFirstNodeHomePlate">
            <dgm:if name="IfFirstNode" axis="self" ptType="node" func="pos" op="equ" val="1">
              <dgm:choose name="Name110">
                <dgm:if name="Name111" func="var" arg="dir" op="equ" val="norm">
                  <dgm:shape xmlns:r="http://schemas.openxmlformats.org/officeDocument/2006/relationships" type="homePlate" r:blip="">
                    <dgm:adjLst>
                      <dgm:adj idx="1" val="0.25"/>
                    </dgm:adjLst>
                  </dgm:shape>
                </dgm:if>
                <dgm:else name="Name112">
                  <dgm:shape xmlns:r="http://schemas.openxmlformats.org/officeDocument/2006/relationships" rot="180" type="homePlate" r:blip="">
                    <dgm:adjLst>
                      <dgm:adj idx="1" val="0.25"/>
                    </dgm:adjLst>
                  </dgm:shape>
                </dgm:else>
              </dgm:choose>
            </dgm:if>
            <dgm:else name="MakeRestOfNodesChevrons">
              <dgm:choose name="Name10">
                <dgm:if name="Name11" func="var" arg="dir" op="equ" val="norm">
                  <dgm:shape xmlns:r="http://schemas.openxmlformats.org/officeDocument/2006/relationships" type="chevron" r:blip="">
                    <dgm:adjLst>
                      <dgm:adj idx="1" val="0.25"/>
                    </dgm:adjLst>
                  </dgm:shape>
                </dgm:if>
                <dgm:else name="Name12">
                  <dgm:shape xmlns:r="http://schemas.openxmlformats.org/officeDocument/2006/relationships" rot="180" type="chevron" r:blip="">
                    <dgm:adjLst>
                      <dgm:adj idx="1" val="0.25"/>
                    </dgm:adjLst>
                  </dgm:shape>
                </dgm:else>
              </dgm:choose>
            </dgm:else>
          </dgm:choose>
          <dgm:presOf axis="self" ptType="node"/>
          <dgm:constrLst>
            <dgm:constr type="tMarg" refType="primFontSz"/>
            <dgm:constr type="bMarg" refType="primFontSz"/>
            <dgm:constr type="lMarg" refType="primFontSz" fact="0.5"/>
            <dgm:constr type="rMarg" refType="primFontSz" fact="0.5"/>
          </dgm:constrLst>
          <dgm:ruleLst>
            <dgm:rule type="primFontSz" val="13" fact="NaN" max="NaN"/>
          </dgm:ruleLst>
        </dgm:layoutNode>
        <dgm:layoutNode name="desTx" styleLbl="revTx" moveWith="parTx">
          <dgm:varLst>
            <dgm:chMax val="0"/>
            <dgm:chPref val="0"/>
            <dgm:bulletEnabled val="1"/>
          </dgm:varLst>
          <dgm:choose name="Name210">
            <dgm:if name="Name211" func="var" arg="dir" op="equ" val="norm">
              <dgm:alg type="tx">
                <dgm:param type="txAnchorVert" val="t"/>
                <dgm:param type="parTxLTRAlign" val="l"/>
                <dgm:param type="shpTxLTRAlignCh" val="l"/>
                <dgm:param type="parTxRTLAlign" val="l"/>
                <dgm:param type="shpTxRTLAlignCh" val="l"/>
              </dgm:alg>
            </dgm:if>
            <dgm:else name="Name212">
              <dgm:alg type="tx">
                <dgm:param type="txAnchorVert" val="t"/>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 ptType="node"/>
          <dgm:constrLst>
            <dgm:constr type="tMarg"/>
            <dgm:constr type="bMarg"/>
            <dgm:constr type="lMarg"/>
            <dgm:constr type="rMarg"/>
          </dgm:constrLst>
          <dgm:ruleLst>
            <dgm:rule type="primFontSz" val="11" fact="NaN" max="NaN"/>
            <dgm:rule type="secFontSz" val="9" fact="NaN" max="NaN"/>
          </dgm:ruleLst>
        </dgm:layoutNode>
        <dgm:layoutNode name="EmptyPlaceHolder">
          <dgm:alg type="sp"/>
          <dgm:shape xmlns:r="http://schemas.openxmlformats.org/officeDocument/2006/relationships" r:blip="">
            <dgm:adjLst/>
          </dgm:shape>
          <dgm:presOf/>
          <dgm:constr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102544-8635-4D8B-BD0E-387BA86FAFA3}" type="datetimeFigureOut">
              <a:t>9/29/2026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4CA056-2D56-49AA-BEB6-C256D5924F7A}" type="slidenum">
              <a:t>‹#›</a:t>
            </a:fld>
            <a:endParaRPr lang="en-US"/>
          </a:p>
        </p:txBody>
      </p:sp>
    </p:spTree>
    <p:extLst>
      <p:ext uri="{BB962C8B-B14F-4D97-AF65-F5344CB8AC3E}">
        <p14:creationId xmlns:p14="http://schemas.microsoft.com/office/powerpoint/2010/main" val="180553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59D9F-EE77-82C2-E02B-9B350881D7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DE3BA2-B761-A2EC-FA4E-1706C31CC0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0AF1F0-F980-75D2-7CFB-35B13B9FD5B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E92C8FB-E53A-B178-7B19-4063EE264A57}"/>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041207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131AD-7EBD-634F-DD02-6196DCB7EC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5D2BDA-083D-3D4A-AF2E-DABC71C290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84D938-9D3E-F203-70B8-40C657BDD9B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BECA27A-1163-1016-D0FF-CB9F88B9A806}"/>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162082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1EF2A-7FE3-2282-B8DC-8DAE093DEF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50F904-CAF2-C8BC-51A5-B958F3F883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845EDC-CF5D-0798-BB09-18844C925BD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360F6EB-5D72-A1E0-023A-9F9DBAC2DC15}"/>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2459699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31619-3BDF-E94D-F7A5-051416E843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04D674-3E1C-13DD-5185-3F83341F67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4280E3-ADA8-CCC0-A383-07292E166B5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4045859-8792-B84A-9301-1CB25BCA8792}"/>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7305081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65F46-B41E-3324-C777-939262242F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29EF3F-EB80-1807-8CC6-43CD49DEAA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1D2B3-85C6-B521-7156-36780CF11B1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4E595F0-6FAB-F915-D7CF-8BF88CE6543E}"/>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2363752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CF0C4-F020-79D0-F8C3-55FE534B47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91D106-E468-9741-470E-BAD8424AD6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1947C3-CFB1-4069-159B-BAAD30A3373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328793C-E423-8993-F52B-835FBCA64516}"/>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5650397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DDDED-4D83-A1A4-B75A-D3749A20CF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30069C-9ED4-9662-278D-024DF8A788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B79A9B-9369-1365-84EC-1C8181FDE4E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9E02D32-95AC-10D5-00D3-2E56D5BBA56F}"/>
              </a:ext>
            </a:extLst>
          </p:cNvPr>
          <p:cNvSpPr>
            <a:spLocks noGrp="1"/>
          </p:cNvSpPr>
          <p:nvPr>
            <p:ph type="sldNum" sz="quarter" idx="5"/>
          </p:nvPr>
        </p:nvSpPr>
        <p:spPr/>
        <p:txBody>
          <a:bodyPr/>
          <a:lstStyle/>
          <a:p>
            <a:fld id="{F587F3AE-12B3-44A1-AFB1-30A1CB6CB654}" type="slidenum">
              <a:rPr lang="en-US" smtClean="0"/>
              <a:t>8</a:t>
            </a:fld>
            <a:endParaRPr lang="en-US"/>
          </a:p>
        </p:txBody>
      </p:sp>
    </p:spTree>
    <p:extLst>
      <p:ext uri="{BB962C8B-B14F-4D97-AF65-F5344CB8AC3E}">
        <p14:creationId xmlns:p14="http://schemas.microsoft.com/office/powerpoint/2010/main" val="37628711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587F3AE-12B3-44A1-AFB1-30A1CB6CB654}" type="slidenum">
              <a:rPr lang="en-US" smtClean="0"/>
              <a:t>9</a:t>
            </a:fld>
            <a:endParaRPr lang="en-US"/>
          </a:p>
        </p:txBody>
      </p:sp>
    </p:spTree>
    <p:extLst>
      <p:ext uri="{BB962C8B-B14F-4D97-AF65-F5344CB8AC3E}">
        <p14:creationId xmlns:p14="http://schemas.microsoft.com/office/powerpoint/2010/main" val="1299660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E5973-08AC-5564-2DE8-6A1313A46B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324ECB-F8F3-A18D-0B88-96E0DC23A3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26EE5F-1E48-F9E0-0854-18A997E36B2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EAC4F3E-4917-420D-91AD-70F7052FB78A}"/>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8072921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19CA7-5CEC-5512-A353-7C2F79C8F9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795FA0-36CC-E421-D9A0-545BFAB2C0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E9AE37-DB47-7802-4FCD-CC9C8703BB94}"/>
              </a:ext>
            </a:extLst>
          </p:cNvPr>
          <p:cNvSpPr>
            <a:spLocks noGrp="1"/>
          </p:cNvSpPr>
          <p:nvPr>
            <p:ph type="body" idx="1"/>
          </p:nvPr>
        </p:nvSpPr>
        <p:spPr/>
        <p:txBody>
          <a:bodyPr/>
          <a:lstStyle/>
          <a:p>
            <a:r>
              <a:rPr lang="en-US">
                <a:ea typeface="Calibri"/>
                <a:cs typeface="Calibri"/>
              </a:rPr>
              <a:t>MO-1 and Con-Ops flow down into required functions</a:t>
            </a:r>
          </a:p>
          <a:p>
            <a:r>
              <a:rPr lang="en-US">
                <a:ea typeface="Calibri"/>
                <a:cs typeface="Calibri"/>
              </a:rPr>
              <a:t>Through this FBD we can "identify our primary control loops"</a:t>
            </a:r>
          </a:p>
          <a:p>
            <a:pPr marL="171450" indent="-171450">
              <a:buFont typeface="Calibri"/>
              <a:buChar char="-"/>
            </a:pPr>
            <a:r>
              <a:rPr lang="en-US">
                <a:ea typeface="Calibri"/>
                <a:cs typeface="Calibri"/>
              </a:rPr>
              <a:t>Compute / execute flight paths</a:t>
            </a:r>
          </a:p>
          <a:p>
            <a:pPr marL="171450" indent="-171450">
              <a:buFont typeface="Calibri"/>
              <a:buChar char="-"/>
            </a:pPr>
            <a:r>
              <a:rPr lang="en-US">
                <a:ea typeface="Calibri"/>
                <a:cs typeface="Calibri"/>
              </a:rPr>
              <a:t>Compute / execute search procedure</a:t>
            </a:r>
          </a:p>
          <a:p>
            <a:pPr marL="628650" lvl="1" indent="-171450">
              <a:buFont typeface="Courier New"/>
              <a:buChar char="o"/>
            </a:pPr>
            <a:r>
              <a:rPr lang="en-US">
                <a:ea typeface="Calibri"/>
                <a:cs typeface="Calibri"/>
              </a:rPr>
              <a:t>Manual override bypasses both of these loops</a:t>
            </a:r>
          </a:p>
        </p:txBody>
      </p:sp>
      <p:sp>
        <p:nvSpPr>
          <p:cNvPr id="4" name="Slide Number Placeholder 3">
            <a:extLst>
              <a:ext uri="{FF2B5EF4-FFF2-40B4-BE49-F238E27FC236}">
                <a16:creationId xmlns:a16="http://schemas.microsoft.com/office/drawing/2014/main" id="{F38A2D9E-810F-48F8-E97C-20922D351D21}"/>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8818865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90603-3B20-C344-95D5-5D9799B2A2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D68608-6CEA-408A-B479-7D8FC78368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E3D91D-0281-B5F4-2521-1B3957A5FFC8}"/>
              </a:ext>
            </a:extLst>
          </p:cNvPr>
          <p:cNvSpPr>
            <a:spLocks noGrp="1"/>
          </p:cNvSpPr>
          <p:nvPr>
            <p:ph type="body" idx="1"/>
          </p:nvPr>
        </p:nvSpPr>
        <p:spPr/>
        <p:txBody>
          <a:bodyPr/>
          <a:lstStyle/>
          <a:p>
            <a:r>
              <a:rPr lang="en-US">
                <a:ea typeface="Calibri"/>
                <a:cs typeface="Calibri"/>
              </a:rPr>
              <a:t>FBD guides a list of required system components and their interfaces</a:t>
            </a:r>
          </a:p>
          <a:p>
            <a:r>
              <a:rPr lang="en-US">
                <a:ea typeface="Calibri"/>
                <a:cs typeface="Calibri"/>
              </a:rPr>
              <a:t>This diagram covers 2 tpyes of interfaces:</a:t>
            </a:r>
          </a:p>
          <a:p>
            <a:pPr marL="171450" indent="-171450">
              <a:buFont typeface="Calibri"/>
              <a:buChar char="-"/>
            </a:pPr>
            <a:r>
              <a:rPr lang="en-US">
                <a:ea typeface="Calibri"/>
                <a:cs typeface="Calibri"/>
              </a:rPr>
              <a:t>Data flow</a:t>
            </a:r>
          </a:p>
          <a:p>
            <a:pPr marL="171450" indent="-171450">
              <a:buFont typeface="Calibri"/>
              <a:buChar char="-"/>
            </a:pPr>
            <a:r>
              <a:rPr lang="en-US">
                <a:ea typeface="Calibri"/>
                <a:cs typeface="Calibri"/>
              </a:rPr>
              <a:t>Power flow</a:t>
            </a:r>
          </a:p>
          <a:p>
            <a:r>
              <a:rPr lang="en-US">
                <a:ea typeface="Calibri"/>
                <a:cs typeface="Calibri"/>
              </a:rPr>
              <a:t>This is important because interfaces will guide our plan moving forward</a:t>
            </a:r>
          </a:p>
          <a:p>
            <a:endParaRPr lang="en-US">
              <a:ea typeface="Calibri"/>
              <a:cs typeface="Calibri"/>
            </a:endParaRPr>
          </a:p>
        </p:txBody>
      </p:sp>
      <p:sp>
        <p:nvSpPr>
          <p:cNvPr id="4" name="Slide Number Placeholder 3">
            <a:extLst>
              <a:ext uri="{FF2B5EF4-FFF2-40B4-BE49-F238E27FC236}">
                <a16:creationId xmlns:a16="http://schemas.microsoft.com/office/drawing/2014/main" id="{7AB73B7C-AF81-6F9C-06E4-7270D947EAA7}"/>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8926727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985D1-AF3F-CE1F-D862-EA04FF01D3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7F865B-CF98-080E-D818-CE9403015C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30D2AA-EB24-9138-E181-980C4CD470A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844C857-79FA-C8E6-D45D-C5D7B6F3B96B}"/>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066764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E20F8-F146-6009-28E3-4682B8F6D6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B31A34-1830-9F25-5DE4-372E005B6B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661FB5-6B78-4EE9-6C4E-0C1631BDB70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DB9539F-B5F3-3FA1-59E4-ECCE24418575}"/>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0044483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9D307-8BAC-EEFF-925C-C9EE528434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7C614D-FE84-1DF8-DC1F-B897BF09F5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27222D-95A4-8228-FE3A-77983CED936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15C8D08-578E-796A-D897-9D7ABFAAD1A3}"/>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7495355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04935-CEBF-D468-331B-297BEC1EAB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C38DFD-A1C7-2535-80D4-702C434A04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191437-986F-D908-96C4-35A00A45DC3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0A00830-BB5A-A95F-D375-3D9206F64F54}"/>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40159579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185C8-0EA9-0903-6103-81B48FADEF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66A1E7-B38D-046A-0635-EB8F34B05D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8BA46B-3709-EE0C-5A91-51360929B9B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CF592C4-ABD5-1D4C-D7E9-D588F87E7285}"/>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7506110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080E0-DAD7-E36E-5118-495F8D714A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7E69E6-8E62-D253-4E85-E48D408916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23BC3-29FA-674F-CED9-75EA845FF29D}"/>
              </a:ext>
            </a:extLst>
          </p:cNvPr>
          <p:cNvSpPr>
            <a:spLocks noGrp="1"/>
          </p:cNvSpPr>
          <p:nvPr>
            <p:ph type="body" idx="1"/>
          </p:nvPr>
        </p:nvSpPr>
        <p:spPr/>
        <p:txBody>
          <a:bodyPr/>
          <a:lstStyle/>
          <a:p>
            <a:r>
              <a:rPr lang="en-US"/>
              <a:t>SECTION DIVIDER — duplicate for each major section. Replace the kicker, title, and one-line description.</a:t>
            </a:r>
          </a:p>
        </p:txBody>
      </p:sp>
      <p:sp>
        <p:nvSpPr>
          <p:cNvPr id="4" name="Slide Number Placeholder 3">
            <a:extLst>
              <a:ext uri="{FF2B5EF4-FFF2-40B4-BE49-F238E27FC236}">
                <a16:creationId xmlns:a16="http://schemas.microsoft.com/office/drawing/2014/main" id="{E3D8AD1F-4FCD-36DD-13F4-3EFFD80A4C9E}"/>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5924913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7CE67-F2A6-B404-6844-33987189BD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C3B570-1FB0-BDC6-5F48-E69395F1EC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9B6776-C683-A5E1-CD59-6E0B705A9079}"/>
              </a:ext>
            </a:extLst>
          </p:cNvPr>
          <p:cNvSpPr>
            <a:spLocks noGrp="1"/>
          </p:cNvSpPr>
          <p:nvPr>
            <p:ph type="body" idx="1"/>
          </p:nvPr>
        </p:nvSpPr>
        <p:spPr/>
        <p:txBody>
          <a:bodyPr/>
          <a:lstStyle/>
          <a:p>
            <a:r>
              <a:rPr lang="en-US"/>
              <a:t>SECTION DIVIDER — duplicate for each major section. Replace the kicker, title, and one-line description.</a:t>
            </a:r>
          </a:p>
        </p:txBody>
      </p:sp>
      <p:sp>
        <p:nvSpPr>
          <p:cNvPr id="4" name="Slide Number Placeholder 3">
            <a:extLst>
              <a:ext uri="{FF2B5EF4-FFF2-40B4-BE49-F238E27FC236}">
                <a16:creationId xmlns:a16="http://schemas.microsoft.com/office/drawing/2014/main" id="{A629E400-FEE2-6B0A-6F0A-F3C91A8ACD06}"/>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7748001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87E08-E1D3-09ED-2038-48D213F88F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9EE9DB-86B8-4424-9878-624267370B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5E2828-C434-BA42-D382-365DE13A1692}"/>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F1A98021-7A14-E1C8-6010-44222D10D54B}"/>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9062540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B8323-9850-6BD4-8E53-F8FC5E8AB1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D4E5B3-422F-2693-BA6C-79C2EC023F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FC8CA9-F5C9-CF8F-3DD5-2B328C13D1BF}"/>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B273B79D-6354-F1EE-20B9-A5EC49388A1D}"/>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20324804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2364B-6313-79B4-F9B4-1BC2A416D8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9A43ED-9186-D556-53D7-3455A168B2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1E3BE5-6EC2-F3AE-3F86-A560484DD27C}"/>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59D352AC-88CA-E733-1A32-67A25703100B}"/>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1263313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E26C0-E7CE-894E-CBF7-F10C4334A3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F55F5E-4BA9-DC2D-C81E-2A555E68B0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B1959C-2618-FB1F-C025-37D8E94172AA}"/>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B3178C8E-5E5A-E332-9866-A73D18CD4570}"/>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33806490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B58BC-AE5B-3D86-90A3-C497782BBA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AF5A51-BC1E-24F0-0CEA-1348E850EA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7FEBFD-FA2F-B1BF-53EC-1723330B3758}"/>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6E07A119-D57B-7BB5-80A4-B3C20EBF496D}"/>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8720459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89F2C-F026-DB1E-3883-F09DF32401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4B1AE6-A810-9228-1BEC-320E9DBF23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6767A9-74FC-A18E-8A8F-9BBFE85D53FF}"/>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71795BB4-1A41-2243-841F-9005C0E3FB00}"/>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27468466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3F567-FEA4-56C4-6D68-5F8AB67DAF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B2780D-6FCE-FC0C-9033-EB3CF25206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38410D-595D-ABBA-37A7-6B7CEC911EA0}"/>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8ECFCF1F-B9E3-D2E3-F994-50A6127AB969}"/>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8976767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D90D2-A3F1-8C88-1ED7-5E7709EE96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35861E-45B8-B740-1D91-2F8AFB255B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40552E-8883-26B4-BA60-77F701F650EE}"/>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BD579B81-6B3E-2F9C-CB23-557DD73A9951}"/>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21856771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FBA60-3505-7E27-1634-6B4751F369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5D7155-B710-C2CA-5F31-6DA826F268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5C8BBB-3F7A-51C4-A705-F1948CC5BCE2}"/>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1EC8F8E7-44B2-B4C9-DA6A-7790C5A1DE76}"/>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22962703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A441B-A664-ACAB-13AF-D3A35B795A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FB55A1-B826-5D99-C5D2-8BDE6FBE8F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D64521-F46D-2989-7F59-D45A79595892}"/>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17348675-8E68-A9A2-F234-E4F22DC74BC7}"/>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32960206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7CE67-F2A6-B404-6844-33987189BD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C3B570-1FB0-BDC6-5F48-E69395F1EC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9B6776-C683-A5E1-CD59-6E0B705A9079}"/>
              </a:ext>
            </a:extLst>
          </p:cNvPr>
          <p:cNvSpPr>
            <a:spLocks noGrp="1"/>
          </p:cNvSpPr>
          <p:nvPr>
            <p:ph type="body" idx="1"/>
          </p:nvPr>
        </p:nvSpPr>
        <p:spPr/>
        <p:txBody>
          <a:bodyPr/>
          <a:lstStyle/>
          <a:p>
            <a:r>
              <a:rPr lang="en-US"/>
              <a:t>SECTION DIVIDER — duplicate for each major section. Replace the kicker, title, and one-line description.</a:t>
            </a:r>
          </a:p>
        </p:txBody>
      </p:sp>
      <p:sp>
        <p:nvSpPr>
          <p:cNvPr id="4" name="Slide Number Placeholder 3">
            <a:extLst>
              <a:ext uri="{FF2B5EF4-FFF2-40B4-BE49-F238E27FC236}">
                <a16:creationId xmlns:a16="http://schemas.microsoft.com/office/drawing/2014/main" id="{A629E400-FEE2-6B0A-6F0A-F3C91A8ACD06}"/>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7748001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3BE9A-968F-25AA-9268-1B866CF271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BEAFDB-BC9D-23CF-8638-4CE102B1EE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5A9BD-482A-CCA9-F89E-81CB52A85C48}"/>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0C14DD28-DAA3-4A97-C534-B5BB6FE6FF7D}"/>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25415723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87E08-E1D3-09ED-2038-48D213F88F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9EE9DB-86B8-4424-9878-624267370B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5E2828-C434-BA42-D382-365DE13A1692}"/>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F1A98021-7A14-E1C8-6010-44222D10D54B}"/>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39062540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B8323-9850-6BD4-8E53-F8FC5E8AB1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D4E5B3-422F-2693-BA6C-79C2EC023F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FC8CA9-F5C9-CF8F-3DD5-2B328C13D1BF}"/>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B273B79D-6354-F1EE-20B9-A5EC49388A1D}"/>
              </a:ext>
            </a:extLst>
          </p:cNvPr>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20324804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FBA60-3505-7E27-1634-6B4751F369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5D7155-B710-C2CA-5F31-6DA826F268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5C8BBB-3F7A-51C4-A705-F1948CC5BCE2}"/>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1EC8F8E7-44B2-B4C9-DA6A-7790C5A1DE76}"/>
              </a:ext>
            </a:extLst>
          </p:cNvPr>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229627037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C81C8-5381-6700-CB4C-96D4B0E621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9B3196-7C3C-0868-26DB-618188477A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765173-7D13-90E8-6D60-24C512E0D9E9}"/>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C0374456-0BAC-46EA-31C9-74D0E06882FD}"/>
              </a:ext>
            </a:extLst>
          </p:cNvPr>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92153340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035E0-04FD-0247-0896-BC2B9EA1BD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31F1D7-9049-263C-11E6-149E029667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B675E5-E03B-EE67-F5F0-ABC8D27253BD}"/>
              </a:ext>
            </a:extLst>
          </p:cNvPr>
          <p:cNvSpPr>
            <a:spLocks noGrp="1"/>
          </p:cNvSpPr>
          <p:nvPr>
            <p:ph type="body" idx="1"/>
          </p:nvPr>
        </p:nvSpPr>
        <p:spPr/>
        <p:txBody>
          <a:bodyPr/>
          <a:lstStyle/>
          <a:p>
            <a:r>
              <a:rPr lang="en-US"/>
              <a:t>Weighted at 20% due to budget</a:t>
            </a:r>
          </a:p>
          <a:p>
            <a:r>
              <a:rPr lang="en-US"/>
              <a:t>Weighted at 20% to ensure proper power management is possible</a:t>
            </a:r>
          </a:p>
          <a:p>
            <a:r>
              <a:rPr lang="en-US"/>
              <a:t>Weighted at 25% because prototyping is a critical step is design</a:t>
            </a:r>
          </a:p>
          <a:p>
            <a:r>
              <a:rPr lang="en-US"/>
              <a:t>Weighted at 10% due to timeline</a:t>
            </a:r>
          </a:p>
          <a:p>
            <a:r>
              <a:rPr lang="en-US"/>
              <a:t>Weighted at 25% to ensure that the circuit is safe and does not get damaged</a:t>
            </a:r>
          </a:p>
          <a:p>
            <a:endParaRPr lang="en-US"/>
          </a:p>
          <a:p>
            <a:endParaRPr lang="en-US"/>
          </a:p>
          <a:p>
            <a:endParaRPr lang="en-US"/>
          </a:p>
        </p:txBody>
      </p:sp>
      <p:sp>
        <p:nvSpPr>
          <p:cNvPr id="4" name="Slide Number Placeholder 3">
            <a:extLst>
              <a:ext uri="{FF2B5EF4-FFF2-40B4-BE49-F238E27FC236}">
                <a16:creationId xmlns:a16="http://schemas.microsoft.com/office/drawing/2014/main" id="{0E2B358F-493A-DB60-BE6E-F290AC942C97}"/>
              </a:ext>
            </a:extLst>
          </p:cNvPr>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57111004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E26C0-E7CE-894E-CBF7-F10C4334A3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F55F5E-4BA9-DC2D-C81E-2A555E68B0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B1959C-2618-FB1F-C025-37D8E94172AA}"/>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B3178C8E-5E5A-E332-9866-A73D18CD4570}"/>
              </a:ext>
            </a:extLst>
          </p:cNvPr>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338064904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A441B-A664-ACAB-13AF-D3A35B795A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FB55A1-B826-5D99-C5D2-8BDE6FBE8F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D64521-F46D-2989-7F59-D45A79595892}"/>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17348675-8E68-A9A2-F234-E4F22DC74BC7}"/>
              </a:ext>
            </a:extLst>
          </p:cNvPr>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329602067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7CE67-F2A6-B404-6844-33987189BD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C3B570-1FB0-BDC6-5F48-E69395F1EC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9B6776-C683-A5E1-CD59-6E0B705A9079}"/>
              </a:ext>
            </a:extLst>
          </p:cNvPr>
          <p:cNvSpPr>
            <a:spLocks noGrp="1"/>
          </p:cNvSpPr>
          <p:nvPr>
            <p:ph type="body" idx="1"/>
          </p:nvPr>
        </p:nvSpPr>
        <p:spPr/>
        <p:txBody>
          <a:bodyPr/>
          <a:lstStyle/>
          <a:p>
            <a:r>
              <a:rPr lang="en-US"/>
              <a:t>SECTION DIVIDER — duplicate for each major section. Replace the kicker, title, and one-line description.</a:t>
            </a:r>
          </a:p>
        </p:txBody>
      </p:sp>
      <p:sp>
        <p:nvSpPr>
          <p:cNvPr id="4" name="Slide Number Placeholder 3">
            <a:extLst>
              <a:ext uri="{FF2B5EF4-FFF2-40B4-BE49-F238E27FC236}">
                <a16:creationId xmlns:a16="http://schemas.microsoft.com/office/drawing/2014/main" id="{A629E400-FEE2-6B0A-6F0A-F3C91A8ACD06}"/>
              </a:ext>
            </a:extLst>
          </p:cNvPr>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77480012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17141142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B8323-9850-6BD4-8E53-F8FC5E8AB1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D4E5B3-422F-2693-BA6C-79C2EC023F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FC8CA9-F5C9-CF8F-3DD5-2B328C13D1BF}"/>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B273B79D-6354-F1EE-20B9-A5EC49388A1D}"/>
              </a:ext>
            </a:extLst>
          </p:cNvPr>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8954482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8AB43-1DE2-0D67-4493-35F4164D4C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0A5651-626C-EA97-F801-787BF80E0B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B0B691-B50F-5BE6-37DC-4267E2A3EC9F}"/>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A217C906-18C8-4504-93E5-748B9DC21521}"/>
              </a:ext>
            </a:extLst>
          </p:cNvPr>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6900520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87E08-E1D3-09ED-2038-48D213F88F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9EE9DB-86B8-4424-9878-624267370B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5E2828-C434-BA42-D382-365DE13A1692}"/>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F1A98021-7A14-E1C8-6010-44222D10D54B}"/>
              </a:ext>
            </a:extLst>
          </p:cNvPr>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347745362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0BCBD-AFBC-7A9F-CD92-B2726535C2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917FEC-FE15-7D09-1EE6-5894E87794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513869-0223-1554-E755-C602A1DF78BC}"/>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38017779-1506-D483-6B9A-48DB0DBD2A64}"/>
              </a:ext>
            </a:extLst>
          </p:cNvPr>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27695233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65F1F-CE22-9FFE-8F4C-02F4A21D2B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B4E109-6DAF-9624-86C6-63E6587616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3C86F7-DF34-7D5C-E078-7FC131932C04}"/>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3382AF1B-AF54-7619-D469-F92346182514}"/>
              </a:ext>
            </a:extLst>
          </p:cNvPr>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23612062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132F7-65E7-D527-B769-69C3392285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8D5651-D5FC-FB3E-BF90-AC7CCFB656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618351-4C80-988D-E9A6-E361F5A23943}"/>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3044BA17-40EF-F6E7-0A06-1FF4FFABBD0F}"/>
              </a:ext>
            </a:extLst>
          </p:cNvPr>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88169550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584EE-919D-4777-E10F-70CE22EF33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8C19A9-9514-0084-867C-3EC78614E1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095A86-FBE6-27DD-880D-D8812D766BDA}"/>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C490B5B5-FDE6-47CB-31E9-DB5BD13F6801}"/>
              </a:ext>
            </a:extLst>
          </p:cNvPr>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41170254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E26C0-E7CE-894E-CBF7-F10C4334A3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F55F5E-4BA9-DC2D-C81E-2A555E68B0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B1959C-2618-FB1F-C025-37D8E94172AA}"/>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B3178C8E-5E5A-E332-9866-A73D18CD4570}"/>
              </a:ext>
            </a:extLst>
          </p:cNvPr>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299808011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5AFC7-117C-D64E-A6DC-77B62CBE39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7311CE-7D5E-3590-1E1E-18A83E52C9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962038-39D9-66A7-8DDA-AE2F05299738}"/>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A6E3D513-2D1E-EC33-48F6-CB8BB0393139}"/>
              </a:ext>
            </a:extLst>
          </p:cNvPr>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265257716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50DFB-377C-66FD-4071-41199039E3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FE8DF5-802F-69FD-2922-9039BF1EAE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5A5B0D-CB19-1453-A3D5-84CA163DC67A}"/>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EE7742B8-398B-68FA-0A44-F96CF7B1425E}"/>
              </a:ext>
            </a:extLst>
          </p:cNvPr>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264281416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AD525-872A-8550-C612-35DF07014F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250CCB-3ACD-1547-6318-A91B169EAF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B21629-38FB-5429-AE34-D2C0C0729DC0}"/>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0B5CBE79-E56E-E3B0-7126-F6B6A036AEF9}"/>
              </a:ext>
            </a:extLst>
          </p:cNvPr>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370484462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585A4-DD85-532F-5550-117782D29F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D2F3DC-8593-B4B9-A5B6-1ED5A5C7A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086111-7022-33FF-7239-E6807C4F6199}"/>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827F9505-1067-9008-5D38-C5E595C4AEC6}"/>
              </a:ext>
            </a:extLst>
          </p:cNvPr>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13930504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A441B-A664-ACAB-13AF-D3A35B795A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FB55A1-B826-5D99-C5D2-8BDE6FBE8F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D64521-F46D-2989-7F59-D45A79595892}"/>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17348675-8E68-A9A2-F234-E4F22DC74BC7}"/>
              </a:ext>
            </a:extLst>
          </p:cNvPr>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0503982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1D136-6E71-AA83-195E-1889556BBC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262FE0-34EE-FCAA-C912-7F38175B78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3FC8A0-09FA-29F2-67B9-3E38A6EC35DA}"/>
              </a:ext>
            </a:extLst>
          </p:cNvPr>
          <p:cNvSpPr>
            <a:spLocks noGrp="1"/>
          </p:cNvSpPr>
          <p:nvPr>
            <p:ph type="body" idx="1"/>
          </p:nvPr>
        </p:nvSpPr>
        <p:spPr/>
        <p:txBody>
          <a:bodyPr/>
          <a:lstStyle/>
          <a:p>
            <a:r>
              <a:rPr lang="en-US"/>
              <a:t>SECTION DIVIDER — duplicate for each major section. Replace the kicker, title, and one-line description.</a:t>
            </a:r>
          </a:p>
        </p:txBody>
      </p:sp>
      <p:sp>
        <p:nvSpPr>
          <p:cNvPr id="4" name="Slide Number Placeholder 3">
            <a:extLst>
              <a:ext uri="{FF2B5EF4-FFF2-40B4-BE49-F238E27FC236}">
                <a16:creationId xmlns:a16="http://schemas.microsoft.com/office/drawing/2014/main" id="{0529A606-77B9-BA3C-12C9-0D36D6FB0256}"/>
              </a:ext>
            </a:extLst>
          </p:cNvPr>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259143777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D12A1-FBF1-3E02-C26E-1D716CE03D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666B57-B5AB-2CD2-8FB7-0C3D76D38F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B495CF-C3C6-D58E-B56E-C933DB8C50AF}"/>
              </a:ext>
            </a:extLst>
          </p:cNvPr>
          <p:cNvSpPr>
            <a:spLocks noGrp="1"/>
          </p:cNvSpPr>
          <p:nvPr>
            <p:ph type="body" idx="1"/>
          </p:nvPr>
        </p:nvSpPr>
        <p:spPr/>
        <p:txBody>
          <a:bodyPr/>
          <a:lstStyle/>
          <a:p>
            <a:r>
              <a:rPr lang="en-US"/>
              <a:t>SECTION DIVIDER — duplicate for each major section. Replace the kicker, title, and one-line description.</a:t>
            </a:r>
          </a:p>
        </p:txBody>
      </p:sp>
      <p:sp>
        <p:nvSpPr>
          <p:cNvPr id="4" name="Slide Number Placeholder 3">
            <a:extLst>
              <a:ext uri="{FF2B5EF4-FFF2-40B4-BE49-F238E27FC236}">
                <a16:creationId xmlns:a16="http://schemas.microsoft.com/office/drawing/2014/main" id="{B9DF1776-592C-A22B-C578-8AFAB666393D}"/>
              </a:ext>
            </a:extLst>
          </p:cNvPr>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336685658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87E08-E1D3-09ED-2038-48D213F88F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9EE9DB-86B8-4424-9878-624267370B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5E2828-C434-BA42-D382-365DE13A1692}"/>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F1A98021-7A14-E1C8-6010-44222D10D54B}"/>
              </a:ext>
            </a:extLst>
          </p:cNvPr>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390625404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B8323-9850-6BD4-8E53-F8FC5E8AB1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D4E5B3-422F-2693-BA6C-79C2EC023F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FC8CA9-F5C9-CF8F-3DD5-2B328C13D1BF}"/>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B273B79D-6354-F1EE-20B9-A5EC49388A1D}"/>
              </a:ext>
            </a:extLst>
          </p:cNvPr>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203248040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764B9-2849-368F-0FC7-DCA71FEBEF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AA81D-7B6A-D59B-E092-1C61C26DCB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1ED463-EEE8-8AB7-EE2D-43835FC3AF95}"/>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80085996-2ED4-20E8-B02F-F141307B24D7}"/>
              </a:ext>
            </a:extLst>
          </p:cNvPr>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71164552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5BEE2-6471-0AA6-EEB2-7CAA0854B2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F127C5-60FA-6A72-434C-B0224EB11C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617B64-F3C4-BD74-51A2-780770EFFC90}"/>
              </a:ext>
            </a:extLst>
          </p:cNvPr>
          <p:cNvSpPr>
            <a:spLocks noGrp="1"/>
          </p:cNvSpPr>
          <p:nvPr>
            <p:ph type="body" idx="1"/>
          </p:nvPr>
        </p:nvSpPr>
        <p:spPr/>
        <p:txBody>
          <a:bodyPr/>
          <a:lstStyle/>
          <a:p>
            <a:r>
              <a:rPr lang="en-US"/>
              <a:t>TWO-COLUMN — for comparisons, pros/cons, or UAS-vs-Rover splits. Recolor the accent tick to EVE blue (UAS) or amber (Rover).</a:t>
            </a:r>
          </a:p>
        </p:txBody>
      </p:sp>
      <p:sp>
        <p:nvSpPr>
          <p:cNvPr id="4" name="Slide Number Placeholder 3">
            <a:extLst>
              <a:ext uri="{FF2B5EF4-FFF2-40B4-BE49-F238E27FC236}">
                <a16:creationId xmlns:a16="http://schemas.microsoft.com/office/drawing/2014/main" id="{CC5DC57A-B2AC-7DD6-0F22-5357E55FD5C0}"/>
              </a:ext>
            </a:extLst>
          </p:cNvPr>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387030153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TWO-COLUMN — for comparisons, pros/cons, or UAS-vs-Rover splits. Recolor the accent tick to EVE blue (UAS) or amber (Rover).</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TWO-COLUMN — for comparisons, pros/cons, or UAS-vs-Rover splits. Recolor the accent tick to EVE blue (UAS) or amber (Rover).</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FBA60-3505-7E27-1634-6B4751F369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5D7155-B710-C2CA-5F31-6DA826F268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5C8BBB-3F7A-51C4-A705-F1948CC5BCE2}"/>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1EC8F8E7-44B2-B4C9-DA6A-7790C5A1DE76}"/>
              </a:ext>
            </a:extLst>
          </p:cNvPr>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229627037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DE4B9-EE2F-5DA4-BBE0-84BEA482BB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F8E165-B215-6D31-C00D-869482854C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E6F96E-CCBB-EC88-415C-9469C4A03745}"/>
              </a:ext>
            </a:extLst>
          </p:cNvPr>
          <p:cNvSpPr>
            <a:spLocks noGrp="1"/>
          </p:cNvSpPr>
          <p:nvPr>
            <p:ph type="body" idx="1"/>
          </p:nvPr>
        </p:nvSpPr>
        <p:spPr/>
        <p:txBody>
          <a:bodyPr/>
          <a:lstStyle/>
          <a:p>
            <a:r>
              <a:rPr lang="en-US"/>
              <a:t>SECTION DIVIDER — duplicate for each major section. Replace the kicker, title, and one-line description.</a:t>
            </a:r>
          </a:p>
        </p:txBody>
      </p:sp>
      <p:sp>
        <p:nvSpPr>
          <p:cNvPr id="4" name="Slide Number Placeholder 3">
            <a:extLst>
              <a:ext uri="{FF2B5EF4-FFF2-40B4-BE49-F238E27FC236}">
                <a16:creationId xmlns:a16="http://schemas.microsoft.com/office/drawing/2014/main" id="{35D37BBD-C333-8A24-732D-11904FAA27CA}"/>
              </a:ext>
            </a:extLst>
          </p:cNvPr>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56720212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87E08-E1D3-09ED-2038-48D213F88F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9EE9DB-86B8-4424-9878-624267370B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5E2828-C434-BA42-D382-365DE13A1692}"/>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F1A98021-7A14-E1C8-6010-44222D10D54B}"/>
              </a:ext>
            </a:extLst>
          </p:cNvPr>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390625404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B8323-9850-6BD4-8E53-F8FC5E8AB1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D4E5B3-422F-2693-BA6C-79C2EC023F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FC8CA9-F5C9-CF8F-3DD5-2B328C13D1BF}"/>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B273B79D-6354-F1EE-20B9-A5EC49388A1D}"/>
              </a:ext>
            </a:extLst>
          </p:cNvPr>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203248040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E26C0-E7CE-894E-CBF7-F10C4334A3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F55F5E-4BA9-DC2D-C81E-2A555E68B0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B1959C-2618-FB1F-C025-37D8E94172AA}"/>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B3178C8E-5E5A-E332-9866-A73D18CD4570}"/>
              </a:ext>
            </a:extLst>
          </p:cNvPr>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338064904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FBA60-3505-7E27-1634-6B4751F369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5D7155-B710-C2CA-5F31-6DA826F268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5C8BBB-3F7A-51C4-A705-F1948CC5BCE2}"/>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1EC8F8E7-44B2-B4C9-DA6A-7790C5A1DE76}"/>
              </a:ext>
            </a:extLst>
          </p:cNvPr>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229627037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370A7-0F99-4C55-AAE2-19A0B9037D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26090B-1E31-78BD-805C-D7B141FAD2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878F8A-7836-538E-041C-919BA0A29BD7}"/>
              </a:ext>
            </a:extLst>
          </p:cNvPr>
          <p:cNvSpPr>
            <a:spLocks noGrp="1"/>
          </p:cNvSpPr>
          <p:nvPr>
            <p:ph type="body" idx="1"/>
          </p:nvPr>
        </p:nvSpPr>
        <p:spPr/>
        <p:txBody>
          <a:bodyPr/>
          <a:lstStyle/>
          <a:p>
            <a:r>
              <a:rPr lang="en-US"/>
              <a:t>SECTION DIVIDER — duplicate for each major section. Replace the kicker, title, and one-line description.</a:t>
            </a:r>
          </a:p>
        </p:txBody>
      </p:sp>
      <p:sp>
        <p:nvSpPr>
          <p:cNvPr id="4" name="Slide Number Placeholder 3">
            <a:extLst>
              <a:ext uri="{FF2B5EF4-FFF2-40B4-BE49-F238E27FC236}">
                <a16:creationId xmlns:a16="http://schemas.microsoft.com/office/drawing/2014/main" id="{4A2BFBCB-49E9-C444-5955-4E99B1636865}"/>
              </a:ext>
            </a:extLst>
          </p:cNvPr>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388053494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A441B-A664-ACAB-13AF-D3A35B795A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FB55A1-B826-5D99-C5D2-8BDE6FBE8F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D64521-F46D-2989-7F59-D45A79595892}"/>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17348675-8E68-A9A2-F234-E4F22DC74BC7}"/>
              </a:ext>
            </a:extLst>
          </p:cNvPr>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329602067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7CE67-F2A6-B404-6844-33987189BD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C3B570-1FB0-BDC6-5F48-E69395F1EC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9B6776-C683-A5E1-CD59-6E0B705A9079}"/>
              </a:ext>
            </a:extLst>
          </p:cNvPr>
          <p:cNvSpPr>
            <a:spLocks noGrp="1"/>
          </p:cNvSpPr>
          <p:nvPr>
            <p:ph type="body" idx="1"/>
          </p:nvPr>
        </p:nvSpPr>
        <p:spPr/>
        <p:txBody>
          <a:bodyPr/>
          <a:lstStyle/>
          <a:p>
            <a:r>
              <a:rPr lang="en-US"/>
              <a:t>SECTION DIVIDER — duplicate for each major section. Replace the kicker, title, and one-line description.</a:t>
            </a:r>
          </a:p>
        </p:txBody>
      </p:sp>
      <p:sp>
        <p:nvSpPr>
          <p:cNvPr id="4" name="Slide Number Placeholder 3">
            <a:extLst>
              <a:ext uri="{FF2B5EF4-FFF2-40B4-BE49-F238E27FC236}">
                <a16:creationId xmlns:a16="http://schemas.microsoft.com/office/drawing/2014/main" id="{A629E400-FEE2-6B0A-6F0A-F3C91A8ACD06}"/>
              </a:ext>
            </a:extLst>
          </p:cNvPr>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77480012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SzPct val="100000"/>
              <a:buFont typeface="Arial" panose="020B0604020202020204" pitchFamily="34" charset="0"/>
              <a:buChar char="•"/>
            </a:pPr>
            <a:r>
              <a:rPr lang="en-US"/>
              <a:t>The avionics team is responsible for all of the necessary electronics on and offboard the UAS, from sensing and computing to communications and manual override. </a:t>
            </a:r>
            <a:br>
              <a:rPr lang="en-US"/>
            </a:br>
            <a:br>
              <a:rPr lang="en-US"/>
            </a:br>
            <a:r>
              <a:rPr lang="en-US"/>
              <a:t>For DR1, we worked to create a system architecture, essentially laying the framework for all of the electronics to interface with </a:t>
            </a:r>
            <a:r>
              <a:rPr lang="en-US" err="1"/>
              <a:t>eachother</a:t>
            </a:r>
            <a:r>
              <a:rPr lang="en-US"/>
              <a:t>. </a:t>
            </a:r>
            <a:br>
              <a:rPr lang="en-US"/>
            </a:br>
            <a:endParaRPr lang="en-US"/>
          </a:p>
          <a:p>
            <a:pPr marL="342900" indent="-342900">
              <a:buSzPct val="100000"/>
              <a:buFont typeface="Arial" panose="020B0604020202020204" pitchFamily="34" charset="0"/>
              <a:buChar char="•"/>
            </a:pPr>
            <a:r>
              <a:rPr lang="en-US"/>
              <a:t>Moving forward, our role will shift towards component level design, modeling and later on even systems integration and testing.</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7358A-DC10-BA85-0D43-6BC763C08E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368493-BC3E-B405-F792-4743F3261C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45F22A-1256-B920-8FBD-94D8C02BFD59}"/>
              </a:ext>
            </a:extLst>
          </p:cNvPr>
          <p:cNvSpPr>
            <a:spLocks noGrp="1"/>
          </p:cNvSpPr>
          <p:nvPr>
            <p:ph type="body" idx="1"/>
          </p:nvPr>
        </p:nvSpPr>
        <p:spPr/>
        <p:txBody>
          <a:bodyPr/>
          <a:lstStyle/>
          <a:p>
            <a:r>
              <a:rPr lang="en-US">
                <a:ea typeface="Calibri"/>
                <a:cs typeface="+mn-lt"/>
              </a:rPr>
              <a:t>This is our system architecture, our most consequential deliverable for DR1. It is drawn similarly to a system block diagram, with each box representing an individual component of the avionics system and connections drawn between components to show interfaces. </a:t>
            </a:r>
            <a:br>
              <a:rPr lang="en-US">
                <a:ea typeface="Calibri"/>
                <a:cs typeface="+mn-lt"/>
              </a:rPr>
            </a:br>
            <a:br>
              <a:rPr lang="en-US">
                <a:ea typeface="Calibri"/>
                <a:cs typeface="+mn-lt"/>
              </a:rPr>
            </a:br>
            <a:r>
              <a:rPr lang="en-US">
                <a:ea typeface="Calibri"/>
                <a:cs typeface="+mn-lt"/>
              </a:rPr>
              <a:t>This system architecture is essentially the result of the findings of our higher level trade studies at this point in the design. </a:t>
            </a:r>
          </a:p>
          <a:p>
            <a:endParaRPr lang="en-US">
              <a:ea typeface="Calibri"/>
              <a:cs typeface="+mn-lt"/>
            </a:endParaRPr>
          </a:p>
          <a:p>
            <a:r>
              <a:rPr lang="en-US">
                <a:ea typeface="Calibri"/>
                <a:cs typeface="+mn-lt"/>
              </a:rPr>
              <a:t>Some key design points in this architecture that you will notice in our following trade studies are the  tandem flight controller and onboard computer, as well as a </a:t>
            </a:r>
            <a:r>
              <a:rPr lang="en-US" err="1">
                <a:ea typeface="Calibri"/>
                <a:cs typeface="+mn-lt"/>
              </a:rPr>
              <a:t>wifi</a:t>
            </a:r>
            <a:r>
              <a:rPr lang="en-US">
                <a:ea typeface="Calibri"/>
                <a:cs typeface="+mn-lt"/>
              </a:rPr>
              <a:t> based communications device and a separate (redundant) RF receiver/transmitter for manual override.</a:t>
            </a:r>
            <a:br>
              <a:rPr lang="en-US">
                <a:ea typeface="Calibri"/>
                <a:cs typeface="+mn-lt"/>
              </a:rPr>
            </a:br>
            <a:r>
              <a:rPr lang="en-US">
                <a:ea typeface="Calibri"/>
                <a:cs typeface="Calibri"/>
              </a:rPr>
              <a:t> </a:t>
            </a:r>
          </a:p>
          <a:p>
            <a:br>
              <a:rPr lang="en-US">
                <a:ea typeface="Calibri"/>
                <a:cs typeface="+mn-lt"/>
              </a:rPr>
            </a:br>
            <a:endParaRPr lang="en-US">
              <a:ea typeface="Calibri"/>
              <a:cs typeface="Calibri"/>
            </a:endParaRPr>
          </a:p>
          <a:p>
            <a:r>
              <a:rPr lang="en-US">
                <a:ea typeface="Calibri"/>
                <a:cs typeface="Calibri"/>
              </a:rPr>
              <a:t>  </a:t>
            </a:r>
          </a:p>
        </p:txBody>
      </p:sp>
      <p:sp>
        <p:nvSpPr>
          <p:cNvPr id="4" name="Slide Number Placeholder 3">
            <a:extLst>
              <a:ext uri="{FF2B5EF4-FFF2-40B4-BE49-F238E27FC236}">
                <a16:creationId xmlns:a16="http://schemas.microsoft.com/office/drawing/2014/main" id="{F698CB3B-50C5-9994-019D-20734AA2CB31}"/>
              </a:ext>
            </a:extLst>
          </p:cNvPr>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414620710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87E08-E1D3-09ED-2038-48D213F88F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9EE9DB-86B8-4424-9878-624267370B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5E2828-C434-BA42-D382-365DE13A1692}"/>
              </a:ext>
            </a:extLst>
          </p:cNvPr>
          <p:cNvSpPr>
            <a:spLocks noGrp="1"/>
          </p:cNvSpPr>
          <p:nvPr>
            <p:ph type="body" idx="1"/>
          </p:nvPr>
        </p:nvSpPr>
        <p:spPr/>
        <p:txBody>
          <a:bodyPr/>
          <a:lstStyle/>
          <a:p>
            <a:pPr rtl="0"/>
            <a:r>
              <a:rPr lang="en-US"/>
              <a:t>Ian Connolly— </a:t>
            </a:r>
          </a:p>
          <a:p>
            <a:pPr rtl="0"/>
            <a:r>
              <a:rPr lang="en-US"/>
              <a:t>The architecture you just saw is the result of these 6 trades. I'll go through them quickly, since the two most critical, comms and computing, get a deep dive in the upcoming slides.</a:t>
            </a:r>
          </a:p>
          <a:p>
            <a:pPr rtl="0"/>
            <a:r>
              <a:rPr lang="en-US"/>
              <a:t>For comms, we chose Wi-Fi. For computing, a flight controller plus an onboard computer. </a:t>
            </a:r>
          </a:p>
          <a:p>
            <a:pPr rtl="0"/>
            <a:endParaRPr lang="en-US"/>
          </a:p>
          <a:p>
            <a:pPr rtl="0"/>
            <a:r>
              <a:rPr lang="en-US"/>
              <a:t>The other four aren't covered later, so here's the rational. For navigation, we chose GNSS-RTK for centimeter-level positioning. For manual override, the pilot's radio controller connects directly to the flight controller. And for data flow The GPS and IMU feed the flight controller directly.</a:t>
            </a:r>
          </a:p>
          <a:p>
            <a:endParaRPr lang="en-US"/>
          </a:p>
          <a:p>
            <a:r>
              <a:rPr lang="en-US"/>
              <a:t>our flight controller for now is the Pixhawk 6c. However, that may change at a later date.</a:t>
            </a:r>
          </a:p>
        </p:txBody>
      </p:sp>
      <p:sp>
        <p:nvSpPr>
          <p:cNvPr id="4" name="Slide Number Placeholder 3">
            <a:extLst>
              <a:ext uri="{FF2B5EF4-FFF2-40B4-BE49-F238E27FC236}">
                <a16:creationId xmlns:a16="http://schemas.microsoft.com/office/drawing/2014/main" id="{F1A98021-7A14-E1C8-6010-44222D10D54B}"/>
              </a:ext>
            </a:extLst>
          </p:cNvPr>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390625404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B8323-9850-6BD4-8E53-F8FC5E8AB1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D4E5B3-422F-2693-BA6C-79C2EC023F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FC8CA9-F5C9-CF8F-3DD5-2B328C13D1BF}"/>
              </a:ext>
            </a:extLst>
          </p:cNvPr>
          <p:cNvSpPr>
            <a:spLocks noGrp="1"/>
          </p:cNvSpPr>
          <p:nvPr>
            <p:ph type="body" idx="1"/>
          </p:nvPr>
        </p:nvSpPr>
        <p:spPr/>
        <p:txBody>
          <a:bodyPr/>
          <a:lstStyle/>
          <a:p>
            <a:pPr rtl="0"/>
            <a:r>
              <a:rPr lang="en-US"/>
              <a:t>Ian Connolly — </a:t>
            </a:r>
          </a:p>
          <a:p>
            <a:pPr rtl="0"/>
            <a:r>
              <a:rPr lang="en-US"/>
              <a:t>These are the primary requirements that drove those trades.</a:t>
            </a:r>
          </a:p>
          <a:p>
            <a:pPr rtl="0"/>
            <a:r>
              <a:rPr lang="en-US"/>
              <a:t>GNCC-1 and 2 cover communications: protocol, bandwidth, and data types. GNCC-3 and 4 cover altitude and position accuracy. GNCC-11 defined the manual override trade, and UAS-4 the computing trade.</a:t>
            </a:r>
          </a:p>
          <a:p>
            <a:pPr rtl="0"/>
            <a:r>
              <a:rPr lang="en-US"/>
              <a:t>The remaining TBDs in these requirements will close through the component-level trades.</a:t>
            </a:r>
          </a:p>
        </p:txBody>
      </p:sp>
      <p:sp>
        <p:nvSpPr>
          <p:cNvPr id="4" name="Slide Number Placeholder 3">
            <a:extLst>
              <a:ext uri="{FF2B5EF4-FFF2-40B4-BE49-F238E27FC236}">
                <a16:creationId xmlns:a16="http://schemas.microsoft.com/office/drawing/2014/main" id="{B273B79D-6354-F1EE-20B9-A5EC49388A1D}"/>
              </a:ext>
            </a:extLst>
          </p:cNvPr>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203248040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E26C0-E7CE-894E-CBF7-F10C4334A3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F55F5E-4BA9-DC2D-C81E-2A555E68B0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B1959C-2618-FB1F-C025-37D8E94172A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One of the Critical Trades we ran was on the UAS-Rover Communication Link. We investigated three different methods of achieving the data transfer. Wi-Fi, Bluetooth Low Energy, and a Custom RF Link (a COTS radio but a custom communication protocol). The criteria we initially selected as primary were Reliability and Range requirements.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We chose those criteria as Reliability is incredibly important to make sure that the data is sent across correctly and effectively ever single time we run our test mission. Range Requirements are important as if we fly outside of the range of whatever communication protocol we choose, our mission will fall flat as we won’t be able to send the necessary data for the Rover to function. In our investigation we found that all three methods meet the range requirement of communicating in an outdoor environment with a 5x5m square search area within Line of Sight.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Since every methods met the requirement well in further analysis, we devalued the importance of the range criteria and brought more importance to data rates. As we have the potential to send larger amounts of data to the rover to aid it in its goal. We ran some sensitivity analysis where we adjusted the weights of each of our criteria to see which criteria had the most impact on the potential methods. We figured out that Wi-Fi had a generally positive relationship with all of our requirements whereas our other two methods have less desirable relationships depending on the criteria. </a:t>
            </a:r>
            <a:br>
              <a:rPr lang="en-US"/>
            </a:br>
            <a:br>
              <a:rPr lang="en-US"/>
            </a:br>
            <a:r>
              <a:rPr lang="en-US"/>
              <a:t>We also ran a Monte Carlo to show that there was no overlap with our top choice and the other two choices. We can see in the Monte Carlo plot that Wi-Fi is by far and away the best way performer for our communication link requirements.</a:t>
            </a:r>
          </a:p>
        </p:txBody>
      </p:sp>
      <p:sp>
        <p:nvSpPr>
          <p:cNvPr id="4" name="Slide Number Placeholder 3">
            <a:extLst>
              <a:ext uri="{FF2B5EF4-FFF2-40B4-BE49-F238E27FC236}">
                <a16:creationId xmlns:a16="http://schemas.microsoft.com/office/drawing/2014/main" id="{B3178C8E-5E5A-E332-9866-A73D18CD4570}"/>
              </a:ext>
            </a:extLst>
          </p:cNvPr>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338064904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FBA60-3505-7E27-1634-6B4751F369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5D7155-B710-C2CA-5F31-6DA826F268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5C8BBB-3F7A-51C4-A705-F1948CC5BCE2}"/>
              </a:ext>
            </a:extLst>
          </p:cNvPr>
          <p:cNvSpPr>
            <a:spLocks noGrp="1"/>
          </p:cNvSpPr>
          <p:nvPr>
            <p:ph type="body" idx="1"/>
          </p:nvPr>
        </p:nvSpPr>
        <p:spPr/>
        <p:txBody>
          <a:bodyPr/>
          <a:lstStyle/>
          <a:p>
            <a:r>
              <a:rPr lang="en-US"/>
              <a:t>Talking about the specific values and their reasonings, for Wi-Fi it scores a 10 on Ease of Implementation as almost every device has Wi-Fi connectivity built in, and working with Wi-Fi in software is as simple as using a default network socket.</a:t>
            </a:r>
            <a:br>
              <a:rPr lang="en-US"/>
            </a:br>
            <a:br>
              <a:rPr lang="en-US"/>
            </a:br>
            <a:r>
              <a:rPr lang="en-US"/>
              <a:t>All three methods scored a 10 on the range requirement as they all meet or exceed the necessary range for our testing.</a:t>
            </a:r>
            <a:br>
              <a:rPr lang="en-US"/>
            </a:br>
            <a:br>
              <a:rPr lang="en-US"/>
            </a:br>
            <a:r>
              <a:rPr lang="en-US"/>
              <a:t>The Reliability and Correctness was our other primary criteria, Wi-Fi scores very high on this metric as it has TCP/IP to ensure correctness and automatic retransmission if packets are received inaccurately or aren’t received at all. Wi-Fi also uses a protocol CSMA/CA (Carrier Sense Mutual Access with Collision Avoidance) which ensures that we don’t lose our transmission due to cross talk in a high RF usage environment. (Can I talk more about CSMA/CA???)</a:t>
            </a:r>
            <a:br>
              <a:rPr lang="en-US"/>
            </a:br>
            <a:br>
              <a:rPr lang="en-US"/>
            </a:br>
            <a:r>
              <a:rPr lang="en-US"/>
              <a:t>With Data rates, Wi-Fi is by far and way the winner as it uses techniques such as QAM which modulates the spectrum to send multiple bits of information within a single bit time improving our link bandwidth. </a:t>
            </a:r>
          </a:p>
          <a:p>
            <a:endParaRPr lang="en-US"/>
          </a:p>
          <a:p>
            <a:r>
              <a:rPr lang="en-US"/>
              <a:t>As Wi-Fi scores very highly on all four of our metrics, it is the winner of our trade study and the technology we believe we should move forward with.</a:t>
            </a:r>
          </a:p>
        </p:txBody>
      </p:sp>
      <p:sp>
        <p:nvSpPr>
          <p:cNvPr id="4" name="Slide Number Placeholder 3">
            <a:extLst>
              <a:ext uri="{FF2B5EF4-FFF2-40B4-BE49-F238E27FC236}">
                <a16:creationId xmlns:a16="http://schemas.microsoft.com/office/drawing/2014/main" id="{1EC8F8E7-44B2-B4C9-DA6A-7790C5A1DE76}"/>
              </a:ext>
            </a:extLst>
          </p:cNvPr>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229627037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So the other critical trade we ran was on our computing architecture. This was to evaluate the best option for us to distribute our compute load. We evaluated a single onboard computer, a flight controller with a secondary computer, and a flight controller with a radio that transmits sensor data to a ground station. When we're thinking about hardware, the most important criteria are ease of implementation, system reliability, and latency. Other factors to consider are weight and power requirements, however those are less significant since they're more relevant to optimizing our system rather than building a strong foundation. </a:t>
            </a:r>
            <a:endParaRPr lang="en-US"/>
          </a:p>
          <a:p>
            <a:endParaRPr lang="en-US">
              <a:ea typeface="Calibri"/>
              <a:cs typeface="Calibri"/>
            </a:endParaRPr>
          </a:p>
          <a:p>
            <a:r>
              <a:rPr lang="en-US">
                <a:ea typeface="Calibri"/>
                <a:cs typeface="Calibri"/>
              </a:rPr>
              <a:t>Based on this criteria, we ran both sensitivity analysis and monte </a:t>
            </a:r>
            <a:r>
              <a:rPr lang="en-US" err="1">
                <a:ea typeface="Calibri"/>
                <a:cs typeface="Calibri"/>
              </a:rPr>
              <a:t>carlo</a:t>
            </a:r>
            <a:r>
              <a:rPr lang="en-US">
                <a:ea typeface="Calibri"/>
                <a:cs typeface="Calibri"/>
              </a:rPr>
              <a:t> trials to illustrate how each option performed under varying weights. As you can see from the charts on the right, both of the flight controller options clearly beat the single onboard computer, and although they appear close on those, the monte </a:t>
            </a:r>
            <a:r>
              <a:rPr lang="en-US" err="1">
                <a:ea typeface="Calibri"/>
                <a:cs typeface="Calibri"/>
              </a:rPr>
              <a:t>carlo</a:t>
            </a:r>
            <a:r>
              <a:rPr lang="en-US">
                <a:ea typeface="Calibri"/>
                <a:cs typeface="Calibri"/>
              </a:rPr>
              <a:t> chart on the left cements that the flight controller with a secondary computer is a step above the radio option.</a:t>
            </a:r>
          </a:p>
          <a:p>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A7796-1DF2-0BF0-BE1A-DBDB9C90EA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C9911D-1594-3E5F-379A-901B067EBA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37199B-78E4-E796-FDF4-BCDB5EEB245A}"/>
              </a:ext>
            </a:extLst>
          </p:cNvPr>
          <p:cNvSpPr>
            <a:spLocks noGrp="1"/>
          </p:cNvSpPr>
          <p:nvPr>
            <p:ph type="body" idx="1"/>
          </p:nvPr>
        </p:nvSpPr>
        <p:spPr/>
        <p:txBody>
          <a:bodyPr/>
          <a:lstStyle/>
          <a:p>
            <a:r>
              <a:rPr lang="en-US">
                <a:ea typeface="Calibri"/>
                <a:cs typeface="Calibri"/>
              </a:rPr>
              <a:t>Now diving into the scoring and reasoning behind those charts. You can see that the flight controller with a secondary computer really wins on all fronts aside from weight and power. Having an onboard computer process the non-deterministic sensor data allows for the flight controller to operate independently which supports both the reliability of the system and the response time.</a:t>
            </a:r>
          </a:p>
          <a:p>
            <a:r>
              <a:rPr lang="en-US">
                <a:ea typeface="Calibri"/>
                <a:cs typeface="Calibri"/>
              </a:rPr>
              <a:t>If for example, the onboard computer fails, the flight controller is still able to perform basic flight operations and can land safely. And in the case of manual override, we don't have heavy processing delays since our computing load is divided between the two computers, nor do we have to rely on radio transmission delay to a ground station. And even though having two computers demands the most weight and power, its well worth the strong foundation that this option provides for our architecture. </a:t>
            </a:r>
          </a:p>
        </p:txBody>
      </p:sp>
      <p:sp>
        <p:nvSpPr>
          <p:cNvPr id="4" name="Slide Number Placeholder 3">
            <a:extLst>
              <a:ext uri="{FF2B5EF4-FFF2-40B4-BE49-F238E27FC236}">
                <a16:creationId xmlns:a16="http://schemas.microsoft.com/office/drawing/2014/main" id="{5E3F3947-F3A5-24EA-9697-542F298B3188}"/>
              </a:ext>
            </a:extLst>
          </p:cNvPr>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67535983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04E9B-CEE0-D1ED-2E75-258A3FA6F6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324E2D-D24E-DDB8-D54D-5FA7A3C65F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4368A2-8D13-7452-9CF8-77E0C1DADF65}"/>
              </a:ext>
            </a:extLst>
          </p:cNvPr>
          <p:cNvSpPr>
            <a:spLocks noGrp="1"/>
          </p:cNvSpPr>
          <p:nvPr>
            <p:ph type="body" idx="1"/>
          </p:nvPr>
        </p:nvSpPr>
        <p:spPr/>
        <p:txBody>
          <a:bodyPr/>
          <a:lstStyle/>
          <a:p>
            <a:r>
              <a:rPr lang="en-US">
                <a:ea typeface="Calibri"/>
                <a:cs typeface="Calibri"/>
              </a:rPr>
              <a:t>Now with our trades complete for the system architecture, our plan is to dive into component level trades and modelling sensor integration so we're prepared when prototyping comes around the corner. Many of these component level trades are going to be in collaboration with other groups so we can conclude the best option for everyone's needs.</a:t>
            </a:r>
          </a:p>
        </p:txBody>
      </p:sp>
      <p:sp>
        <p:nvSpPr>
          <p:cNvPr id="4" name="Slide Number Placeholder 3">
            <a:extLst>
              <a:ext uri="{FF2B5EF4-FFF2-40B4-BE49-F238E27FC236}">
                <a16:creationId xmlns:a16="http://schemas.microsoft.com/office/drawing/2014/main" id="{0B2E8071-F589-5178-FCC5-211612B29553}"/>
              </a:ext>
            </a:extLst>
          </p:cNvPr>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4230162132"/>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C410E-99E4-E69D-F609-5BFA5237A6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F82138-45CF-52C6-B8B4-871064B79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CF9C34-1303-CA30-E89A-A4637B5963ED}"/>
              </a:ext>
            </a:extLst>
          </p:cNvPr>
          <p:cNvSpPr>
            <a:spLocks noGrp="1"/>
          </p:cNvSpPr>
          <p:nvPr>
            <p:ph type="body" idx="1"/>
          </p:nvPr>
        </p:nvSpPr>
        <p:spPr/>
        <p:txBody>
          <a:bodyPr/>
          <a:lstStyle/>
          <a:p>
            <a:r>
              <a:rPr lang="en-US">
                <a:ea typeface="Calibri"/>
                <a:cs typeface="Calibri"/>
              </a:rPr>
              <a:t>This section is intended to give a summary of our current best design choices</a:t>
            </a:r>
          </a:p>
          <a:p>
            <a:r>
              <a:rPr lang="en-US">
                <a:ea typeface="Calibri"/>
                <a:cs typeface="Calibri"/>
              </a:rPr>
              <a:t>These items will be locked down in the time between now and DR-2 but they are currently still subject to change as we continue to develop solutions and work on interfacing</a:t>
            </a:r>
          </a:p>
        </p:txBody>
      </p:sp>
      <p:sp>
        <p:nvSpPr>
          <p:cNvPr id="4" name="Slide Number Placeholder 3">
            <a:extLst>
              <a:ext uri="{FF2B5EF4-FFF2-40B4-BE49-F238E27FC236}">
                <a16:creationId xmlns:a16="http://schemas.microsoft.com/office/drawing/2014/main" id="{994ED240-7215-707E-BEE0-8CEB3E5E5234}"/>
              </a:ext>
            </a:extLst>
          </p:cNvPr>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213237780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B2349-3D93-1967-29BA-F69F83647E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8E0180-0AB3-A023-62D8-8E943F61EE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63CE06-03D9-3797-A658-B9F24097054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F423160-4D40-1DE7-B9BD-8295625A40EE}"/>
              </a:ext>
            </a:extLst>
          </p:cNvPr>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80011767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A6790-3D43-07C4-D62C-D54D588752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3CC870-C368-6C8D-65C5-568C1FB31A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FF024-4610-A5D8-00ED-10C8AC61583D}"/>
              </a:ext>
            </a:extLst>
          </p:cNvPr>
          <p:cNvSpPr>
            <a:spLocks noGrp="1"/>
          </p:cNvSpPr>
          <p:nvPr>
            <p:ph type="body" idx="1"/>
          </p:nvPr>
        </p:nvSpPr>
        <p:spPr/>
        <p:txBody>
          <a:bodyPr/>
          <a:lstStyle/>
          <a:p>
            <a:r>
              <a:rPr lang="en-US">
                <a:ea typeface="Calibri"/>
                <a:cs typeface="Calibri"/>
              </a:rPr>
              <a:t>TBD with further modeling:</a:t>
            </a:r>
          </a:p>
          <a:p>
            <a:pPr marL="171450" indent="-171450">
              <a:buFont typeface="Calibri"/>
              <a:buChar char="-"/>
            </a:pPr>
            <a:r>
              <a:rPr lang="en-US">
                <a:ea typeface="Calibri"/>
                <a:cs typeface="Calibri"/>
              </a:rPr>
              <a:t>Sensor fusion algorithm</a:t>
            </a:r>
          </a:p>
          <a:p>
            <a:pPr marL="171450" indent="-171450">
              <a:buFont typeface="Calibri"/>
              <a:buChar char="-"/>
            </a:pPr>
            <a:r>
              <a:rPr lang="en-US">
                <a:ea typeface="Calibri"/>
                <a:cs typeface="Calibri"/>
              </a:rPr>
              <a:t>Specific controller + computer combination</a:t>
            </a:r>
          </a:p>
        </p:txBody>
      </p:sp>
      <p:sp>
        <p:nvSpPr>
          <p:cNvPr id="4" name="Slide Number Placeholder 3">
            <a:extLst>
              <a:ext uri="{FF2B5EF4-FFF2-40B4-BE49-F238E27FC236}">
                <a16:creationId xmlns:a16="http://schemas.microsoft.com/office/drawing/2014/main" id="{2F1D65EF-F7D8-7BA0-49F5-15E181500FF5}"/>
              </a:ext>
            </a:extLst>
          </p:cNvPr>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96171026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64F28-9EAD-2013-72C0-A40DDE1BA4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51A280-9335-E0C1-7493-38C685D5A4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5D156A-312F-1B43-F939-E1F30FF67A9E}"/>
              </a:ext>
            </a:extLst>
          </p:cNvPr>
          <p:cNvSpPr>
            <a:spLocks noGrp="1"/>
          </p:cNvSpPr>
          <p:nvPr>
            <p:ph type="body" idx="1"/>
          </p:nvPr>
        </p:nvSpPr>
        <p:spPr/>
        <p:txBody>
          <a:bodyPr/>
          <a:lstStyle/>
          <a:p>
            <a:r>
              <a:rPr lang="en-US">
                <a:ea typeface="Calibri"/>
                <a:cs typeface="Calibri"/>
              </a:rPr>
              <a:t>These design questions will drive our models going forward</a:t>
            </a:r>
          </a:p>
          <a:p>
            <a:pPr marL="228600" indent="-228600">
              <a:buAutoNum type="arabicParenR"/>
            </a:pPr>
            <a:r>
              <a:rPr lang="en-US">
                <a:ea typeface="Calibri"/>
                <a:cs typeface="Calibri"/>
              </a:rPr>
              <a:t>How much power do we need, how do we make sure every component gets what it needs.</a:t>
            </a:r>
          </a:p>
          <a:p>
            <a:pPr marL="228600" indent="-228600">
              <a:buAutoNum type="arabicParenR"/>
            </a:pPr>
            <a:r>
              <a:rPr lang="en-US">
                <a:ea typeface="Calibri"/>
                <a:cs typeface="Calibri"/>
              </a:rPr>
              <a:t>This is important to inform propulsion and dynamics models</a:t>
            </a:r>
          </a:p>
          <a:p>
            <a:pPr marL="228600" indent="-228600">
              <a:buAutoNum type="arabicParenR"/>
            </a:pPr>
            <a:r>
              <a:rPr lang="en-US">
                <a:ea typeface="Calibri"/>
                <a:cs typeface="Calibri"/>
              </a:rPr>
              <a:t>See 4</a:t>
            </a:r>
          </a:p>
          <a:p>
            <a:pPr marL="228600" indent="-228600">
              <a:buAutoNum type="arabicParenR"/>
            </a:pPr>
            <a:r>
              <a:rPr lang="en-US">
                <a:ea typeface="Calibri"/>
                <a:cs typeface="Calibri"/>
              </a:rPr>
              <a:t>These are both incredibly important for mission completion verifiability as we prepare to move into prototyping and testing</a:t>
            </a:r>
          </a:p>
          <a:p>
            <a:pPr marL="228600" indent="-228600">
              <a:buAutoNum type="arabicParenR"/>
            </a:pPr>
            <a:r>
              <a:rPr lang="en-US">
                <a:ea typeface="Calibri"/>
                <a:cs typeface="Calibri"/>
              </a:rPr>
              <a:t>These will define how we are actually completing the main mission objective</a:t>
            </a:r>
          </a:p>
        </p:txBody>
      </p:sp>
      <p:sp>
        <p:nvSpPr>
          <p:cNvPr id="4" name="Slide Number Placeholder 3">
            <a:extLst>
              <a:ext uri="{FF2B5EF4-FFF2-40B4-BE49-F238E27FC236}">
                <a16:creationId xmlns:a16="http://schemas.microsoft.com/office/drawing/2014/main" id="{0861E5A9-1332-BDF1-404C-BB051B3DE3FA}"/>
              </a:ext>
            </a:extLst>
          </p:cNvPr>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36737207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22A68-FFCC-2B59-1A87-86B75C675B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00EBE9-9096-5DC8-76D2-AB6EC56FD5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B21359-D320-9525-819F-D95583A7877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88949D1-9BC4-A64B-B7D9-F89DECDB5ADC}"/>
              </a:ext>
            </a:extLst>
          </p:cNvPr>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78493745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3DB91-27D2-6E4F-69B7-7BD1FBFD94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031051-CBB5-33FF-9521-2F30644009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70394D-BC63-5E45-2D4A-37CE2AA0F9F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DC44B1A-A935-D265-92F4-1758D6DCD420}"/>
              </a:ext>
            </a:extLst>
          </p:cNvPr>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3649233199"/>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1AC34-4488-A8F8-F584-A1CC9A92C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C12FBE-18E2-3B95-BC89-4C295AA7E9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FC922B-9DBF-D963-CE4E-6D22BE62238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3EE26C5-E423-605E-1D1E-678223AC4812}"/>
              </a:ext>
            </a:extLst>
          </p:cNvPr>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388993940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CFD17-F96A-F9B8-9C61-E1FD6E4164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3AA6AE-494B-B4DE-2C5D-928F015F16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73022D-4F64-5981-E961-42B374086C9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306260E-5E15-51FF-B78D-DCD2A202E321}"/>
              </a:ext>
            </a:extLst>
          </p:cNvPr>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42293585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E2FB4-7243-7B03-CCF8-44FC65FEE8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4D6049-842D-A318-D73A-D2812053F5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CB1686-AC99-3963-2CB4-F3D2C388A55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B6431B6-B7E9-E797-8878-E645BD79C156}"/>
              </a:ext>
            </a:extLst>
          </p:cNvPr>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3649387829"/>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6C86F-E557-CD96-FEBF-8A7D26F85E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F2E6C6-8290-0C19-5B05-1B9A2DEACF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63C265-FD86-BA06-C195-9C553AFEF17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204282D-79AB-6FB1-D623-A43C82CF2996}"/>
              </a:ext>
            </a:extLst>
          </p:cNvPr>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7328293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B9190-7335-F754-D095-51D572A3FF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3AC8E1-861E-4090-C435-70D9F942BC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237887-6A11-E72B-5FF8-CCF35418E53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A577733-BC88-458C-0F6A-87E34540A6D5}"/>
              </a:ext>
            </a:extLst>
          </p:cNvPr>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81107388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42728-7DD3-17B9-B408-49389C1EBC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9A6EED-E97F-E47A-7A31-2D2AA53F36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AF0E08-6E53-B881-7D33-B8556F0D08D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E2887B6-D434-3247-C1B7-AF7CD712A69B}"/>
              </a:ext>
            </a:extLst>
          </p:cNvPr>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303824444"/>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0D7B8-D4EA-3524-1515-EBA12E4DFD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BEF644-6225-3EF8-D796-D0BD4D7CE0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DEF3BE-C023-5836-F8C4-3E5C26CCDC0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3C42602-3277-C368-EF73-BF2BAD04435B}"/>
              </a:ext>
            </a:extLst>
          </p:cNvPr>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47739810"/>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D441A-FCF8-0334-2D0C-BEEE616CED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8F7D41-160D-3F94-2E40-199F5F08E4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6FB884-0724-97D0-5513-3EF65ED8E336}"/>
              </a:ext>
            </a:extLst>
          </p:cNvPr>
          <p:cNvSpPr>
            <a:spLocks noGrp="1"/>
          </p:cNvSpPr>
          <p:nvPr>
            <p:ph type="body" idx="1"/>
          </p:nvPr>
        </p:nvSpPr>
        <p:spPr/>
        <p:txBody>
          <a:bodyPr/>
          <a:lstStyle/>
          <a:p>
            <a:r>
              <a:rPr lang="en-US"/>
              <a:t>SECTION DIVIDER — duplicate for each major section. Replace the kicker, title, and one-line description.</a:t>
            </a:r>
          </a:p>
        </p:txBody>
      </p:sp>
      <p:sp>
        <p:nvSpPr>
          <p:cNvPr id="4" name="Slide Number Placeholder 3">
            <a:extLst>
              <a:ext uri="{FF2B5EF4-FFF2-40B4-BE49-F238E27FC236}">
                <a16:creationId xmlns:a16="http://schemas.microsoft.com/office/drawing/2014/main" id="{7548D050-55E2-00A7-4D41-D02AAF30ACE2}"/>
              </a:ext>
            </a:extLst>
          </p:cNvPr>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66834076"/>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E26C0-E7CE-894E-CBF7-F10C4334A3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F55F5E-4BA9-DC2D-C81E-2A555E68B0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B1959C-2618-FB1F-C025-37D8E94172AA}"/>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B3178C8E-5E5A-E332-9866-A73D18CD4570}"/>
              </a:ext>
            </a:extLst>
          </p:cNvPr>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338064904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AE576-279A-8744-F5C0-A389455602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A1041B-31F9-67B5-E82A-854D9BCA36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2BE9BA-8E89-7A97-20AC-F8A2F4756CD8}"/>
              </a:ext>
            </a:extLst>
          </p:cNvPr>
          <p:cNvSpPr>
            <a:spLocks noGrp="1"/>
          </p:cNvSpPr>
          <p:nvPr>
            <p:ph type="body" idx="1"/>
          </p:nvPr>
        </p:nvSpPr>
        <p:spPr/>
        <p:txBody>
          <a:bodyPr/>
          <a:lstStyle/>
          <a:p>
            <a:r>
              <a:rPr lang="en-US"/>
              <a:t>TWO-COLUMN — for comparisons, pros/cons, or UAS-vs-Rover splits. Recolor the accent tick to EVE blue (UAS) or amber (Rover).</a:t>
            </a:r>
          </a:p>
        </p:txBody>
      </p:sp>
      <p:sp>
        <p:nvSpPr>
          <p:cNvPr id="4" name="Slide Number Placeholder 3">
            <a:extLst>
              <a:ext uri="{FF2B5EF4-FFF2-40B4-BE49-F238E27FC236}">
                <a16:creationId xmlns:a16="http://schemas.microsoft.com/office/drawing/2014/main" id="{33AE819E-264D-60DC-670B-A9C13C81BAB4}"/>
              </a:ext>
            </a:extLst>
          </p:cNvPr>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638138599"/>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3F1C8-966E-2599-B86D-C90DDED599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F93986-7A6F-40E8-9443-BA47FB2A32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CD7C56-3D94-D9A2-7986-468663F70432}"/>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BD4819E1-0F2C-70E7-F85A-4B6AAA82B722}"/>
              </a:ext>
            </a:extLst>
          </p:cNvPr>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308566419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E48BD-C274-02D7-337C-FA89A94EE5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6E74F0-A70F-6119-165D-1CFDB66E85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759C62-990B-DBAE-F806-8D31CCB8B640}"/>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7D6045DB-1266-9151-EB4D-61D099098228}"/>
              </a:ext>
            </a:extLst>
          </p:cNvPr>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2259858924"/>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17760-FD98-B658-D758-F7FC26E832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88B7FC-FC75-6869-7F89-26713D5F83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6B9979-D8CD-A5A0-60C7-24CCFEA32B98}"/>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90162D83-DB1D-81B8-0085-3599AED29330}"/>
              </a:ext>
            </a:extLst>
          </p:cNvPr>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2269320638"/>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FBEB4-61D7-98D4-81B0-002A1335AC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9223F9-5D90-4C01-6B5B-E51A62B7EF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222EB2-2B37-A12E-A5AE-93DB90F40FE8}"/>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8E36BF15-47A5-561B-8610-47C94E969C25}"/>
              </a:ext>
            </a:extLst>
          </p:cNvPr>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2308399498"/>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3B832-12EC-B2CD-92DB-BB58CD45E5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5F82BE-FBEA-65BC-D2CD-B2B4A945A5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DD5354-B7A4-DBA5-0189-AE4654006908}"/>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B7BF73A4-B177-877E-3D85-E1B9B11A9EEE}"/>
              </a:ext>
            </a:extLst>
          </p:cNvPr>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378449660"/>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8FDD6-B39A-45B8-CA74-EC59A238D9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F0E3A-F7B7-FF3D-C651-238128867D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2EB13C-7EEA-95FD-8215-F1D3821FF533}"/>
              </a:ext>
            </a:extLst>
          </p:cNvPr>
          <p:cNvSpPr>
            <a:spLocks noGrp="1"/>
          </p:cNvSpPr>
          <p:nvPr>
            <p:ph type="body" idx="1"/>
          </p:nvPr>
        </p:nvSpPr>
        <p:spPr/>
        <p:txBody>
          <a:bodyPr/>
          <a:lstStyle/>
          <a:p>
            <a:r>
              <a:rPr lang="en-US"/>
              <a:t>SECTION DIVIDER — duplicate for each major section. Replace the kicker, title, and one-line description.</a:t>
            </a:r>
          </a:p>
        </p:txBody>
      </p:sp>
      <p:sp>
        <p:nvSpPr>
          <p:cNvPr id="4" name="Slide Number Placeholder 3">
            <a:extLst>
              <a:ext uri="{FF2B5EF4-FFF2-40B4-BE49-F238E27FC236}">
                <a16:creationId xmlns:a16="http://schemas.microsoft.com/office/drawing/2014/main" id="{69E62293-8443-7C54-D208-EAD1325F441A}"/>
              </a:ext>
            </a:extLst>
          </p:cNvPr>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4123178152"/>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7C430-8689-A1CC-8CB6-A00490AA0B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D8F137-348F-E253-8BCA-D1FF7A64D6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A3568A-8E7F-DDA2-359D-7A17F5A2A000}"/>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a:p>
            <a:endParaRPr lang="en-US"/>
          </a:p>
          <a:p>
            <a:r>
              <a:rPr lang="en-US" err="1"/>
              <a:t>IWeights</a:t>
            </a:r>
            <a:r>
              <a:rPr lang="en-US"/>
              <a:t>: 30,40,15,15</a:t>
            </a:r>
          </a:p>
          <a:p>
            <a:endParaRPr lang="en-US"/>
          </a:p>
        </p:txBody>
      </p:sp>
      <p:sp>
        <p:nvSpPr>
          <p:cNvPr id="4" name="Slide Number Placeholder 3">
            <a:extLst>
              <a:ext uri="{FF2B5EF4-FFF2-40B4-BE49-F238E27FC236}">
                <a16:creationId xmlns:a16="http://schemas.microsoft.com/office/drawing/2014/main" id="{CCFCA3A1-E527-382C-E1E4-EB2A59704857}"/>
              </a:ext>
            </a:extLst>
          </p:cNvPr>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3570847086"/>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12B42-72F1-02D1-FA48-C3D4AC9DE6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FAA614-9D40-C44D-9755-299D5CA3CC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1D9669-7D09-4E29-0D5B-F0F3D8754995}"/>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a:p>
            <a:endParaRPr lang="en-US"/>
          </a:p>
          <a:p>
            <a:r>
              <a:rPr lang="en-US" err="1"/>
              <a:t>IWeights</a:t>
            </a:r>
            <a:r>
              <a:rPr lang="en-US"/>
              <a:t>: 30,40,15,15</a:t>
            </a:r>
          </a:p>
          <a:p>
            <a:endParaRPr lang="en-US"/>
          </a:p>
        </p:txBody>
      </p:sp>
      <p:sp>
        <p:nvSpPr>
          <p:cNvPr id="4" name="Slide Number Placeholder 3">
            <a:extLst>
              <a:ext uri="{FF2B5EF4-FFF2-40B4-BE49-F238E27FC236}">
                <a16:creationId xmlns:a16="http://schemas.microsoft.com/office/drawing/2014/main" id="{C02532EB-660A-F8F3-D404-35C41A6AAEB8}"/>
              </a:ext>
            </a:extLst>
          </p:cNvPr>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272455307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30E70-8FDE-B88F-7350-2D0C6E84F5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02237C-C67F-0FBC-7CA1-7217F902AB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BA06E8-927E-86D6-937E-076FD940F065}"/>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a:p>
            <a:endParaRPr lang="en-US"/>
          </a:p>
          <a:p>
            <a:r>
              <a:rPr lang="en-US" err="1"/>
              <a:t>IWeights</a:t>
            </a:r>
            <a:r>
              <a:rPr lang="en-US"/>
              <a:t>: 30,40,15,15</a:t>
            </a:r>
          </a:p>
          <a:p>
            <a:endParaRPr lang="en-US"/>
          </a:p>
        </p:txBody>
      </p:sp>
      <p:sp>
        <p:nvSpPr>
          <p:cNvPr id="4" name="Slide Number Placeholder 3">
            <a:extLst>
              <a:ext uri="{FF2B5EF4-FFF2-40B4-BE49-F238E27FC236}">
                <a16:creationId xmlns:a16="http://schemas.microsoft.com/office/drawing/2014/main" id="{4E6511A1-130F-D977-AA7C-B527630D9017}"/>
              </a:ext>
            </a:extLst>
          </p:cNvPr>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3143188034"/>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TWO-COLUMN — for comparisons, pros/cons, or UAS-vs-Rover splits. Recolor the accent tick to EVE blue (UAS) or amber (Rover).</a:t>
            </a:r>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73367-8915-2110-110F-0FF4A707B2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49B8EF-2F1C-C51C-0931-A9C1065C0E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0612AD-BCF4-E2BB-1BBB-932BC7565ECF}"/>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5133D526-B36C-33A6-0D66-411D9712F8A6}"/>
              </a:ext>
            </a:extLst>
          </p:cNvPr>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4244036382"/>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B76DA-7F69-8F5C-4B58-AC76FC6BB6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8CF516-0BF2-F630-799D-FC857A3333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451741-EED8-9FB1-4B16-EF4F3E6DF6A6}"/>
              </a:ext>
            </a:extLst>
          </p:cNvPr>
          <p:cNvSpPr>
            <a:spLocks noGrp="1"/>
          </p:cNvSpPr>
          <p:nvPr>
            <p:ph type="body" idx="1"/>
          </p:nvPr>
        </p:nvSpPr>
        <p:spPr/>
        <p:txBody>
          <a:bodyPr/>
          <a:lstStyle/>
          <a:p>
            <a:r>
              <a:rPr lang="en-US"/>
              <a:t>SECTION DIVIDER — duplicate for each major section. Replace the kicker, title, and one-line description.</a:t>
            </a:r>
          </a:p>
        </p:txBody>
      </p:sp>
      <p:sp>
        <p:nvSpPr>
          <p:cNvPr id="4" name="Slide Number Placeholder 3">
            <a:extLst>
              <a:ext uri="{FF2B5EF4-FFF2-40B4-BE49-F238E27FC236}">
                <a16:creationId xmlns:a16="http://schemas.microsoft.com/office/drawing/2014/main" id="{FEC71A7A-F4CF-3793-1D71-AA04143B37B8}"/>
              </a:ext>
            </a:extLst>
          </p:cNvPr>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853096654"/>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C55B5-B925-3281-20EC-6684CCFE51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1930C2-8048-9261-80E2-6829363D40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69F8E2-46E3-16EE-D474-859626C77434}"/>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292474DB-FE5D-63B2-1731-D37966C6CA4D}"/>
              </a:ext>
            </a:extLst>
          </p:cNvPr>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9632531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34EFB-6BAA-9B00-745D-086D6DDE46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955E75-7F48-2F13-F032-F8A6941C52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8F02ED-33DC-2057-AC7C-2F192F2FF20B}"/>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6F892766-BC8C-5A70-74FC-81B18C1AF984}"/>
              </a:ext>
            </a:extLst>
          </p:cNvPr>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2139531479"/>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6BEA2-9149-4774-87F3-3CB6119E50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7B970F-2BBC-A5CE-82F3-FE0EF5DBF9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B22761-3DA7-4E6D-6626-9ACD4CA100FB}"/>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46345E56-3234-C89B-73CD-5D081BD134AE}"/>
              </a:ext>
            </a:extLst>
          </p:cNvPr>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966032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EAA7E-82B1-F3E2-D0B3-BC986243C0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FA4EB4-6740-6CBF-845D-ED9A2A4D24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02528B-6A07-98C3-12B1-24FE5B42F2EE}"/>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AD5CAD2E-9B6D-51FF-F160-5ABF8CD890A2}"/>
              </a:ext>
            </a:extLst>
          </p:cNvPr>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2598165815"/>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459B4-7472-9308-8987-919F50F781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9BB927-1887-E8A4-AB5A-2D40E7AD17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CD920B-775D-AD84-D10D-34B6A0C6A5CE}"/>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08F46B2E-9529-32B1-AB8C-A66020E95230}"/>
              </a:ext>
            </a:extLst>
          </p:cNvPr>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4121644297"/>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FC11D-5E9F-0270-5003-EF86834755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FBD098-8C2F-63B4-E53E-7CA971C14F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646CFF-67B3-F6B5-1AED-24B28B85B4B1}"/>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905B104A-8792-91A6-F446-D53EA78F4503}"/>
              </a:ext>
            </a:extLst>
          </p:cNvPr>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852945688"/>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3AE0F-7039-DEF1-02F7-290E7F3685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025B77-EAF2-AB5F-FA3F-233E312D2A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C3119E-A951-88A0-5D95-954CC0542EB6}"/>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C6C3745A-B160-1E10-3BC1-F83A511AAC9A}"/>
              </a:ext>
            </a:extLst>
          </p:cNvPr>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3140217264"/>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45820-69C8-5771-1276-2B0450821F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63BE44-12C1-3C24-1E57-844A395153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475A02-6ADF-F571-551A-4CE7217E8211}"/>
              </a:ext>
            </a:extLst>
          </p:cNvPr>
          <p:cNvSpPr>
            <a:spLocks noGrp="1"/>
          </p:cNvSpPr>
          <p:nvPr>
            <p:ph type="body" idx="1"/>
          </p:nvPr>
        </p:nvSpPr>
        <p:spPr/>
        <p:txBody>
          <a:bodyPr/>
          <a:lstStyle/>
          <a:p>
            <a:r>
              <a:rPr lang="en-US"/>
              <a:t>SECTION DIVIDER — duplicate for each major section. Replace the kicker, title, and one-line description.</a:t>
            </a:r>
          </a:p>
        </p:txBody>
      </p:sp>
      <p:sp>
        <p:nvSpPr>
          <p:cNvPr id="4" name="Slide Number Placeholder 3">
            <a:extLst>
              <a:ext uri="{FF2B5EF4-FFF2-40B4-BE49-F238E27FC236}">
                <a16:creationId xmlns:a16="http://schemas.microsoft.com/office/drawing/2014/main" id="{7A3FF455-D4C1-576D-75D7-681C82824CF2}"/>
              </a:ext>
            </a:extLst>
          </p:cNvPr>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15667622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CACE6-447A-CB75-38D6-4CA3A71D8D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25590-491B-4355-4781-A4CC8451C5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2A73BA-4B21-C3B6-3868-FC733017F51B}"/>
              </a:ext>
            </a:extLst>
          </p:cNvPr>
          <p:cNvSpPr>
            <a:spLocks noGrp="1"/>
          </p:cNvSpPr>
          <p:nvPr>
            <p:ph type="body" idx="1"/>
          </p:nvPr>
        </p:nvSpPr>
        <p:spPr/>
        <p:txBody>
          <a:bodyPr/>
          <a:lstStyle/>
          <a:p>
            <a:r>
              <a:rPr lang="en-US"/>
              <a:t>STANDARD CONTENT — the default working slide. Replace the title, bullets, and visual box. Drop the visual box and widen the text if you don't need an image.</a:t>
            </a:r>
          </a:p>
        </p:txBody>
      </p:sp>
      <p:sp>
        <p:nvSpPr>
          <p:cNvPr id="4" name="Slide Number Placeholder 3">
            <a:extLst>
              <a:ext uri="{FF2B5EF4-FFF2-40B4-BE49-F238E27FC236}">
                <a16:creationId xmlns:a16="http://schemas.microsoft.com/office/drawing/2014/main" id="{13F4EE5F-E0CA-1F6C-F800-8EAACCA28819}"/>
              </a:ext>
            </a:extLst>
          </p:cNvPr>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3953566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D8CD083-20FC-8ED0-9713-75F4A1C765D7}"/>
              </a:ext>
            </a:extLst>
          </p:cNvPr>
          <p:cNvSpPr>
            <a:spLocks noGrp="1"/>
          </p:cNvSpPr>
          <p:nvPr>
            <p:ph type="ftr" sz="quarter" idx="10"/>
          </p:nvPr>
        </p:nvSpPr>
        <p:spPr/>
        <p:txBody>
          <a:bodyPr/>
          <a:lstStyle/>
          <a:p>
            <a:endParaRPr lang="en-US"/>
          </a:p>
        </p:txBody>
      </p:sp>
      <p:sp>
        <p:nvSpPr>
          <p:cNvPr id="3" name="Slide Number Placeholder 2">
            <a:extLst>
              <a:ext uri="{FF2B5EF4-FFF2-40B4-BE49-F238E27FC236}">
                <a16:creationId xmlns:a16="http://schemas.microsoft.com/office/drawing/2014/main" id="{895F034A-C80C-0CB7-3191-A361156C855C}"/>
              </a:ext>
            </a:extLst>
          </p:cNvPr>
          <p:cNvSpPr>
            <a:spLocks noGrp="1"/>
          </p:cNvSpPr>
          <p:nvPr>
            <p:ph type="sldNum" sz="quarter" idx="11"/>
          </p:nvPr>
        </p:nvSpPr>
        <p:spPr/>
        <p:txBody>
          <a:bodyPr/>
          <a:lstStyle/>
          <a:p>
            <a:fld id="{6ACAF18C-C32B-5246-8B79-94468F598665}" type="slidenum">
              <a:rPr lang="en-US" smtClean="0"/>
              <a:t>‹#›</a:t>
            </a:fld>
            <a:endParaRPr lang="en-US"/>
          </a:p>
        </p:txBody>
      </p:sp>
    </p:spTree>
    <p:extLst>
      <p:ext uri="{BB962C8B-B14F-4D97-AF65-F5344CB8AC3E}">
        <p14:creationId xmlns:p14="http://schemas.microsoft.com/office/powerpoint/2010/main" val="41060011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9/29/2026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6.gif"/><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6.gif"/><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9.jpe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png"/><Relationship Id="rId7"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2.xml"/><Relationship Id="rId5" Type="http://schemas.openxmlformats.org/officeDocument/2006/relationships/image" Target="../media/image21.png"/><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2.xml"/><Relationship Id="rId6" Type="http://schemas.openxmlformats.org/officeDocument/2006/relationships/image" Target="../media/image31.png"/><Relationship Id="rId5" Type="http://schemas.openxmlformats.org/officeDocument/2006/relationships/image" Target="../media/image30.gif"/><Relationship Id="rId4" Type="http://schemas.openxmlformats.org/officeDocument/2006/relationships/image" Target="../media/image29.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2.xml"/><Relationship Id="rId5" Type="http://schemas.openxmlformats.org/officeDocument/2006/relationships/image" Target="../media/image33.png"/><Relationship Id="rId4" Type="http://schemas.openxmlformats.org/officeDocument/2006/relationships/image" Target="../media/image32.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12.xml"/><Relationship Id="rId4" Type="http://schemas.openxmlformats.org/officeDocument/2006/relationships/image" Target="../media/image34.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12.xml"/><Relationship Id="rId4" Type="http://schemas.openxmlformats.org/officeDocument/2006/relationships/image" Target="../media/image35.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12.xml"/><Relationship Id="rId4" Type="http://schemas.openxmlformats.org/officeDocument/2006/relationships/image" Target="../media/image36.png"/></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12.xml"/><Relationship Id="rId4" Type="http://schemas.openxmlformats.org/officeDocument/2006/relationships/image" Target="../media/image37.pn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1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1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6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2.xml"/><Relationship Id="rId1" Type="http://schemas.openxmlformats.org/officeDocument/2006/relationships/slideLayout" Target="../slideLayouts/slideLayout12.xml"/><Relationship Id="rId4" Type="http://schemas.openxmlformats.org/officeDocument/2006/relationships/image" Target="../media/image45.png"/></Relationships>
</file>

<file path=ppt/slides/_rels/slide6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3.xml"/><Relationship Id="rId1" Type="http://schemas.openxmlformats.org/officeDocument/2006/relationships/slideLayout" Target="../slideLayouts/slideLayout12.xml"/><Relationship Id="rId4" Type="http://schemas.openxmlformats.org/officeDocument/2006/relationships/image" Target="../media/image46.png"/></Relationships>
</file>

<file path=ppt/slides/_rels/slide69.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50.png"/><Relationship Id="rId2" Type="http://schemas.openxmlformats.org/officeDocument/2006/relationships/notesSlide" Target="../notesSlides/notesSlide64.xml"/><Relationship Id="rId1" Type="http://schemas.openxmlformats.org/officeDocument/2006/relationships/slideLayout" Target="../slideLayouts/slideLayout1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5.xml"/><Relationship Id="rId1" Type="http://schemas.openxmlformats.org/officeDocument/2006/relationships/slideLayout" Target="../slideLayouts/slideLayout12.xml"/><Relationship Id="rId4" Type="http://schemas.openxmlformats.org/officeDocument/2006/relationships/image" Target="../media/image51.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7.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8.xml"/><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9.xml"/><Relationship Id="rId1" Type="http://schemas.openxmlformats.org/officeDocument/2006/relationships/slideLayout" Target="../slideLayouts/slideLayout12.xml"/><Relationship Id="rId4" Type="http://schemas.openxmlformats.org/officeDocument/2006/relationships/image" Target="../media/image52.png"/></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0.xml"/><Relationship Id="rId1" Type="http://schemas.openxmlformats.org/officeDocument/2006/relationships/slideLayout" Target="../slideLayouts/slideLayout12.xml"/><Relationship Id="rId4" Type="http://schemas.openxmlformats.org/officeDocument/2006/relationships/image" Target="../media/image53.png"/></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2.xml"/><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3" Type="http://schemas.microsoft.com/office/2018/10/relationships/comments" Target="../comments/modernComment_160_0.xml"/><Relationship Id="rId2" Type="http://schemas.openxmlformats.org/officeDocument/2006/relationships/notesSlide" Target="../notesSlides/notesSlide74.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5.xml"/><Relationship Id="rId1" Type="http://schemas.openxmlformats.org/officeDocument/2006/relationships/slideLayout" Target="../slideLayouts/slideLayout12.xml"/><Relationship Id="rId4" Type="http://schemas.openxmlformats.org/officeDocument/2006/relationships/image" Target="../media/image54.png"/></Relationships>
</file>

<file path=ppt/slides/_rels/slide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6.xml"/><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7.xml"/><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8.xml"/><Relationship Id="rId1" Type="http://schemas.openxmlformats.org/officeDocument/2006/relationships/slideLayout" Target="../slideLayouts/slideLayout12.xml"/><Relationship Id="rId5" Type="http://schemas.openxmlformats.org/officeDocument/2006/relationships/image" Target="../media/image56.png"/><Relationship Id="rId4" Type="http://schemas.openxmlformats.org/officeDocument/2006/relationships/image" Target="../media/image55.png"/></Relationships>
</file>

<file path=ppt/slides/_rels/slide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9.xml"/><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80.xml"/><Relationship Id="rId1" Type="http://schemas.openxmlformats.org/officeDocument/2006/relationships/slideLayout" Target="../slideLayouts/slideLayout12.xml"/><Relationship Id="rId4" Type="http://schemas.openxmlformats.org/officeDocument/2006/relationships/image" Target="../media/image58.png"/></Relationships>
</file>

<file path=ppt/slides/_rels/slide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1.xml"/><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2.xml"/><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4.xml"/><Relationship Id="rId1" Type="http://schemas.openxmlformats.org/officeDocument/2006/relationships/slideLayout" Target="../slideLayouts/slideLayout12.xml"/><Relationship Id="rId6" Type="http://schemas.openxmlformats.org/officeDocument/2006/relationships/image" Target="../media/image28.png"/><Relationship Id="rId5" Type="http://schemas.openxmlformats.org/officeDocument/2006/relationships/image" Target="../media/image60.jpeg"/><Relationship Id="rId4" Type="http://schemas.openxmlformats.org/officeDocument/2006/relationships/image" Target="../media/image59.png"/></Relationships>
</file>

<file path=ppt/slides/_rels/slide9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5.xml"/><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6.xml"/><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8.xml"/><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9.xml"/><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0.xml"/><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1.xml"/><Relationship Id="rId1" Type="http://schemas.openxmlformats.org/officeDocument/2006/relationships/slideLayout" Target="../slideLayouts/slideLayout12.xml"/><Relationship Id="rId5" Type="http://schemas.openxmlformats.org/officeDocument/2006/relationships/image" Target="../media/image62.png"/><Relationship Id="rId4" Type="http://schemas.openxmlformats.org/officeDocument/2006/relationships/image" Target="../media/image61.png"/></Relationships>
</file>

<file path=ppt/slides/_rels/slide9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2.xml"/><Relationship Id="rId1" Type="http://schemas.openxmlformats.org/officeDocument/2006/relationships/slideLayout" Target="../slideLayouts/slideLayout12.xml"/><Relationship Id="rId6" Type="http://schemas.openxmlformats.org/officeDocument/2006/relationships/hyperlink" Target="https://ai.stanford.edu/~gabeh/papers/Quadrotor_Dynamics_GNC07.pdf" TargetMode="External"/><Relationship Id="rId5" Type="http://schemas.openxmlformats.org/officeDocument/2006/relationships/image" Target="../media/image64.png"/><Relationship Id="rId4" Type="http://schemas.openxmlformats.org/officeDocument/2006/relationships/image" Target="../media/image63.png"/></Relationships>
</file>

<file path=ppt/slides/_rels/slide9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3.xml"/><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4.xml"/><Relationship Id="rId1" Type="http://schemas.openxmlformats.org/officeDocument/2006/relationships/slideLayout" Target="../slideLayouts/slideLayout1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7.xml"/><Relationship Id="rId1" Type="http://schemas.openxmlformats.org/officeDocument/2006/relationships/slideLayout" Target="../slideLayouts/slideLayout12.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10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98.xml"/><Relationship Id="rId1" Type="http://schemas.openxmlformats.org/officeDocument/2006/relationships/slideLayout" Target="../slideLayouts/slideLayout12.xml"/><Relationship Id="rId4" Type="http://schemas.openxmlformats.org/officeDocument/2006/relationships/image" Target="../media/image46.png"/></Relationships>
</file>

<file path=ppt/slides/_rels/slide10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4.png"/><Relationship Id="rId2" Type="http://schemas.openxmlformats.org/officeDocument/2006/relationships/notesSlide" Target="../notesSlides/notesSlide99.xml"/><Relationship Id="rId1" Type="http://schemas.openxmlformats.org/officeDocument/2006/relationships/slideLayout" Target="../slideLayouts/slideLayout12.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10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0.xml"/><Relationship Id="rId1" Type="http://schemas.openxmlformats.org/officeDocument/2006/relationships/slideLayout" Target="../slideLayouts/slideLayout12.xml"/><Relationship Id="rId4" Type="http://schemas.openxmlformats.org/officeDocument/2006/relationships/image" Target="../media/image75.png"/></Relationships>
</file>

<file path=ppt/slides/_rels/slide10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1.xml"/><Relationship Id="rId1" Type="http://schemas.openxmlformats.org/officeDocument/2006/relationships/slideLayout" Target="../slideLayouts/slideLayout12.xml"/><Relationship Id="rId4" Type="http://schemas.openxmlformats.org/officeDocument/2006/relationships/image" Target="../media/image76.png"/></Relationships>
</file>

<file path=ppt/slides/_rels/slide10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2.xml"/><Relationship Id="rId1" Type="http://schemas.openxmlformats.org/officeDocument/2006/relationships/slideLayout" Target="../slideLayouts/slideLayout12.xml"/><Relationship Id="rId4" Type="http://schemas.openxmlformats.org/officeDocument/2006/relationships/image" Target="../media/image77.png"/></Relationships>
</file>

<file path=ppt/slides/_rels/slide10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3.xml"/><Relationship Id="rId1" Type="http://schemas.openxmlformats.org/officeDocument/2006/relationships/slideLayout" Target="../slideLayouts/slideLayout12.xml"/><Relationship Id="rId4" Type="http://schemas.openxmlformats.org/officeDocument/2006/relationships/image" Target="../media/image78.jpeg"/></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05.xml"/><Relationship Id="rId1" Type="http://schemas.openxmlformats.org/officeDocument/2006/relationships/slideLayout" Target="../slideLayouts/slideLayout12.xml"/><Relationship Id="rId4" Type="http://schemas.openxmlformats.org/officeDocument/2006/relationships/image" Target="../media/image80.png"/></Relationships>
</file>

<file path=ppt/slides/_rels/slide1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6.xml"/><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07.xml"/><Relationship Id="rId1" Type="http://schemas.openxmlformats.org/officeDocument/2006/relationships/slideLayout" Target="../slideLayouts/slideLayout12.xml"/><Relationship Id="rId4" Type="http://schemas.openxmlformats.org/officeDocument/2006/relationships/image" Target="../media/image82.png"/></Relationships>
</file>

<file path=ppt/slides/_rels/slide1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8.xml"/><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09.xml"/><Relationship Id="rId1" Type="http://schemas.openxmlformats.org/officeDocument/2006/relationships/slideLayout" Target="../slideLayouts/slideLayout12.xml"/><Relationship Id="rId4" Type="http://schemas.openxmlformats.org/officeDocument/2006/relationships/image" Target="../media/image84.png"/></Relationships>
</file>

<file path=ppt/slides/_rels/slide1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0.xml"/><Relationship Id="rId1" Type="http://schemas.openxmlformats.org/officeDocument/2006/relationships/slideLayout" Target="../slideLayouts/slideLayout12.xml"/></Relationships>
</file>

<file path=ppt/slides/_rels/slide11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11.xml"/><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2.xml"/><Relationship Id="rId1" Type="http://schemas.openxmlformats.org/officeDocument/2006/relationships/slideLayout" Target="../slideLayouts/slideLayout12.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4.xml"/><Relationship Id="rId1" Type="http://schemas.openxmlformats.org/officeDocument/2006/relationships/slideLayout" Target="../slideLayouts/slideLayout12.xml"/><Relationship Id="rId5" Type="http://schemas.openxmlformats.org/officeDocument/2006/relationships/image" Target="../media/image89.png"/><Relationship Id="rId4" Type="http://schemas.openxmlformats.org/officeDocument/2006/relationships/image" Target="../media/image88.png"/></Relationships>
</file>

<file path=ppt/slides/_rels/slide1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5.xml"/><Relationship Id="rId1" Type="http://schemas.openxmlformats.org/officeDocument/2006/relationships/slideLayout" Target="../slideLayouts/slideLayout12.xml"/><Relationship Id="rId5" Type="http://schemas.openxmlformats.org/officeDocument/2006/relationships/image" Target="../media/image91.png"/><Relationship Id="rId4" Type="http://schemas.openxmlformats.org/officeDocument/2006/relationships/image" Target="../media/image90.png"/></Relationships>
</file>

<file path=ppt/slides/_rels/slide1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6.xml"/><Relationship Id="rId1" Type="http://schemas.openxmlformats.org/officeDocument/2006/relationships/slideLayout" Target="../slideLayouts/slideLayout12.xml"/><Relationship Id="rId5" Type="http://schemas.openxmlformats.org/officeDocument/2006/relationships/image" Target="../media/image93.png"/><Relationship Id="rId4" Type="http://schemas.openxmlformats.org/officeDocument/2006/relationships/image" Target="../media/image92.png"/></Relationships>
</file>

<file path=ppt/slides/_rels/slide1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7.xml"/><Relationship Id="rId1" Type="http://schemas.openxmlformats.org/officeDocument/2006/relationships/slideLayout" Target="../slideLayouts/slideLayout12.xml"/><Relationship Id="rId4" Type="http://schemas.openxmlformats.org/officeDocument/2006/relationships/image" Target="../media/image94.png"/></Relationships>
</file>

<file path=ppt/slides/_rels/slide1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8.xml"/><Relationship Id="rId1" Type="http://schemas.openxmlformats.org/officeDocument/2006/relationships/slideLayout" Target="../slideLayouts/slideLayout12.xml"/><Relationship Id="rId4" Type="http://schemas.openxmlformats.org/officeDocument/2006/relationships/image" Target="../media/image95.png"/></Relationships>
</file>

<file path=ppt/slides/_rels/slide1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9.xml"/><Relationship Id="rId1" Type="http://schemas.openxmlformats.org/officeDocument/2006/relationships/slideLayout" Target="../slideLayouts/slideLayout12.xml"/><Relationship Id="rId4" Type="http://schemas.openxmlformats.org/officeDocument/2006/relationships/image" Target="../media/image90.png"/></Relationships>
</file>

<file path=ppt/slides/_rels/slide1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0.xml"/><Relationship Id="rId1" Type="http://schemas.openxmlformats.org/officeDocument/2006/relationships/slideLayout" Target="../slideLayouts/slideLayout12.xml"/><Relationship Id="rId4" Type="http://schemas.openxmlformats.org/officeDocument/2006/relationships/image" Target="../media/image96.png"/></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2.xml"/></Relationships>
</file>

<file path=ppt/slides/_rels/slide1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2.xml"/><Relationship Id="rId1" Type="http://schemas.openxmlformats.org/officeDocument/2006/relationships/slideLayout" Target="../slideLayouts/slideLayout12.xml"/><Relationship Id="rId5" Type="http://schemas.openxmlformats.org/officeDocument/2006/relationships/image" Target="../media/image98.jpeg"/><Relationship Id="rId4" Type="http://schemas.openxmlformats.org/officeDocument/2006/relationships/image" Target="../media/image97.jpeg"/></Relationships>
</file>

<file path=ppt/slides/_rels/slide128.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12.xml"/><Relationship Id="rId5" Type="http://schemas.openxmlformats.org/officeDocument/2006/relationships/image" Target="../media/image102.png"/><Relationship Id="rId4" Type="http://schemas.openxmlformats.org/officeDocument/2006/relationships/image" Target="../media/image101.png"/></Relationships>
</file>

<file path=ppt/slides/_rels/slide129.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12.xml"/></Relationships>
</file>

<file path=ppt/slides/_rels/slide130.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12.xml"/></Relationships>
</file>

<file path=ppt/slides/_rels/slide131.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12.xml"/></Relationships>
</file>

<file path=ppt/slides/_rels/slide132.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12.xml"/></Relationships>
</file>

<file path=ppt/slides/_rels/slide133.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12.xml"/></Relationships>
</file>

<file path=ppt/slides/_rels/slide134.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12.xml"/></Relationships>
</file>

<file path=ppt/slides/_rels/slide135.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12.xml"/></Relationships>
</file>

<file path=ppt/slides/_rels/slide136.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12.xml"/></Relationships>
</file>

<file path=ppt/slides/_rels/slide137.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12.xml"/></Relationships>
</file>

<file path=ppt/slides/_rels/slide138.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12.xml"/></Relationships>
</file>

<file path=ppt/slides/_rels/slide139.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12.xml"/></Relationships>
</file>

<file path=ppt/slides/_rels/slide140.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12.xml"/></Relationships>
</file>

<file path=ppt/slides/_rels/slide141.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12.xml"/></Relationships>
</file>

<file path=ppt/slides/_rels/slide142.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12.xml"/></Relationships>
</file>

<file path=ppt/slides/_rels/slide143.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12.xml"/></Relationships>
</file>

<file path=ppt/slides/_rels/slide144.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12.xml"/></Relationships>
</file>

<file path=ppt/slides/_rels/slide145.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12.xml"/></Relationships>
</file>

<file path=ppt/slides/_rels/slide146.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12.xml"/></Relationships>
</file>

<file path=ppt/slides/_rels/slide147.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12.xml"/></Relationships>
</file>

<file path=ppt/slides/_rels/slide148.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12.xml"/></Relationships>
</file>

<file path=ppt/slides/_rels/slide149.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12.xml"/></Relationships>
</file>

<file path=ppt/slides/_rels/slide150.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12.xml"/></Relationships>
</file>

<file path=ppt/slides/_rels/slide151.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12.xml"/></Relationships>
</file>

<file path=ppt/slides/_rels/slide152.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12.xml"/></Relationships>
</file>

<file path=ppt/slides/_rels/slide153.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12.xml"/></Relationships>
</file>

<file path=ppt/slides/_rels/slide154.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A28"/>
        </a:solidFill>
        <a:effectLst/>
      </p:bgPr>
    </p:bg>
    <p:spTree>
      <p:nvGrpSpPr>
        <p:cNvPr id="1" name=""/>
        <p:cNvGrpSpPr/>
        <p:nvPr/>
      </p:nvGrpSpPr>
      <p:grpSpPr>
        <a:xfrm>
          <a:off x="0" y="0"/>
          <a:ext cx="0" cy="0"/>
          <a:chOff x="0" y="0"/>
          <a:chExt cx="0" cy="0"/>
        </a:xfrm>
      </p:grpSpPr>
      <p:sp>
        <p:nvSpPr>
          <p:cNvPr id="2" name="Shape 0"/>
          <p:cNvSpPr/>
          <p:nvPr/>
        </p:nvSpPr>
        <p:spPr>
          <a:xfrm>
            <a:off x="8871268" y="502920"/>
            <a:ext cx="487558" cy="487558"/>
          </a:xfrm>
          <a:prstGeom prst="rect">
            <a:avLst/>
          </a:prstGeom>
          <a:ln w="12700">
            <a:solidFill>
              <a:srgbClr val="C6890F">
                <a:alpha val="18000"/>
              </a:srgbClr>
            </a:solidFill>
            <a:prstDash val="solid"/>
          </a:ln>
        </p:spPr>
        <p:txBody>
          <a:bodyPr/>
          <a:lstStyle/>
          <a:p>
            <a:endParaRPr lang="en-US" sz="1800"/>
          </a:p>
        </p:txBody>
      </p:sp>
      <p:sp>
        <p:nvSpPr>
          <p:cNvPr id="3" name="Shape 1"/>
          <p:cNvSpPr/>
          <p:nvPr/>
        </p:nvSpPr>
        <p:spPr>
          <a:xfrm>
            <a:off x="9438196" y="502920"/>
            <a:ext cx="487558" cy="487558"/>
          </a:xfrm>
          <a:prstGeom prst="rect">
            <a:avLst/>
          </a:prstGeom>
          <a:ln w="12700">
            <a:solidFill>
              <a:srgbClr val="C6890F">
                <a:alpha val="18000"/>
              </a:srgbClr>
            </a:solidFill>
            <a:prstDash val="solid"/>
          </a:ln>
        </p:spPr>
        <p:txBody>
          <a:bodyPr/>
          <a:lstStyle/>
          <a:p>
            <a:endParaRPr lang="en-US" sz="1800"/>
          </a:p>
        </p:txBody>
      </p:sp>
      <p:sp>
        <p:nvSpPr>
          <p:cNvPr id="4" name="Shape 2"/>
          <p:cNvSpPr/>
          <p:nvPr/>
        </p:nvSpPr>
        <p:spPr>
          <a:xfrm>
            <a:off x="10005124" y="502920"/>
            <a:ext cx="487558" cy="487558"/>
          </a:xfrm>
          <a:prstGeom prst="rect">
            <a:avLst/>
          </a:prstGeom>
          <a:ln w="12700">
            <a:solidFill>
              <a:srgbClr val="C6890F">
                <a:alpha val="18000"/>
              </a:srgbClr>
            </a:solidFill>
            <a:prstDash val="solid"/>
          </a:ln>
        </p:spPr>
        <p:txBody>
          <a:bodyPr/>
          <a:lstStyle/>
          <a:p>
            <a:endParaRPr lang="en-US" sz="1800"/>
          </a:p>
        </p:txBody>
      </p:sp>
      <p:sp>
        <p:nvSpPr>
          <p:cNvPr id="5" name="Shape 3"/>
          <p:cNvSpPr/>
          <p:nvPr/>
        </p:nvSpPr>
        <p:spPr>
          <a:xfrm>
            <a:off x="10572052" y="502920"/>
            <a:ext cx="487558" cy="487558"/>
          </a:xfrm>
          <a:prstGeom prst="rect">
            <a:avLst/>
          </a:prstGeom>
          <a:ln w="12700">
            <a:solidFill>
              <a:srgbClr val="C6890F">
                <a:alpha val="18000"/>
              </a:srgbClr>
            </a:solidFill>
            <a:prstDash val="solid"/>
          </a:ln>
        </p:spPr>
        <p:txBody>
          <a:bodyPr/>
          <a:lstStyle/>
          <a:p>
            <a:endParaRPr lang="en-US" sz="1800"/>
          </a:p>
        </p:txBody>
      </p:sp>
      <p:sp>
        <p:nvSpPr>
          <p:cNvPr id="6" name="Shape 4"/>
          <p:cNvSpPr/>
          <p:nvPr/>
        </p:nvSpPr>
        <p:spPr>
          <a:xfrm>
            <a:off x="11138980" y="502920"/>
            <a:ext cx="487558" cy="487558"/>
          </a:xfrm>
          <a:prstGeom prst="rect">
            <a:avLst/>
          </a:prstGeom>
          <a:ln w="12700">
            <a:solidFill>
              <a:srgbClr val="C6890F">
                <a:alpha val="18000"/>
              </a:srgbClr>
            </a:solidFill>
            <a:prstDash val="solid"/>
          </a:ln>
        </p:spPr>
        <p:txBody>
          <a:bodyPr/>
          <a:lstStyle/>
          <a:p>
            <a:endParaRPr lang="en-US" sz="1800"/>
          </a:p>
        </p:txBody>
      </p:sp>
      <p:sp>
        <p:nvSpPr>
          <p:cNvPr id="7" name="Shape 5"/>
          <p:cNvSpPr/>
          <p:nvPr/>
        </p:nvSpPr>
        <p:spPr>
          <a:xfrm>
            <a:off x="8871268" y="1069848"/>
            <a:ext cx="487558" cy="487558"/>
          </a:xfrm>
          <a:prstGeom prst="rect">
            <a:avLst/>
          </a:prstGeom>
          <a:ln w="12700">
            <a:solidFill>
              <a:srgbClr val="C6890F">
                <a:alpha val="18000"/>
              </a:srgbClr>
            </a:solidFill>
            <a:prstDash val="solid"/>
          </a:ln>
        </p:spPr>
        <p:txBody>
          <a:bodyPr/>
          <a:lstStyle/>
          <a:p>
            <a:endParaRPr lang="en-US" sz="1800"/>
          </a:p>
        </p:txBody>
      </p:sp>
      <p:sp>
        <p:nvSpPr>
          <p:cNvPr id="8" name="Shape 6"/>
          <p:cNvSpPr/>
          <p:nvPr/>
        </p:nvSpPr>
        <p:spPr>
          <a:xfrm>
            <a:off x="9438196" y="1069848"/>
            <a:ext cx="487558" cy="487558"/>
          </a:xfrm>
          <a:prstGeom prst="rect">
            <a:avLst/>
          </a:prstGeom>
          <a:ln w="12700">
            <a:solidFill>
              <a:srgbClr val="C6890F">
                <a:alpha val="18000"/>
              </a:srgbClr>
            </a:solidFill>
            <a:prstDash val="solid"/>
          </a:ln>
        </p:spPr>
        <p:txBody>
          <a:bodyPr/>
          <a:lstStyle/>
          <a:p>
            <a:endParaRPr lang="en-US" sz="1800"/>
          </a:p>
        </p:txBody>
      </p:sp>
      <p:sp>
        <p:nvSpPr>
          <p:cNvPr id="9" name="Shape 7"/>
          <p:cNvSpPr/>
          <p:nvPr/>
        </p:nvSpPr>
        <p:spPr>
          <a:xfrm>
            <a:off x="10005124" y="1069848"/>
            <a:ext cx="487558" cy="487558"/>
          </a:xfrm>
          <a:prstGeom prst="rect">
            <a:avLst/>
          </a:prstGeom>
          <a:ln w="12700">
            <a:solidFill>
              <a:srgbClr val="C6890F">
                <a:alpha val="18000"/>
              </a:srgbClr>
            </a:solidFill>
            <a:prstDash val="solid"/>
          </a:ln>
        </p:spPr>
        <p:txBody>
          <a:bodyPr/>
          <a:lstStyle/>
          <a:p>
            <a:endParaRPr lang="en-US" sz="1800"/>
          </a:p>
        </p:txBody>
      </p:sp>
      <p:sp>
        <p:nvSpPr>
          <p:cNvPr id="10" name="Shape 8"/>
          <p:cNvSpPr/>
          <p:nvPr/>
        </p:nvSpPr>
        <p:spPr>
          <a:xfrm>
            <a:off x="10572052" y="1069848"/>
            <a:ext cx="487558" cy="487558"/>
          </a:xfrm>
          <a:prstGeom prst="rect">
            <a:avLst/>
          </a:prstGeom>
          <a:ln w="12700">
            <a:solidFill>
              <a:srgbClr val="C6890F">
                <a:alpha val="18000"/>
              </a:srgbClr>
            </a:solidFill>
            <a:prstDash val="solid"/>
          </a:ln>
        </p:spPr>
        <p:txBody>
          <a:bodyPr/>
          <a:lstStyle/>
          <a:p>
            <a:endParaRPr lang="en-US" sz="1800"/>
          </a:p>
        </p:txBody>
      </p:sp>
      <p:sp>
        <p:nvSpPr>
          <p:cNvPr id="11" name="Shape 9"/>
          <p:cNvSpPr/>
          <p:nvPr/>
        </p:nvSpPr>
        <p:spPr>
          <a:xfrm>
            <a:off x="11138980" y="1069848"/>
            <a:ext cx="487558" cy="487558"/>
          </a:xfrm>
          <a:prstGeom prst="rect">
            <a:avLst/>
          </a:prstGeom>
          <a:ln w="12700">
            <a:solidFill>
              <a:srgbClr val="C6890F">
                <a:alpha val="18000"/>
              </a:srgbClr>
            </a:solidFill>
            <a:prstDash val="solid"/>
          </a:ln>
        </p:spPr>
        <p:txBody>
          <a:bodyPr/>
          <a:lstStyle/>
          <a:p>
            <a:endParaRPr lang="en-US" sz="1800"/>
          </a:p>
        </p:txBody>
      </p:sp>
      <p:sp>
        <p:nvSpPr>
          <p:cNvPr id="12" name="Shape 10"/>
          <p:cNvSpPr/>
          <p:nvPr/>
        </p:nvSpPr>
        <p:spPr>
          <a:xfrm>
            <a:off x="8871268" y="1636776"/>
            <a:ext cx="487558" cy="487558"/>
          </a:xfrm>
          <a:prstGeom prst="rect">
            <a:avLst/>
          </a:prstGeom>
          <a:ln w="12700">
            <a:solidFill>
              <a:srgbClr val="C6890F">
                <a:alpha val="18000"/>
              </a:srgbClr>
            </a:solidFill>
            <a:prstDash val="solid"/>
          </a:ln>
        </p:spPr>
        <p:txBody>
          <a:bodyPr/>
          <a:lstStyle/>
          <a:p>
            <a:endParaRPr lang="en-US" sz="1800"/>
          </a:p>
        </p:txBody>
      </p:sp>
      <p:sp>
        <p:nvSpPr>
          <p:cNvPr id="13" name="Shape 11"/>
          <p:cNvSpPr/>
          <p:nvPr/>
        </p:nvSpPr>
        <p:spPr>
          <a:xfrm>
            <a:off x="9438196" y="1636776"/>
            <a:ext cx="487558" cy="487558"/>
          </a:xfrm>
          <a:prstGeom prst="rect">
            <a:avLst/>
          </a:prstGeom>
          <a:ln w="12700">
            <a:solidFill>
              <a:srgbClr val="C6890F">
                <a:alpha val="18000"/>
              </a:srgbClr>
            </a:solidFill>
            <a:prstDash val="solid"/>
          </a:ln>
        </p:spPr>
        <p:txBody>
          <a:bodyPr/>
          <a:lstStyle/>
          <a:p>
            <a:endParaRPr lang="en-US" sz="1800"/>
          </a:p>
        </p:txBody>
      </p:sp>
      <p:sp>
        <p:nvSpPr>
          <p:cNvPr id="14" name="Shape 12"/>
          <p:cNvSpPr/>
          <p:nvPr/>
        </p:nvSpPr>
        <p:spPr>
          <a:xfrm>
            <a:off x="10005124" y="1636776"/>
            <a:ext cx="487558" cy="487558"/>
          </a:xfrm>
          <a:prstGeom prst="rect">
            <a:avLst/>
          </a:prstGeom>
          <a:ln w="12700">
            <a:solidFill>
              <a:srgbClr val="C6890F">
                <a:alpha val="18000"/>
              </a:srgbClr>
            </a:solidFill>
            <a:prstDash val="solid"/>
          </a:ln>
        </p:spPr>
        <p:txBody>
          <a:bodyPr/>
          <a:lstStyle/>
          <a:p>
            <a:endParaRPr lang="en-US" sz="1800"/>
          </a:p>
        </p:txBody>
      </p:sp>
      <p:sp>
        <p:nvSpPr>
          <p:cNvPr id="15" name="Shape 13"/>
          <p:cNvSpPr/>
          <p:nvPr/>
        </p:nvSpPr>
        <p:spPr>
          <a:xfrm>
            <a:off x="10572052" y="1636776"/>
            <a:ext cx="487558" cy="487558"/>
          </a:xfrm>
          <a:prstGeom prst="rect">
            <a:avLst/>
          </a:prstGeom>
          <a:ln w="12700">
            <a:solidFill>
              <a:srgbClr val="C6890F">
                <a:alpha val="18000"/>
              </a:srgbClr>
            </a:solidFill>
            <a:prstDash val="solid"/>
          </a:ln>
        </p:spPr>
        <p:txBody>
          <a:bodyPr/>
          <a:lstStyle/>
          <a:p>
            <a:endParaRPr lang="en-US" sz="1800"/>
          </a:p>
        </p:txBody>
      </p:sp>
      <p:sp>
        <p:nvSpPr>
          <p:cNvPr id="16" name="Shape 14"/>
          <p:cNvSpPr/>
          <p:nvPr/>
        </p:nvSpPr>
        <p:spPr>
          <a:xfrm>
            <a:off x="11138980" y="1636776"/>
            <a:ext cx="487558" cy="487558"/>
          </a:xfrm>
          <a:prstGeom prst="rect">
            <a:avLst/>
          </a:prstGeom>
          <a:ln w="12700">
            <a:solidFill>
              <a:srgbClr val="C6890F">
                <a:alpha val="18000"/>
              </a:srgbClr>
            </a:solidFill>
            <a:prstDash val="solid"/>
          </a:ln>
        </p:spPr>
        <p:txBody>
          <a:bodyPr/>
          <a:lstStyle/>
          <a:p>
            <a:endParaRPr lang="en-US" sz="1800"/>
          </a:p>
        </p:txBody>
      </p:sp>
      <p:sp>
        <p:nvSpPr>
          <p:cNvPr id="17" name="Shape 15"/>
          <p:cNvSpPr/>
          <p:nvPr/>
        </p:nvSpPr>
        <p:spPr>
          <a:xfrm>
            <a:off x="9054148" y="233172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8" name="Shape 16"/>
          <p:cNvSpPr/>
          <p:nvPr/>
        </p:nvSpPr>
        <p:spPr>
          <a:xfrm>
            <a:off x="9212888" y="2490460"/>
            <a:ext cx="249448" cy="249448"/>
          </a:xfrm>
          <a:prstGeom prst="ellipse">
            <a:avLst/>
          </a:prstGeom>
          <a:ln w="28575">
            <a:solidFill>
              <a:srgbClr val="C6890F">
                <a:alpha val="85000"/>
              </a:srgbClr>
            </a:solidFill>
            <a:prstDash val="solid"/>
          </a:ln>
        </p:spPr>
        <p:txBody>
          <a:bodyPr/>
          <a:lstStyle/>
          <a:p>
            <a:endParaRPr lang="en-US" sz="1800"/>
          </a:p>
        </p:txBody>
      </p:sp>
      <p:sp>
        <p:nvSpPr>
          <p:cNvPr id="19" name="Shape 17"/>
          <p:cNvSpPr/>
          <p:nvPr/>
        </p:nvSpPr>
        <p:spPr>
          <a:xfrm>
            <a:off x="9779816" y="233172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20" name="Shape 18"/>
          <p:cNvSpPr/>
          <p:nvPr/>
        </p:nvSpPr>
        <p:spPr>
          <a:xfrm>
            <a:off x="9938556" y="2490460"/>
            <a:ext cx="249448" cy="249448"/>
          </a:xfrm>
          <a:prstGeom prst="ellipse">
            <a:avLst/>
          </a:prstGeom>
          <a:ln w="28575">
            <a:solidFill>
              <a:srgbClr val="C6890F">
                <a:alpha val="85000"/>
              </a:srgbClr>
            </a:solidFill>
            <a:prstDash val="solid"/>
          </a:ln>
        </p:spPr>
        <p:txBody>
          <a:bodyPr/>
          <a:lstStyle/>
          <a:p>
            <a:endParaRPr lang="en-US" sz="1800"/>
          </a:p>
        </p:txBody>
      </p:sp>
      <p:sp>
        <p:nvSpPr>
          <p:cNvPr id="21" name="Shape 19"/>
          <p:cNvSpPr/>
          <p:nvPr/>
        </p:nvSpPr>
        <p:spPr>
          <a:xfrm>
            <a:off x="10017926" y="2569830"/>
            <a:ext cx="90708" cy="90708"/>
          </a:xfrm>
          <a:prstGeom prst="ellipse">
            <a:avLst/>
          </a:prstGeom>
          <a:solidFill>
            <a:srgbClr val="2E9BC4">
              <a:alpha val="85000"/>
            </a:srgbClr>
          </a:solidFill>
          <a:ln/>
        </p:spPr>
        <p:txBody>
          <a:bodyPr/>
          <a:lstStyle/>
          <a:p>
            <a:endParaRPr lang="en-US" sz="1800"/>
          </a:p>
        </p:txBody>
      </p:sp>
      <p:sp>
        <p:nvSpPr>
          <p:cNvPr id="22" name="Text 20"/>
          <p:cNvSpPr txBox="1"/>
          <p:nvPr/>
        </p:nvSpPr>
        <p:spPr>
          <a:xfrm>
            <a:off x="641668" y="822960"/>
            <a:ext cx="8229600" cy="365760"/>
          </a:xfrm>
          <a:prstGeom prst="rect">
            <a:avLst/>
          </a:prstGeom>
          <a:noFill/>
          <a:ln/>
        </p:spPr>
        <p:txBody>
          <a:bodyPr wrap="square" lIns="0" tIns="0" rIns="0" bIns="0" rtlCol="0" anchor="ctr"/>
          <a:lstStyle/>
          <a:p>
            <a:pPr marL="0" indent="0">
              <a:buNone/>
            </a:pPr>
            <a:r>
              <a:rPr lang="en-US" sz="1250" b="1" kern="0" spc="200">
                <a:solidFill>
                  <a:srgbClr val="2E9BC4"/>
                </a:solidFill>
                <a:latin typeface="Arial" pitchFamily="34" charset="0"/>
                <a:ea typeface="Arial" pitchFamily="34" charset="-122"/>
                <a:cs typeface="Arial" pitchFamily="34" charset="-120"/>
              </a:rPr>
              <a:t>ASEN 4018  ·  SENIOR PROJECTS  ·  SMEAD AEROSPACE</a:t>
            </a:r>
            <a:endParaRPr lang="en-US" sz="1250"/>
          </a:p>
        </p:txBody>
      </p:sp>
      <p:sp>
        <p:nvSpPr>
          <p:cNvPr id="23" name="Text 21"/>
          <p:cNvSpPr txBox="1"/>
          <p:nvPr/>
        </p:nvSpPr>
        <p:spPr>
          <a:xfrm>
            <a:off x="568516" y="1965960"/>
            <a:ext cx="8412480" cy="1371600"/>
          </a:xfrm>
          <a:prstGeom prst="rect">
            <a:avLst/>
          </a:prstGeom>
          <a:noFill/>
          <a:ln/>
        </p:spPr>
        <p:txBody>
          <a:bodyPr wrap="square" lIns="0" tIns="0" rIns="0" bIns="0" rtlCol="0" anchor="ctr"/>
          <a:lstStyle/>
          <a:p>
            <a:pPr marL="0" indent="0">
              <a:buNone/>
            </a:pPr>
            <a:r>
              <a:rPr lang="en-US" sz="7000" b="1" kern="0" spc="200">
                <a:solidFill>
                  <a:srgbClr val="C6890F"/>
                </a:solidFill>
                <a:latin typeface="Arial"/>
                <a:ea typeface="Arial" pitchFamily="34" charset="-122"/>
                <a:cs typeface="Arial"/>
              </a:rPr>
              <a:t>Team D.R.O.I.D.S.</a:t>
            </a:r>
            <a:endParaRPr lang="en-US" sz="7000"/>
          </a:p>
        </p:txBody>
      </p:sp>
      <p:sp>
        <p:nvSpPr>
          <p:cNvPr id="24" name="Text 22"/>
          <p:cNvSpPr txBox="1"/>
          <p:nvPr/>
        </p:nvSpPr>
        <p:spPr>
          <a:xfrm>
            <a:off x="641668" y="3154680"/>
            <a:ext cx="8686800" cy="548640"/>
          </a:xfrm>
          <a:prstGeom prst="rect">
            <a:avLst/>
          </a:prstGeom>
          <a:noFill/>
          <a:ln/>
        </p:spPr>
        <p:txBody>
          <a:bodyPr wrap="square" lIns="0" tIns="0" rIns="0" bIns="0" rtlCol="0" anchor="ctr"/>
          <a:lstStyle/>
          <a:p>
            <a:pPr marL="0" indent="0">
              <a:buNone/>
            </a:pPr>
            <a:r>
              <a:rPr lang="en-US" sz="2600" b="1">
                <a:solidFill>
                  <a:srgbClr val="FFFFFF"/>
                </a:solidFill>
                <a:latin typeface="Arial"/>
                <a:cs typeface="Arial"/>
              </a:rPr>
              <a:t>DR-1</a:t>
            </a:r>
          </a:p>
        </p:txBody>
      </p:sp>
      <p:sp>
        <p:nvSpPr>
          <p:cNvPr id="25" name="Shape 23"/>
          <p:cNvSpPr/>
          <p:nvPr/>
        </p:nvSpPr>
        <p:spPr>
          <a:xfrm>
            <a:off x="659956" y="3977640"/>
            <a:ext cx="3108960" cy="0"/>
          </a:xfrm>
          <a:prstGeom prst="line">
            <a:avLst/>
          </a:prstGeom>
          <a:noFill/>
          <a:ln w="25400">
            <a:solidFill>
              <a:srgbClr val="C6890F"/>
            </a:solidFill>
            <a:prstDash val="solid"/>
          </a:ln>
        </p:spPr>
        <p:txBody>
          <a:bodyPr/>
          <a:lstStyle/>
          <a:p>
            <a:endParaRPr lang="en-US" sz="1800"/>
          </a:p>
        </p:txBody>
      </p:sp>
      <p:sp>
        <p:nvSpPr>
          <p:cNvPr id="27" name="Text 25"/>
          <p:cNvSpPr txBox="1"/>
          <p:nvPr/>
        </p:nvSpPr>
        <p:spPr>
          <a:xfrm>
            <a:off x="641668" y="6080760"/>
            <a:ext cx="8229600" cy="365760"/>
          </a:xfrm>
          <a:prstGeom prst="rect">
            <a:avLst/>
          </a:prstGeom>
          <a:noFill/>
          <a:ln/>
        </p:spPr>
        <p:txBody>
          <a:bodyPr wrap="square" lIns="0" tIns="0" rIns="0" bIns="0" rtlCol="0" anchor="ctr"/>
          <a:lstStyle/>
          <a:p>
            <a:pPr marL="0" indent="0">
              <a:buNone/>
            </a:pPr>
            <a:r>
              <a:rPr lang="en-US" sz="1200">
                <a:solidFill>
                  <a:srgbClr val="8A857C"/>
                </a:solidFill>
                <a:latin typeface="Arial" pitchFamily="34" charset="0"/>
                <a:ea typeface="Arial" pitchFamily="34" charset="-122"/>
                <a:cs typeface="Arial" pitchFamily="34" charset="-120"/>
              </a:rPr>
              <a:t>Fall 2026  ·  University of Colorado Boulder</a:t>
            </a:r>
            <a:endParaRPr lang="en-US" sz="1200"/>
          </a:p>
        </p:txBody>
      </p:sp>
      <p:sp>
        <p:nvSpPr>
          <p:cNvPr id="26" name="Text 22">
            <a:extLst>
              <a:ext uri="{FF2B5EF4-FFF2-40B4-BE49-F238E27FC236}">
                <a16:creationId xmlns:a16="http://schemas.microsoft.com/office/drawing/2014/main" id="{6ED22652-F71D-0BFC-FC09-6832FE5C797E}"/>
              </a:ext>
            </a:extLst>
          </p:cNvPr>
          <p:cNvSpPr txBox="1"/>
          <p:nvPr/>
        </p:nvSpPr>
        <p:spPr>
          <a:xfrm>
            <a:off x="523552" y="5470176"/>
            <a:ext cx="8686800" cy="548640"/>
          </a:xfrm>
          <a:prstGeom prst="rect">
            <a:avLst/>
          </a:prstGeom>
          <a:noFill/>
          <a:ln/>
        </p:spPr>
        <p:txBody>
          <a:bodyPr wrap="square" lIns="0" tIns="0" rIns="0" bIns="0" rtlCol="0" anchor="ctr"/>
          <a:lstStyle/>
          <a:p>
            <a:r>
              <a:rPr lang="en-US" sz="2600" b="1">
                <a:solidFill>
                  <a:srgbClr val="FFFFFF"/>
                </a:solidFill>
                <a:latin typeface="Arial"/>
                <a:cs typeface="Arial"/>
              </a:rPr>
              <a:t>9/29/2026 - 10/01/2026</a:t>
            </a:r>
          </a:p>
        </p:txBody>
      </p:sp>
      <p:sp>
        <p:nvSpPr>
          <p:cNvPr id="28" name="Slide Number Placeholder 27">
            <a:extLst>
              <a:ext uri="{FF2B5EF4-FFF2-40B4-BE49-F238E27FC236}">
                <a16:creationId xmlns:a16="http://schemas.microsoft.com/office/drawing/2014/main" id="{4EADCA68-988A-DFC3-134D-DFEE4059EFC1}"/>
              </a:ext>
            </a:extLst>
          </p:cNvPr>
          <p:cNvSpPr>
            <a:spLocks noGrp="1"/>
          </p:cNvSpPr>
          <p:nvPr>
            <p:ph type="sldNum" sz="quarter" idx="11"/>
          </p:nvPr>
        </p:nvSpPr>
        <p:spPr/>
        <p:txBody>
          <a:bodyPr/>
          <a:lstStyle/>
          <a:p>
            <a:fld id="{6ACAF18C-C32B-5246-8B79-94468F598665}" type="slidenum">
              <a:rPr lang="en-US" dirty="0" smtClean="0">
                <a:solidFill>
                  <a:schemeClr val="bg1">
                    <a:lumMod val="85000"/>
                  </a:schemeClr>
                </a:solidFill>
              </a:rPr>
              <a:t>1</a:t>
            </a:fld>
            <a:endParaRPr lang="en-US">
              <a:solidFill>
                <a:schemeClr val="bg1">
                  <a:lumMod val="85000"/>
                </a:schemeClr>
              </a:solidFill>
            </a:endParaRPr>
          </a:p>
        </p:txBody>
      </p:sp>
    </p:spTree>
    <p:extLst>
      <p:ext uri="{BB962C8B-B14F-4D97-AF65-F5344CB8AC3E}">
        <p14:creationId xmlns:p14="http://schemas.microsoft.com/office/powerpoint/2010/main" val="40142429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55D367C-F183-01D0-A21F-43BA93D7A00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5766589-A1C7-E698-FE9E-6CEEB9D0DCD8}"/>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sp>
        <p:nvSpPr>
          <p:cNvPr id="4" name="Text 1">
            <a:extLst>
              <a:ext uri="{FF2B5EF4-FFF2-40B4-BE49-F238E27FC236}">
                <a16:creationId xmlns:a16="http://schemas.microsoft.com/office/drawing/2014/main" id="{365F8F1C-774E-685C-D44E-71B5159268B0}"/>
              </a:ext>
            </a:extLst>
          </p:cNvPr>
          <p:cNvSpPr txBox="1"/>
          <p:nvPr/>
        </p:nvSpPr>
        <p:spPr>
          <a:xfrm>
            <a:off x="1281748" y="365760"/>
            <a:ext cx="7955280" cy="658368"/>
          </a:xfrm>
          <a:prstGeom prst="rect">
            <a:avLst/>
          </a:prstGeom>
          <a:noFill/>
          <a:ln/>
        </p:spPr>
        <p:txBody>
          <a:bodyPr wrap="square" lIns="0" tIns="0" rIns="0" bIns="0" rtlCol="0" anchor="ctr"/>
          <a:lstStyle/>
          <a:p>
            <a:r>
              <a:rPr lang="en-US" sz="2600" b="1" kern="0" spc="100">
                <a:solidFill>
                  <a:srgbClr val="2B2A28"/>
                </a:solidFill>
                <a:latin typeface="Calibri"/>
                <a:ea typeface="Calibri"/>
                <a:cs typeface="Calibri"/>
              </a:rPr>
              <a:t>Table of Contents</a:t>
            </a:r>
            <a:endParaRPr lang="en-US" sz="1800">
              <a:latin typeface="Calibri"/>
              <a:ea typeface="Calibri"/>
              <a:cs typeface="Calibri"/>
            </a:endParaRPr>
          </a:p>
        </p:txBody>
      </p:sp>
      <p:pic>
        <p:nvPicPr>
          <p:cNvPr id="24" name="Image 0" descr="preencoded.png">
            <a:extLst>
              <a:ext uri="{FF2B5EF4-FFF2-40B4-BE49-F238E27FC236}">
                <a16:creationId xmlns:a16="http://schemas.microsoft.com/office/drawing/2014/main" id="{34443615-431B-B092-D200-A7281E998764}"/>
              </a:ext>
            </a:extLst>
          </p:cNvPr>
          <p:cNvPicPr>
            <a:picLocks noChangeAspect="1"/>
          </p:cNvPicPr>
          <p:nvPr/>
        </p:nvPicPr>
        <p:blipFill>
          <a:blip r:embed="rId3"/>
          <a:stretch>
            <a:fillRect/>
          </a:stretch>
        </p:blipFill>
        <p:spPr>
          <a:xfrm>
            <a:off x="581915" y="500356"/>
            <a:ext cx="362102" cy="362102"/>
          </a:xfrm>
          <a:prstGeom prst="rect">
            <a:avLst/>
          </a:prstGeom>
        </p:spPr>
      </p:pic>
      <p:graphicFrame>
        <p:nvGraphicFramePr>
          <p:cNvPr id="25" name="Diagram 24">
            <a:extLst>
              <a:ext uri="{FF2B5EF4-FFF2-40B4-BE49-F238E27FC236}">
                <a16:creationId xmlns:a16="http://schemas.microsoft.com/office/drawing/2014/main" id="{055002E5-59F6-97AD-1C1A-E55FA94899AE}"/>
              </a:ext>
            </a:extLst>
          </p:cNvPr>
          <p:cNvGraphicFramePr/>
          <p:nvPr>
            <p:extLst>
              <p:ext uri="{D42A27DB-BD31-4B8C-83A1-F6EECF244321}">
                <p14:modId xmlns:p14="http://schemas.microsoft.com/office/powerpoint/2010/main" val="2169484744"/>
              </p:ext>
            </p:extLst>
          </p:nvPr>
        </p:nvGraphicFramePr>
        <p:xfrm>
          <a:off x="762794" y="1600201"/>
          <a:ext cx="10570974" cy="382802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Slide Number Placeholder 2">
            <a:extLst>
              <a:ext uri="{FF2B5EF4-FFF2-40B4-BE49-F238E27FC236}">
                <a16:creationId xmlns:a16="http://schemas.microsoft.com/office/drawing/2014/main" id="{43313C16-20FE-E283-3CD0-661D517F63D2}"/>
              </a:ext>
            </a:extLst>
          </p:cNvPr>
          <p:cNvSpPr>
            <a:spLocks noGrp="1"/>
          </p:cNvSpPr>
          <p:nvPr>
            <p:ph type="sldNum" sz="quarter" idx="11"/>
          </p:nvPr>
        </p:nvSpPr>
        <p:spPr/>
        <p:txBody>
          <a:bodyPr/>
          <a:lstStyle/>
          <a:p>
            <a:fld id="{6ACAF18C-C32B-5246-8B79-94468F598665}" type="slidenum">
              <a:rPr lang="en-US" smtClean="0"/>
              <a:t>2</a:t>
            </a:fld>
            <a:endParaRPr lang="en-US"/>
          </a:p>
        </p:txBody>
      </p:sp>
    </p:spTree>
    <p:extLst>
      <p:ext uri="{BB962C8B-B14F-4D97-AF65-F5344CB8AC3E}">
        <p14:creationId xmlns:p14="http://schemas.microsoft.com/office/powerpoint/2010/main" val="639456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B2A28"/>
        </a:solidFill>
        <a:effectLst/>
      </p:bgPr>
    </p:bg>
    <p:spTree>
      <p:nvGrpSpPr>
        <p:cNvPr id="1" name="">
          <a:extLst>
            <a:ext uri="{FF2B5EF4-FFF2-40B4-BE49-F238E27FC236}">
              <a16:creationId xmlns:a16="http://schemas.microsoft.com/office/drawing/2014/main" id="{0EFF4774-9E5C-F279-48E5-058B6413F5A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5B940B7-1C93-95F6-6F7C-43A991550FF1}"/>
              </a:ext>
            </a:extLst>
          </p:cNvPr>
          <p:cNvSpPr/>
          <p:nvPr/>
        </p:nvSpPr>
        <p:spPr>
          <a:xfrm>
            <a:off x="9648508" y="4754880"/>
            <a:ext cx="408920" cy="408920"/>
          </a:xfrm>
          <a:prstGeom prst="rect">
            <a:avLst/>
          </a:prstGeom>
          <a:ln w="12700">
            <a:solidFill>
              <a:srgbClr val="C6890F">
                <a:alpha val="14000"/>
              </a:srgbClr>
            </a:solidFill>
            <a:prstDash val="solid"/>
          </a:ln>
        </p:spPr>
        <p:txBody>
          <a:bodyPr/>
          <a:lstStyle/>
          <a:p>
            <a:endParaRPr lang="en-US" sz="1800"/>
          </a:p>
        </p:txBody>
      </p:sp>
      <p:sp>
        <p:nvSpPr>
          <p:cNvPr id="3" name="Shape 1">
            <a:extLst>
              <a:ext uri="{FF2B5EF4-FFF2-40B4-BE49-F238E27FC236}">
                <a16:creationId xmlns:a16="http://schemas.microsoft.com/office/drawing/2014/main" id="{D83A488D-997F-B3A1-23B6-349CF241DB2B}"/>
              </a:ext>
            </a:extLst>
          </p:cNvPr>
          <p:cNvSpPr/>
          <p:nvPr/>
        </p:nvSpPr>
        <p:spPr>
          <a:xfrm>
            <a:off x="10123996" y="4754880"/>
            <a:ext cx="408920" cy="408920"/>
          </a:xfrm>
          <a:prstGeom prst="rect">
            <a:avLst/>
          </a:prstGeom>
          <a:ln w="12700">
            <a:solidFill>
              <a:srgbClr val="C6890F">
                <a:alpha val="14000"/>
              </a:srgbClr>
            </a:solidFill>
            <a:prstDash val="solid"/>
          </a:ln>
        </p:spPr>
        <p:txBody>
          <a:bodyPr/>
          <a:lstStyle/>
          <a:p>
            <a:endParaRPr lang="en-US" sz="1800"/>
          </a:p>
        </p:txBody>
      </p:sp>
      <p:sp>
        <p:nvSpPr>
          <p:cNvPr id="4" name="Shape 2">
            <a:extLst>
              <a:ext uri="{FF2B5EF4-FFF2-40B4-BE49-F238E27FC236}">
                <a16:creationId xmlns:a16="http://schemas.microsoft.com/office/drawing/2014/main" id="{07F2EBC6-7820-4C9A-8430-B523D62401B8}"/>
              </a:ext>
            </a:extLst>
          </p:cNvPr>
          <p:cNvSpPr/>
          <p:nvPr/>
        </p:nvSpPr>
        <p:spPr>
          <a:xfrm>
            <a:off x="10599484" y="4754880"/>
            <a:ext cx="408920" cy="408920"/>
          </a:xfrm>
          <a:prstGeom prst="rect">
            <a:avLst/>
          </a:prstGeom>
          <a:ln w="12700">
            <a:solidFill>
              <a:srgbClr val="C6890F">
                <a:alpha val="14000"/>
              </a:srgbClr>
            </a:solidFill>
            <a:prstDash val="solid"/>
          </a:ln>
        </p:spPr>
        <p:txBody>
          <a:bodyPr/>
          <a:lstStyle/>
          <a:p>
            <a:endParaRPr lang="en-US" sz="1800"/>
          </a:p>
        </p:txBody>
      </p:sp>
      <p:sp>
        <p:nvSpPr>
          <p:cNvPr id="5" name="Shape 3">
            <a:extLst>
              <a:ext uri="{FF2B5EF4-FFF2-40B4-BE49-F238E27FC236}">
                <a16:creationId xmlns:a16="http://schemas.microsoft.com/office/drawing/2014/main" id="{3A0DE970-01F1-9930-3DFE-C4A35C3DD944}"/>
              </a:ext>
            </a:extLst>
          </p:cNvPr>
          <p:cNvSpPr/>
          <p:nvPr/>
        </p:nvSpPr>
        <p:spPr>
          <a:xfrm>
            <a:off x="11074972" y="4754880"/>
            <a:ext cx="408920" cy="408920"/>
          </a:xfrm>
          <a:prstGeom prst="rect">
            <a:avLst/>
          </a:prstGeom>
          <a:ln w="12700">
            <a:solidFill>
              <a:srgbClr val="C6890F">
                <a:alpha val="14000"/>
              </a:srgbClr>
            </a:solidFill>
            <a:prstDash val="solid"/>
          </a:ln>
        </p:spPr>
        <p:txBody>
          <a:bodyPr/>
          <a:lstStyle/>
          <a:p>
            <a:endParaRPr lang="en-US" sz="1800"/>
          </a:p>
        </p:txBody>
      </p:sp>
      <p:sp>
        <p:nvSpPr>
          <p:cNvPr id="6" name="Shape 4">
            <a:extLst>
              <a:ext uri="{FF2B5EF4-FFF2-40B4-BE49-F238E27FC236}">
                <a16:creationId xmlns:a16="http://schemas.microsoft.com/office/drawing/2014/main" id="{6BC8B648-34CB-86CC-F296-714A2F7BD066}"/>
              </a:ext>
            </a:extLst>
          </p:cNvPr>
          <p:cNvSpPr/>
          <p:nvPr/>
        </p:nvSpPr>
        <p:spPr>
          <a:xfrm>
            <a:off x="9648508" y="5230368"/>
            <a:ext cx="408920" cy="408920"/>
          </a:xfrm>
          <a:prstGeom prst="rect">
            <a:avLst/>
          </a:prstGeom>
          <a:ln w="12700">
            <a:solidFill>
              <a:srgbClr val="C6890F">
                <a:alpha val="14000"/>
              </a:srgbClr>
            </a:solidFill>
            <a:prstDash val="solid"/>
          </a:ln>
        </p:spPr>
        <p:txBody>
          <a:bodyPr/>
          <a:lstStyle/>
          <a:p>
            <a:endParaRPr lang="en-US" sz="1800"/>
          </a:p>
        </p:txBody>
      </p:sp>
      <p:sp>
        <p:nvSpPr>
          <p:cNvPr id="7" name="Shape 5">
            <a:extLst>
              <a:ext uri="{FF2B5EF4-FFF2-40B4-BE49-F238E27FC236}">
                <a16:creationId xmlns:a16="http://schemas.microsoft.com/office/drawing/2014/main" id="{AD629F23-7272-B869-A96E-9D5C4DD253D1}"/>
              </a:ext>
            </a:extLst>
          </p:cNvPr>
          <p:cNvSpPr/>
          <p:nvPr/>
        </p:nvSpPr>
        <p:spPr>
          <a:xfrm>
            <a:off x="10123996" y="5230368"/>
            <a:ext cx="408920" cy="408920"/>
          </a:xfrm>
          <a:prstGeom prst="rect">
            <a:avLst/>
          </a:prstGeom>
          <a:ln w="12700">
            <a:solidFill>
              <a:srgbClr val="C6890F">
                <a:alpha val="14000"/>
              </a:srgbClr>
            </a:solidFill>
            <a:prstDash val="solid"/>
          </a:ln>
        </p:spPr>
        <p:txBody>
          <a:bodyPr/>
          <a:lstStyle/>
          <a:p>
            <a:endParaRPr lang="en-US" sz="1800"/>
          </a:p>
        </p:txBody>
      </p:sp>
      <p:sp>
        <p:nvSpPr>
          <p:cNvPr id="8" name="Shape 6">
            <a:extLst>
              <a:ext uri="{FF2B5EF4-FFF2-40B4-BE49-F238E27FC236}">
                <a16:creationId xmlns:a16="http://schemas.microsoft.com/office/drawing/2014/main" id="{CED206B9-038D-13A6-6F72-9744139D70B7}"/>
              </a:ext>
            </a:extLst>
          </p:cNvPr>
          <p:cNvSpPr/>
          <p:nvPr/>
        </p:nvSpPr>
        <p:spPr>
          <a:xfrm>
            <a:off x="10599484" y="5230368"/>
            <a:ext cx="408920" cy="408920"/>
          </a:xfrm>
          <a:prstGeom prst="rect">
            <a:avLst/>
          </a:prstGeom>
          <a:ln w="12700">
            <a:solidFill>
              <a:srgbClr val="C6890F">
                <a:alpha val="14000"/>
              </a:srgbClr>
            </a:solidFill>
            <a:prstDash val="solid"/>
          </a:ln>
        </p:spPr>
        <p:txBody>
          <a:bodyPr/>
          <a:lstStyle/>
          <a:p>
            <a:endParaRPr lang="en-US" sz="1800"/>
          </a:p>
        </p:txBody>
      </p:sp>
      <p:sp>
        <p:nvSpPr>
          <p:cNvPr id="9" name="Shape 7">
            <a:extLst>
              <a:ext uri="{FF2B5EF4-FFF2-40B4-BE49-F238E27FC236}">
                <a16:creationId xmlns:a16="http://schemas.microsoft.com/office/drawing/2014/main" id="{0377FC09-3648-BE29-5028-5BBB18518337}"/>
              </a:ext>
            </a:extLst>
          </p:cNvPr>
          <p:cNvSpPr/>
          <p:nvPr/>
        </p:nvSpPr>
        <p:spPr>
          <a:xfrm>
            <a:off x="11074972" y="5230368"/>
            <a:ext cx="408920" cy="408920"/>
          </a:xfrm>
          <a:prstGeom prst="rect">
            <a:avLst/>
          </a:prstGeom>
          <a:ln w="12700">
            <a:solidFill>
              <a:srgbClr val="C6890F">
                <a:alpha val="14000"/>
              </a:srgbClr>
            </a:solidFill>
            <a:prstDash val="solid"/>
          </a:ln>
        </p:spPr>
        <p:txBody>
          <a:bodyPr/>
          <a:lstStyle/>
          <a:p>
            <a:endParaRPr lang="en-US" sz="1800"/>
          </a:p>
        </p:txBody>
      </p:sp>
      <p:sp>
        <p:nvSpPr>
          <p:cNvPr id="10" name="Shape 8">
            <a:extLst>
              <a:ext uri="{FF2B5EF4-FFF2-40B4-BE49-F238E27FC236}">
                <a16:creationId xmlns:a16="http://schemas.microsoft.com/office/drawing/2014/main" id="{9F67E1B5-74DD-4A10-9D1E-D6F2DC13A129}"/>
              </a:ext>
            </a:extLst>
          </p:cNvPr>
          <p:cNvSpPr/>
          <p:nvPr/>
        </p:nvSpPr>
        <p:spPr>
          <a:xfrm>
            <a:off x="9648508" y="5705856"/>
            <a:ext cx="408920" cy="408920"/>
          </a:xfrm>
          <a:prstGeom prst="rect">
            <a:avLst/>
          </a:prstGeom>
          <a:ln w="12700">
            <a:solidFill>
              <a:srgbClr val="C6890F">
                <a:alpha val="14000"/>
              </a:srgbClr>
            </a:solidFill>
            <a:prstDash val="solid"/>
          </a:ln>
        </p:spPr>
        <p:txBody>
          <a:bodyPr/>
          <a:lstStyle/>
          <a:p>
            <a:endParaRPr lang="en-US" sz="1800"/>
          </a:p>
        </p:txBody>
      </p:sp>
      <p:sp>
        <p:nvSpPr>
          <p:cNvPr id="11" name="Shape 9">
            <a:extLst>
              <a:ext uri="{FF2B5EF4-FFF2-40B4-BE49-F238E27FC236}">
                <a16:creationId xmlns:a16="http://schemas.microsoft.com/office/drawing/2014/main" id="{DB7047ED-51F0-0484-7E37-192FC27DBCC9}"/>
              </a:ext>
            </a:extLst>
          </p:cNvPr>
          <p:cNvSpPr/>
          <p:nvPr/>
        </p:nvSpPr>
        <p:spPr>
          <a:xfrm>
            <a:off x="10123996" y="5705856"/>
            <a:ext cx="408920" cy="408920"/>
          </a:xfrm>
          <a:prstGeom prst="rect">
            <a:avLst/>
          </a:prstGeom>
          <a:ln w="12700">
            <a:solidFill>
              <a:srgbClr val="C6890F">
                <a:alpha val="14000"/>
              </a:srgbClr>
            </a:solidFill>
            <a:prstDash val="solid"/>
          </a:ln>
        </p:spPr>
        <p:txBody>
          <a:bodyPr/>
          <a:lstStyle/>
          <a:p>
            <a:endParaRPr lang="en-US" sz="1800"/>
          </a:p>
        </p:txBody>
      </p:sp>
      <p:sp>
        <p:nvSpPr>
          <p:cNvPr id="12" name="Shape 10">
            <a:extLst>
              <a:ext uri="{FF2B5EF4-FFF2-40B4-BE49-F238E27FC236}">
                <a16:creationId xmlns:a16="http://schemas.microsoft.com/office/drawing/2014/main" id="{484A9A5C-0316-A28C-4906-0B5BA05B2AD3}"/>
              </a:ext>
            </a:extLst>
          </p:cNvPr>
          <p:cNvSpPr/>
          <p:nvPr/>
        </p:nvSpPr>
        <p:spPr>
          <a:xfrm>
            <a:off x="10599484" y="5705856"/>
            <a:ext cx="408920" cy="408920"/>
          </a:xfrm>
          <a:prstGeom prst="rect">
            <a:avLst/>
          </a:prstGeom>
          <a:ln w="12700">
            <a:solidFill>
              <a:srgbClr val="C6890F">
                <a:alpha val="14000"/>
              </a:srgbClr>
            </a:solidFill>
            <a:prstDash val="solid"/>
          </a:ln>
        </p:spPr>
        <p:txBody>
          <a:bodyPr/>
          <a:lstStyle/>
          <a:p>
            <a:endParaRPr lang="en-US" sz="1800"/>
          </a:p>
        </p:txBody>
      </p:sp>
      <p:sp>
        <p:nvSpPr>
          <p:cNvPr id="13" name="Shape 11">
            <a:extLst>
              <a:ext uri="{FF2B5EF4-FFF2-40B4-BE49-F238E27FC236}">
                <a16:creationId xmlns:a16="http://schemas.microsoft.com/office/drawing/2014/main" id="{20811629-A20A-DD29-C0E6-9AB7D52AFE7F}"/>
              </a:ext>
            </a:extLst>
          </p:cNvPr>
          <p:cNvSpPr/>
          <p:nvPr/>
        </p:nvSpPr>
        <p:spPr>
          <a:xfrm>
            <a:off x="11074972" y="5705856"/>
            <a:ext cx="408920" cy="408920"/>
          </a:xfrm>
          <a:prstGeom prst="rect">
            <a:avLst/>
          </a:prstGeom>
          <a:ln w="12700">
            <a:solidFill>
              <a:srgbClr val="C6890F">
                <a:alpha val="14000"/>
              </a:srgbClr>
            </a:solidFill>
            <a:prstDash val="solid"/>
          </a:ln>
        </p:spPr>
        <p:txBody>
          <a:bodyPr/>
          <a:lstStyle/>
          <a:p>
            <a:endParaRPr lang="en-US" sz="1800"/>
          </a:p>
        </p:txBody>
      </p:sp>
      <p:sp>
        <p:nvSpPr>
          <p:cNvPr id="14" name="Shape 12">
            <a:extLst>
              <a:ext uri="{FF2B5EF4-FFF2-40B4-BE49-F238E27FC236}">
                <a16:creationId xmlns:a16="http://schemas.microsoft.com/office/drawing/2014/main" id="{1202F76C-7C36-AE7B-8FA3-71D35239518A}"/>
              </a:ext>
            </a:extLst>
          </p:cNvPr>
          <p:cNvSpPr/>
          <p:nvPr/>
        </p:nvSpPr>
        <p:spPr>
          <a:xfrm>
            <a:off x="9785668"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5" name="Shape 13">
            <a:extLst>
              <a:ext uri="{FF2B5EF4-FFF2-40B4-BE49-F238E27FC236}">
                <a16:creationId xmlns:a16="http://schemas.microsoft.com/office/drawing/2014/main" id="{AA3F5546-CF96-82D4-632A-DD096470B151}"/>
              </a:ext>
            </a:extLst>
          </p:cNvPr>
          <p:cNvSpPr/>
          <p:nvPr/>
        </p:nvSpPr>
        <p:spPr>
          <a:xfrm>
            <a:off x="9944408" y="798820"/>
            <a:ext cx="249448" cy="249448"/>
          </a:xfrm>
          <a:prstGeom prst="ellipse">
            <a:avLst/>
          </a:prstGeom>
          <a:ln w="28575">
            <a:solidFill>
              <a:srgbClr val="C6890F">
                <a:alpha val="85000"/>
              </a:srgbClr>
            </a:solidFill>
            <a:prstDash val="solid"/>
          </a:ln>
        </p:spPr>
        <p:txBody>
          <a:bodyPr/>
          <a:lstStyle/>
          <a:p>
            <a:endParaRPr lang="en-US" sz="1800"/>
          </a:p>
        </p:txBody>
      </p:sp>
      <p:sp>
        <p:nvSpPr>
          <p:cNvPr id="16" name="Shape 14">
            <a:extLst>
              <a:ext uri="{FF2B5EF4-FFF2-40B4-BE49-F238E27FC236}">
                <a16:creationId xmlns:a16="http://schemas.microsoft.com/office/drawing/2014/main" id="{B5B6DD8E-CABE-4F49-7A0B-E1C588B5C486}"/>
              </a:ext>
            </a:extLst>
          </p:cNvPr>
          <p:cNvSpPr/>
          <p:nvPr/>
        </p:nvSpPr>
        <p:spPr>
          <a:xfrm>
            <a:off x="10511336"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7" name="Shape 15">
            <a:extLst>
              <a:ext uri="{FF2B5EF4-FFF2-40B4-BE49-F238E27FC236}">
                <a16:creationId xmlns:a16="http://schemas.microsoft.com/office/drawing/2014/main" id="{223A5B77-8CA8-AF7A-27A0-10D34B7780DA}"/>
              </a:ext>
            </a:extLst>
          </p:cNvPr>
          <p:cNvSpPr/>
          <p:nvPr/>
        </p:nvSpPr>
        <p:spPr>
          <a:xfrm>
            <a:off x="10670076" y="798820"/>
            <a:ext cx="249448" cy="249448"/>
          </a:xfrm>
          <a:prstGeom prst="ellipse">
            <a:avLst/>
          </a:prstGeom>
          <a:ln w="28575">
            <a:solidFill>
              <a:srgbClr val="C6890F">
                <a:alpha val="85000"/>
              </a:srgbClr>
            </a:solidFill>
            <a:prstDash val="solid"/>
          </a:ln>
        </p:spPr>
        <p:txBody>
          <a:bodyPr/>
          <a:lstStyle/>
          <a:p>
            <a:endParaRPr lang="en-US" sz="1800"/>
          </a:p>
        </p:txBody>
      </p:sp>
      <p:sp>
        <p:nvSpPr>
          <p:cNvPr id="18" name="Shape 16">
            <a:extLst>
              <a:ext uri="{FF2B5EF4-FFF2-40B4-BE49-F238E27FC236}">
                <a16:creationId xmlns:a16="http://schemas.microsoft.com/office/drawing/2014/main" id="{565227C0-1C0D-5178-D895-037B5FF3413A}"/>
              </a:ext>
            </a:extLst>
          </p:cNvPr>
          <p:cNvSpPr/>
          <p:nvPr/>
        </p:nvSpPr>
        <p:spPr>
          <a:xfrm>
            <a:off x="10749446" y="878190"/>
            <a:ext cx="90708" cy="90708"/>
          </a:xfrm>
          <a:prstGeom prst="ellipse">
            <a:avLst/>
          </a:prstGeom>
          <a:solidFill>
            <a:srgbClr val="2E9BC4">
              <a:alpha val="85000"/>
            </a:srgbClr>
          </a:solidFill>
          <a:ln/>
        </p:spPr>
        <p:txBody>
          <a:bodyPr/>
          <a:lstStyle/>
          <a:p>
            <a:endParaRPr lang="en-US" sz="1800"/>
          </a:p>
        </p:txBody>
      </p:sp>
      <p:sp>
        <p:nvSpPr>
          <p:cNvPr id="22" name="Text 20">
            <a:extLst>
              <a:ext uri="{FF2B5EF4-FFF2-40B4-BE49-F238E27FC236}">
                <a16:creationId xmlns:a16="http://schemas.microsoft.com/office/drawing/2014/main" id="{3FFB699F-FDE2-8F3F-C289-F4F26AB93A1B}"/>
              </a:ext>
            </a:extLst>
          </p:cNvPr>
          <p:cNvSpPr txBox="1"/>
          <p:nvPr/>
        </p:nvSpPr>
        <p:spPr>
          <a:xfrm>
            <a:off x="605092" y="2651760"/>
            <a:ext cx="10515600" cy="1097280"/>
          </a:xfrm>
          <a:prstGeom prst="rect">
            <a:avLst/>
          </a:prstGeom>
          <a:noFill/>
          <a:ln/>
        </p:spPr>
        <p:txBody>
          <a:bodyPr wrap="square" lIns="0" tIns="0" rIns="0" bIns="0" rtlCol="0" anchor="ctr"/>
          <a:lstStyle/>
          <a:p>
            <a:pPr marL="0" indent="0">
              <a:buNone/>
            </a:pPr>
            <a:r>
              <a:rPr lang="en-US" sz="5000" b="1">
                <a:solidFill>
                  <a:srgbClr val="C6890F"/>
                </a:solidFill>
                <a:latin typeface="Arial"/>
                <a:cs typeface="Arial"/>
              </a:rPr>
              <a:t>Background</a:t>
            </a:r>
          </a:p>
        </p:txBody>
      </p:sp>
      <p:sp>
        <p:nvSpPr>
          <p:cNvPr id="23" name="Shape 21">
            <a:extLst>
              <a:ext uri="{FF2B5EF4-FFF2-40B4-BE49-F238E27FC236}">
                <a16:creationId xmlns:a16="http://schemas.microsoft.com/office/drawing/2014/main" id="{35F595E3-B140-E271-4FFD-04F94270F3C0}"/>
              </a:ext>
            </a:extLst>
          </p:cNvPr>
          <p:cNvSpPr/>
          <p:nvPr/>
        </p:nvSpPr>
        <p:spPr>
          <a:xfrm>
            <a:off x="659956" y="3886200"/>
            <a:ext cx="3108960" cy="0"/>
          </a:xfrm>
          <a:prstGeom prst="line">
            <a:avLst/>
          </a:prstGeom>
          <a:noFill/>
          <a:ln w="25400">
            <a:solidFill>
              <a:srgbClr val="C6890F"/>
            </a:solidFill>
            <a:prstDash val="solid"/>
          </a:ln>
        </p:spPr>
        <p:txBody>
          <a:bodyPr/>
          <a:lstStyle/>
          <a:p>
            <a:endParaRPr lang="en-US" sz="1800"/>
          </a:p>
        </p:txBody>
      </p:sp>
      <p:sp>
        <p:nvSpPr>
          <p:cNvPr id="24" name="Slide Number Placeholder 23">
            <a:extLst>
              <a:ext uri="{FF2B5EF4-FFF2-40B4-BE49-F238E27FC236}">
                <a16:creationId xmlns:a16="http://schemas.microsoft.com/office/drawing/2014/main" id="{3F9A9185-E15E-4D17-C48E-B475F7181CB9}"/>
              </a:ext>
            </a:extLst>
          </p:cNvPr>
          <p:cNvSpPr>
            <a:spLocks noGrp="1"/>
          </p:cNvSpPr>
          <p:nvPr>
            <p:ph type="sldNum" sz="quarter" idx="11"/>
          </p:nvPr>
        </p:nvSpPr>
        <p:spPr/>
        <p:txBody>
          <a:bodyPr/>
          <a:lstStyle/>
          <a:p>
            <a:fld id="{6ACAF18C-C32B-5246-8B79-94468F598665}" type="slidenum">
              <a:rPr lang="en-US" dirty="0" smtClean="0">
                <a:solidFill>
                  <a:schemeClr val="bg1">
                    <a:lumMod val="85000"/>
                  </a:schemeClr>
                </a:solidFill>
              </a:rPr>
              <a:t>3</a:t>
            </a:fld>
            <a:endParaRPr lang="en-US">
              <a:solidFill>
                <a:schemeClr val="bg1">
                  <a:lumMod val="85000"/>
                </a:schemeClr>
              </a:solidFill>
            </a:endParaRPr>
          </a:p>
        </p:txBody>
      </p:sp>
      <p:sp>
        <p:nvSpPr>
          <p:cNvPr id="19" name="Text 19">
            <a:extLst>
              <a:ext uri="{FF2B5EF4-FFF2-40B4-BE49-F238E27FC236}">
                <a16:creationId xmlns:a16="http://schemas.microsoft.com/office/drawing/2014/main" id="{E381E345-CEFF-D794-6BA4-3F7695EDD29A}"/>
              </a:ext>
            </a:extLst>
          </p:cNvPr>
          <p:cNvSpPr txBox="1"/>
          <p:nvPr/>
        </p:nvSpPr>
        <p:spPr>
          <a:xfrm>
            <a:off x="641500" y="2194881"/>
            <a:ext cx="8227457" cy="36566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kern="0" spc="300">
                <a:solidFill>
                  <a:srgbClr val="2E9BC4"/>
                </a:solidFill>
                <a:latin typeface="Arial"/>
                <a:ea typeface="Arial" pitchFamily="34" charset="-122"/>
                <a:cs typeface="Arial"/>
              </a:rPr>
              <a:t>ASEN 4018-013</a:t>
            </a:r>
            <a:endParaRPr lang="en-US" sz="1400">
              <a:latin typeface="Arial"/>
              <a:cs typeface="Arial"/>
            </a:endParaRPr>
          </a:p>
        </p:txBody>
      </p:sp>
    </p:spTree>
    <p:extLst>
      <p:ext uri="{BB962C8B-B14F-4D97-AF65-F5344CB8AC3E}">
        <p14:creationId xmlns:p14="http://schemas.microsoft.com/office/powerpoint/2010/main" val="29950315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D4C2D-5F33-8A0D-0EFD-6CC6E1FDC6A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E6869E6-C116-EBC0-3ADA-340280B73EF1}"/>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860F3F3E-863D-5F65-E8C8-76974F0FBC3B}"/>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C296853F-5D50-48D2-8101-3DBC83AED31C}"/>
              </a:ext>
            </a:extLst>
          </p:cNvPr>
          <p:cNvSpPr txBox="1"/>
          <p:nvPr/>
        </p:nvSpPr>
        <p:spPr>
          <a:xfrm>
            <a:off x="1281748" y="365760"/>
            <a:ext cx="7680960" cy="658368"/>
          </a:xfrm>
          <a:prstGeom prst="rect">
            <a:avLst/>
          </a:prstGeom>
          <a:noFill/>
          <a:ln/>
        </p:spPr>
        <p:txBody>
          <a:bodyPr wrap="square" lIns="0" tIns="0" rIns="0" bIns="0" rtlCol="0" anchor="ctr"/>
          <a:lstStyle/>
          <a:p>
            <a:pPr marL="0" indent="0" algn="l">
              <a:buNone/>
            </a:pPr>
            <a:r>
              <a:rPr lang="en-US" sz="2800" b="1">
                <a:latin typeface="Arial" panose="020B0604020202020204" pitchFamily="34" charset="0"/>
                <a:cs typeface="Arial" panose="020B0604020202020204" pitchFamily="34" charset="0"/>
              </a:rPr>
              <a:t>Project Description</a:t>
            </a:r>
          </a:p>
        </p:txBody>
      </p:sp>
      <p:sp>
        <p:nvSpPr>
          <p:cNvPr id="5" name="Shape 2">
            <a:extLst>
              <a:ext uri="{FF2B5EF4-FFF2-40B4-BE49-F238E27FC236}">
                <a16:creationId xmlns:a16="http://schemas.microsoft.com/office/drawing/2014/main" id="{650225D8-DC4A-C4AD-892B-97F439D5CD2B}"/>
              </a:ext>
            </a:extLst>
          </p:cNvPr>
          <p:cNvSpPr/>
          <p:nvPr/>
        </p:nvSpPr>
        <p:spPr>
          <a:xfrm>
            <a:off x="10049940" y="457200"/>
            <a:ext cx="1683400" cy="329184"/>
          </a:xfrm>
          <a:prstGeom prst="roundRect">
            <a:avLst>
              <a:gd name="adj" fmla="val 50000"/>
            </a:avLst>
          </a:prstGeom>
          <a:solidFill>
            <a:srgbClr val="C6890F"/>
          </a:solidFill>
          <a:ln/>
        </p:spPr>
        <p:txBody>
          <a:bodyPr lIns="91440" tIns="45720" rIns="91440" bIns="45720" anchor="ctr"/>
          <a:lstStyle/>
          <a:p>
            <a:pPr algn="ctr"/>
            <a:r>
              <a:rPr lang="en-US" sz="1000" b="1">
                <a:latin typeface="Arial"/>
                <a:cs typeface="Arial"/>
              </a:rPr>
              <a:t>Background</a:t>
            </a:r>
          </a:p>
        </p:txBody>
      </p:sp>
      <p:sp>
        <p:nvSpPr>
          <p:cNvPr id="7" name="Text 4">
            <a:extLst>
              <a:ext uri="{FF2B5EF4-FFF2-40B4-BE49-F238E27FC236}">
                <a16:creationId xmlns:a16="http://schemas.microsoft.com/office/drawing/2014/main" id="{46DBA7CC-A968-15B6-32D9-E0B083F37AA6}"/>
              </a:ext>
            </a:extLst>
          </p:cNvPr>
          <p:cNvSpPr txBox="1"/>
          <p:nvPr/>
        </p:nvSpPr>
        <p:spPr>
          <a:xfrm>
            <a:off x="458788" y="1554480"/>
            <a:ext cx="11023600" cy="4206240"/>
          </a:xfrm>
          <a:prstGeom prst="rect">
            <a:avLst/>
          </a:prstGeom>
          <a:noFill/>
          <a:ln/>
        </p:spPr>
        <p:txBody>
          <a:bodyPr wrap="square" lIns="0" tIns="0" rIns="0" bIns="0" rtlCol="0" anchor="t"/>
          <a:lstStyle/>
          <a:p>
            <a:pPr algn="ctr">
              <a:lnSpc>
                <a:spcPct val="105000"/>
              </a:lnSpc>
              <a:spcAft>
                <a:spcPts val="600"/>
              </a:spcAft>
              <a:buSzPct val="100000"/>
            </a:pPr>
            <a:r>
              <a:rPr lang="en-US" sz="1800" b="1">
                <a:latin typeface="Arial"/>
                <a:cs typeface="Arial"/>
              </a:rPr>
              <a:t>An Autonomous and Cooperative UAS Multirotor and Rover Network for Exploration, Search, and Payload Delivery/Retrieval</a:t>
            </a:r>
          </a:p>
          <a:p>
            <a:pPr>
              <a:lnSpc>
                <a:spcPct val="105000"/>
              </a:lnSpc>
              <a:spcAft>
                <a:spcPts val="600"/>
              </a:spcAft>
              <a:buSzPct val="100000"/>
            </a:pPr>
            <a:endParaRPr lang="en-US" sz="1800" b="1">
              <a:latin typeface="Arial" panose="020B0604020202020204" pitchFamily="34" charset="0"/>
              <a:cs typeface="Arial" panose="020B0604020202020204" pitchFamily="34" charset="0"/>
            </a:endParaRPr>
          </a:p>
          <a:p>
            <a:pPr>
              <a:lnSpc>
                <a:spcPct val="105000"/>
              </a:lnSpc>
              <a:spcAft>
                <a:spcPts val="600"/>
              </a:spcAft>
              <a:buSzPct val="100000"/>
            </a:pPr>
            <a:r>
              <a:rPr lang="en-US" sz="1800" b="1">
                <a:latin typeface="Arial"/>
                <a:cs typeface="Arial"/>
              </a:rPr>
              <a:t>Design Problem: </a:t>
            </a:r>
            <a:r>
              <a:rPr lang="en-US" sz="1800">
                <a:latin typeface="Arial"/>
                <a:cs typeface="Arial"/>
              </a:rPr>
              <a:t>While conducting search and exploration missions, the utilization of a </a:t>
            </a:r>
            <a:r>
              <a:rPr lang="en-US" sz="1800" b="1">
                <a:solidFill>
                  <a:srgbClr val="0070C0"/>
                </a:solidFill>
                <a:latin typeface="Arial"/>
                <a:cs typeface="Arial"/>
              </a:rPr>
              <a:t>single type of vehicle</a:t>
            </a:r>
            <a:r>
              <a:rPr lang="en-US" sz="1800">
                <a:latin typeface="Arial"/>
                <a:cs typeface="Arial"/>
              </a:rPr>
              <a:t> may be ineffective for exploring an area of interest to deliver or retrieve a payload.</a:t>
            </a:r>
          </a:p>
          <a:p>
            <a:pPr>
              <a:lnSpc>
                <a:spcPct val="105000"/>
              </a:lnSpc>
              <a:spcAft>
                <a:spcPts val="600"/>
              </a:spcAft>
              <a:buSzPct val="100000"/>
            </a:pPr>
            <a:endParaRPr lang="en-US" sz="1800">
              <a:latin typeface="Arial" panose="020B0604020202020204" pitchFamily="34" charset="0"/>
              <a:cs typeface="Arial" panose="020B0604020202020204" pitchFamily="34" charset="0"/>
            </a:endParaRPr>
          </a:p>
          <a:p>
            <a:pPr marL="285750" indent="-285750">
              <a:lnSpc>
                <a:spcPct val="105000"/>
              </a:lnSpc>
              <a:spcAft>
                <a:spcPts val="600"/>
              </a:spcAft>
              <a:buSzPct val="100000"/>
              <a:buFont typeface="Arial" panose="020B0604020202020204" pitchFamily="34" charset="0"/>
              <a:buChar char="•"/>
            </a:pPr>
            <a:r>
              <a:rPr lang="en-US" sz="1800" b="1">
                <a:latin typeface="Arial"/>
                <a:cs typeface="Arial"/>
              </a:rPr>
              <a:t>UAS:</a:t>
            </a:r>
            <a:r>
              <a:rPr lang="en-US" sz="1800">
                <a:latin typeface="Arial"/>
                <a:cs typeface="Arial"/>
              </a:rPr>
              <a:t> Contains the benefit of </a:t>
            </a:r>
            <a:r>
              <a:rPr lang="en-US" sz="1800" b="1">
                <a:solidFill>
                  <a:srgbClr val="0070C0"/>
                </a:solidFill>
                <a:latin typeface="Arial"/>
                <a:cs typeface="Arial"/>
              </a:rPr>
              <a:t>maneuvering and wider FOV for search </a:t>
            </a:r>
            <a:r>
              <a:rPr lang="en-US" sz="1800">
                <a:latin typeface="Arial"/>
                <a:cs typeface="Arial"/>
              </a:rPr>
              <a:t>over a given location to perform </a:t>
            </a:r>
            <a:r>
              <a:rPr lang="en-US">
                <a:latin typeface="Arial"/>
                <a:cs typeface="Arial"/>
              </a:rPr>
              <a:t>a increased</a:t>
            </a:r>
            <a:r>
              <a:rPr lang="en-US" sz="1800">
                <a:latin typeface="Arial"/>
                <a:cs typeface="Arial"/>
              </a:rPr>
              <a:t> search but may be </a:t>
            </a:r>
            <a:r>
              <a:rPr lang="en-US" sz="1800" b="1">
                <a:solidFill>
                  <a:srgbClr val="0070C0"/>
                </a:solidFill>
                <a:latin typeface="Arial"/>
                <a:cs typeface="Arial"/>
              </a:rPr>
              <a:t>restricted on landing clearance.</a:t>
            </a:r>
          </a:p>
          <a:p>
            <a:pPr marL="285750" indent="-285750">
              <a:lnSpc>
                <a:spcPct val="105000"/>
              </a:lnSpc>
              <a:spcAft>
                <a:spcPts val="600"/>
              </a:spcAft>
              <a:buSzPct val="100000"/>
              <a:buFont typeface="Arial" panose="020B0604020202020204" pitchFamily="34" charset="0"/>
              <a:buChar char="•"/>
            </a:pPr>
            <a:endParaRPr lang="en-US" sz="1800" b="1">
              <a:latin typeface="Arial" panose="020B0604020202020204" pitchFamily="34" charset="0"/>
              <a:cs typeface="Arial" panose="020B0604020202020204" pitchFamily="34" charset="0"/>
            </a:endParaRPr>
          </a:p>
          <a:p>
            <a:pPr marL="285750" indent="-285750">
              <a:lnSpc>
                <a:spcPct val="105000"/>
              </a:lnSpc>
              <a:spcAft>
                <a:spcPts val="600"/>
              </a:spcAft>
              <a:buSzPct val="100000"/>
              <a:buFont typeface="Arial" panose="020B0604020202020204" pitchFamily="34" charset="0"/>
              <a:buChar char="•"/>
            </a:pPr>
            <a:r>
              <a:rPr lang="en-US" sz="1800" b="1">
                <a:latin typeface="Arial"/>
                <a:cs typeface="Arial"/>
              </a:rPr>
              <a:t>Rover: </a:t>
            </a:r>
            <a:r>
              <a:rPr lang="en-US" sz="1800">
                <a:latin typeface="Arial"/>
                <a:cs typeface="Arial"/>
              </a:rPr>
              <a:t>Contains the benefit of </a:t>
            </a:r>
            <a:r>
              <a:rPr lang="en-US" sz="1800" b="1">
                <a:solidFill>
                  <a:srgbClr val="0070C0"/>
                </a:solidFill>
                <a:latin typeface="Arial"/>
                <a:cs typeface="Arial"/>
              </a:rPr>
              <a:t>accessing terrain </a:t>
            </a:r>
            <a:r>
              <a:rPr lang="en-US" sz="1800">
                <a:latin typeface="Arial"/>
                <a:cs typeface="Arial"/>
              </a:rPr>
              <a:t>inaccessible to the UAS, but is </a:t>
            </a:r>
            <a:r>
              <a:rPr lang="en-US" sz="1800" b="1">
                <a:solidFill>
                  <a:srgbClr val="0070C0"/>
                </a:solidFill>
                <a:latin typeface="Arial"/>
                <a:cs typeface="Arial"/>
              </a:rPr>
              <a:t>restricted on FOV search bandwidth.</a:t>
            </a:r>
          </a:p>
          <a:p>
            <a:pPr>
              <a:lnSpc>
                <a:spcPct val="105000"/>
              </a:lnSpc>
              <a:spcAft>
                <a:spcPts val="600"/>
              </a:spcAft>
              <a:buSzPct val="100000"/>
            </a:pPr>
            <a:endParaRPr lang="en-US" sz="1800" b="1">
              <a:latin typeface="Arial" panose="020B0604020202020204" pitchFamily="34" charset="0"/>
              <a:cs typeface="Arial" panose="020B0604020202020204" pitchFamily="34" charset="0"/>
            </a:endParaRPr>
          </a:p>
          <a:p>
            <a:pPr>
              <a:lnSpc>
                <a:spcPct val="105000"/>
              </a:lnSpc>
              <a:spcAft>
                <a:spcPts val="600"/>
              </a:spcAft>
              <a:buSzPct val="100000"/>
            </a:pPr>
            <a:endParaRPr lang="en-US" sz="1800" b="1">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F39C9CA4-36AA-A8A6-6AD4-100BDCD1917C}"/>
              </a:ext>
            </a:extLst>
          </p:cNvPr>
          <p:cNvSpPr>
            <a:spLocks noGrp="1"/>
          </p:cNvSpPr>
          <p:nvPr>
            <p:ph type="sldNum" sz="quarter" idx="11"/>
          </p:nvPr>
        </p:nvSpPr>
        <p:spPr>
          <a:xfrm>
            <a:off x="9264211" y="6479020"/>
            <a:ext cx="2743200" cy="365125"/>
          </a:xfrm>
        </p:spPr>
        <p:txBody>
          <a:bodyPr/>
          <a:lstStyle/>
          <a:p>
            <a:fld id="{6ACAF18C-C32B-5246-8B79-94468F598665}" type="slidenum">
              <a:rPr lang="en-US" smtClean="0"/>
              <a:t>4</a:t>
            </a:fld>
            <a:endParaRPr lang="en-US"/>
          </a:p>
        </p:txBody>
      </p:sp>
      <p:grpSp>
        <p:nvGrpSpPr>
          <p:cNvPr id="40" name="Progress Bar - 1 Background">
            <a:extLst>
              <a:ext uri="{FF2B5EF4-FFF2-40B4-BE49-F238E27FC236}">
                <a16:creationId xmlns:a16="http://schemas.microsoft.com/office/drawing/2014/main" id="{850C4491-ED4A-2DA4-42F9-382B4D6A1C3C}"/>
              </a:ext>
            </a:extLst>
          </p:cNvPr>
          <p:cNvGrpSpPr/>
          <p:nvPr/>
        </p:nvGrpSpPr>
        <p:grpSpPr>
          <a:xfrm>
            <a:off x="814351" y="6517495"/>
            <a:ext cx="10563297" cy="276999"/>
            <a:chOff x="790698" y="5902391"/>
            <a:chExt cx="10563297" cy="276999"/>
          </a:xfrm>
        </p:grpSpPr>
        <p:sp>
          <p:nvSpPr>
            <p:cNvPr id="41" name="Section 1 - Background">
              <a:extLst>
                <a:ext uri="{FF2B5EF4-FFF2-40B4-BE49-F238E27FC236}">
                  <a16:creationId xmlns:a16="http://schemas.microsoft.com/office/drawing/2014/main" id="{4C032A0E-E0E2-492B-F14B-3DB4FDE00005}"/>
                </a:ext>
              </a:extLst>
            </p:cNvPr>
            <p:cNvSpPr/>
            <p:nvPr/>
          </p:nvSpPr>
          <p:spPr>
            <a:xfrm>
              <a:off x="790698" y="5902391"/>
              <a:ext cx="1374145" cy="276999"/>
            </a:xfrm>
            <a:prstGeom prst="homePlate">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FFFFFF"/>
                  </a:solidFill>
                  <a:latin typeface="Calibri"/>
                </a:rPr>
                <a:t>Background</a:t>
              </a:r>
            </a:p>
          </p:txBody>
        </p:sp>
        <p:sp>
          <p:nvSpPr>
            <p:cNvPr id="42" name="Section 2 - ConOps">
              <a:extLst>
                <a:ext uri="{FF2B5EF4-FFF2-40B4-BE49-F238E27FC236}">
                  <a16:creationId xmlns:a16="http://schemas.microsoft.com/office/drawing/2014/main" id="{AA03CAC0-B49C-BFA7-B203-5E1C5F58EA64}"/>
                </a:ext>
              </a:extLst>
            </p:cNvPr>
            <p:cNvSpPr/>
            <p:nvPr/>
          </p:nvSpPr>
          <p:spPr>
            <a:xfrm>
              <a:off x="2103434" y="5902391"/>
              <a:ext cx="1374145"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ConOps</a:t>
              </a:r>
            </a:p>
          </p:txBody>
        </p:sp>
        <p:sp>
          <p:nvSpPr>
            <p:cNvPr id="43" name="Section 3 - Block Diagrams">
              <a:extLst>
                <a:ext uri="{FF2B5EF4-FFF2-40B4-BE49-F238E27FC236}">
                  <a16:creationId xmlns:a16="http://schemas.microsoft.com/office/drawing/2014/main" id="{D0F55D19-4E58-1257-8195-FDDECDD72AD8}"/>
                </a:ext>
              </a:extLst>
            </p:cNvPr>
            <p:cNvSpPr/>
            <p:nvPr/>
          </p:nvSpPr>
          <p:spPr>
            <a:xfrm>
              <a:off x="3416170" y="5902391"/>
              <a:ext cx="1374145"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Block Diagrams</a:t>
              </a:r>
            </a:p>
          </p:txBody>
        </p:sp>
        <p:sp>
          <p:nvSpPr>
            <p:cNvPr id="44" name="Section 4 - Key Requirements">
              <a:extLst>
                <a:ext uri="{FF2B5EF4-FFF2-40B4-BE49-F238E27FC236}">
                  <a16:creationId xmlns:a16="http://schemas.microsoft.com/office/drawing/2014/main" id="{4CA3E6C2-5FEF-8357-EFBC-829C569D76CA}"/>
                </a:ext>
              </a:extLst>
            </p:cNvPr>
            <p:cNvSpPr/>
            <p:nvPr/>
          </p:nvSpPr>
          <p:spPr>
            <a:xfrm>
              <a:off x="4728906" y="5902391"/>
              <a:ext cx="1484077"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Key Requirements</a:t>
              </a:r>
            </a:p>
          </p:txBody>
        </p:sp>
        <p:sp>
          <p:nvSpPr>
            <p:cNvPr id="45" name="Section 5 - Trade Studies">
              <a:extLst>
                <a:ext uri="{FF2B5EF4-FFF2-40B4-BE49-F238E27FC236}">
                  <a16:creationId xmlns:a16="http://schemas.microsoft.com/office/drawing/2014/main" id="{6CE2113E-B6EB-71AB-973B-FFD98B28FC4C}"/>
                </a:ext>
              </a:extLst>
            </p:cNvPr>
            <p:cNvSpPr/>
            <p:nvPr/>
          </p:nvSpPr>
          <p:spPr>
            <a:xfrm>
              <a:off x="6151574" y="5902391"/>
              <a:ext cx="1374145"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Trade Studies</a:t>
              </a:r>
            </a:p>
          </p:txBody>
        </p:sp>
        <p:sp>
          <p:nvSpPr>
            <p:cNvPr id="46" name="Section 6 - Current Design Space">
              <a:extLst>
                <a:ext uri="{FF2B5EF4-FFF2-40B4-BE49-F238E27FC236}">
                  <a16:creationId xmlns:a16="http://schemas.microsoft.com/office/drawing/2014/main" id="{AB1B5926-1488-891B-5467-EE6FAC7FC3A0}"/>
                </a:ext>
              </a:extLst>
            </p:cNvPr>
            <p:cNvSpPr/>
            <p:nvPr/>
          </p:nvSpPr>
          <p:spPr>
            <a:xfrm>
              <a:off x="7464310" y="5902391"/>
              <a:ext cx="1594008"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Current Design Space</a:t>
              </a:r>
            </a:p>
          </p:txBody>
        </p:sp>
        <p:sp>
          <p:nvSpPr>
            <p:cNvPr id="47" name="Section 7 - Moving Forward">
              <a:extLst>
                <a:ext uri="{FF2B5EF4-FFF2-40B4-BE49-F238E27FC236}">
                  <a16:creationId xmlns:a16="http://schemas.microsoft.com/office/drawing/2014/main" id="{0B11C8FA-C168-971B-74CD-C2F94A1B8B06}"/>
                </a:ext>
              </a:extLst>
            </p:cNvPr>
            <p:cNvSpPr/>
            <p:nvPr/>
          </p:nvSpPr>
          <p:spPr>
            <a:xfrm>
              <a:off x="8996909" y="5902391"/>
              <a:ext cx="1415369"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Moving Forward</a:t>
              </a:r>
            </a:p>
          </p:txBody>
        </p:sp>
        <p:sp>
          <p:nvSpPr>
            <p:cNvPr id="48" name="Section 8 - Q &amp; A">
              <a:extLst>
                <a:ext uri="{FF2B5EF4-FFF2-40B4-BE49-F238E27FC236}">
                  <a16:creationId xmlns:a16="http://schemas.microsoft.com/office/drawing/2014/main" id="{E14BA764-4C21-1BAD-EFBE-36903E5FB551}"/>
                </a:ext>
              </a:extLst>
            </p:cNvPr>
            <p:cNvSpPr/>
            <p:nvPr/>
          </p:nvSpPr>
          <p:spPr>
            <a:xfrm>
              <a:off x="10350869" y="5902391"/>
              <a:ext cx="1003126"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Q &amp; A</a:t>
              </a:r>
            </a:p>
          </p:txBody>
        </p:sp>
      </p:grpSp>
    </p:spTree>
    <p:extLst>
      <p:ext uri="{BB962C8B-B14F-4D97-AF65-F5344CB8AC3E}">
        <p14:creationId xmlns:p14="http://schemas.microsoft.com/office/powerpoint/2010/main" val="28981579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70480-52F0-8F1F-A5EE-C3D77CD8598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98ECE1F-A5FC-4B41-7AE3-2344781EFA9C}"/>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C0688C77-CB3C-973A-CA08-10DE69134FCD}"/>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44B01574-1704-40B3-61A9-97526ECC0437}"/>
              </a:ext>
            </a:extLst>
          </p:cNvPr>
          <p:cNvSpPr txBox="1"/>
          <p:nvPr/>
        </p:nvSpPr>
        <p:spPr>
          <a:xfrm>
            <a:off x="1281748" y="365760"/>
            <a:ext cx="7680960" cy="658368"/>
          </a:xfrm>
          <a:prstGeom prst="rect">
            <a:avLst/>
          </a:prstGeom>
          <a:noFill/>
          <a:ln/>
        </p:spPr>
        <p:txBody>
          <a:bodyPr wrap="square" lIns="0" tIns="0" rIns="0" bIns="0" rtlCol="0" anchor="ctr"/>
          <a:lstStyle/>
          <a:p>
            <a:pPr marL="0" indent="0" algn="l">
              <a:buNone/>
            </a:pPr>
            <a:r>
              <a:rPr lang="en-US" sz="2800" b="1">
                <a:latin typeface="Arial" panose="020B0604020202020204" pitchFamily="34" charset="0"/>
                <a:cs typeface="Arial" panose="020B0604020202020204" pitchFamily="34" charset="0"/>
              </a:rPr>
              <a:t>Motivation</a:t>
            </a:r>
          </a:p>
        </p:txBody>
      </p:sp>
      <p:sp>
        <p:nvSpPr>
          <p:cNvPr id="6" name="Slide Number Placeholder 5">
            <a:extLst>
              <a:ext uri="{FF2B5EF4-FFF2-40B4-BE49-F238E27FC236}">
                <a16:creationId xmlns:a16="http://schemas.microsoft.com/office/drawing/2014/main" id="{2D19B50A-C98E-B233-5C6B-5C2500A68CDF}"/>
              </a:ext>
            </a:extLst>
          </p:cNvPr>
          <p:cNvSpPr>
            <a:spLocks noGrp="1"/>
          </p:cNvSpPr>
          <p:nvPr>
            <p:ph type="sldNum" sz="quarter" idx="11"/>
          </p:nvPr>
        </p:nvSpPr>
        <p:spPr>
          <a:xfrm>
            <a:off x="9181561" y="6475931"/>
            <a:ext cx="2743200" cy="365125"/>
          </a:xfrm>
        </p:spPr>
        <p:txBody>
          <a:bodyPr/>
          <a:lstStyle/>
          <a:p>
            <a:fld id="{6ACAF18C-C32B-5246-8B79-94468F598665}" type="slidenum">
              <a:rPr lang="en-US" smtClean="0"/>
              <a:t>5</a:t>
            </a:fld>
            <a:endParaRPr lang="en-US"/>
          </a:p>
        </p:txBody>
      </p:sp>
      <p:sp>
        <p:nvSpPr>
          <p:cNvPr id="8" name="Text 4">
            <a:extLst>
              <a:ext uri="{FF2B5EF4-FFF2-40B4-BE49-F238E27FC236}">
                <a16:creationId xmlns:a16="http://schemas.microsoft.com/office/drawing/2014/main" id="{656B6BAE-B2CC-E13E-549C-8C4F7FF9799D}"/>
              </a:ext>
            </a:extLst>
          </p:cNvPr>
          <p:cNvSpPr txBox="1"/>
          <p:nvPr/>
        </p:nvSpPr>
        <p:spPr>
          <a:xfrm>
            <a:off x="584200" y="1559522"/>
            <a:ext cx="11023600" cy="4206240"/>
          </a:xfrm>
          <a:prstGeom prst="rect">
            <a:avLst/>
          </a:prstGeom>
          <a:noFill/>
          <a:ln/>
        </p:spPr>
        <p:txBody>
          <a:bodyPr wrap="square" lIns="0" tIns="0" rIns="0" bIns="0" rtlCol="0" anchor="t"/>
          <a:lstStyle/>
          <a:p>
            <a:pPr>
              <a:lnSpc>
                <a:spcPct val="105000"/>
              </a:lnSpc>
              <a:spcAft>
                <a:spcPts val="600"/>
              </a:spcAft>
              <a:buSzPct val="100000"/>
            </a:pPr>
            <a:r>
              <a:rPr lang="en-US" sz="1800" b="1">
                <a:latin typeface="Arial" panose="020B0604020202020204" pitchFamily="34" charset="0"/>
                <a:cs typeface="Arial" panose="020B0604020202020204" pitchFamily="34" charset="0"/>
              </a:rPr>
              <a:t>UAS (</a:t>
            </a:r>
            <a:r>
              <a:rPr lang="en-US" sz="1800" b="1">
                <a:solidFill>
                  <a:srgbClr val="0070C0"/>
                </a:solidFill>
                <a:latin typeface="Arial" panose="020B0604020202020204" pitchFamily="34" charset="0"/>
                <a:cs typeface="Arial" panose="020B0604020202020204" pitchFamily="34" charset="0"/>
              </a:rPr>
              <a:t>Search Capabilities</a:t>
            </a:r>
            <a:r>
              <a:rPr lang="en-US" sz="1800" b="1">
                <a:latin typeface="Arial" panose="020B0604020202020204" pitchFamily="34" charset="0"/>
                <a:cs typeface="Arial" panose="020B0604020202020204" pitchFamily="34" charset="0"/>
              </a:rPr>
              <a:t>) + Rover (</a:t>
            </a:r>
            <a:r>
              <a:rPr lang="en-US" sz="1800" b="1">
                <a:solidFill>
                  <a:srgbClr val="0070C0"/>
                </a:solidFill>
                <a:latin typeface="Arial" panose="020B0604020202020204" pitchFamily="34" charset="0"/>
                <a:cs typeface="Arial" panose="020B0604020202020204" pitchFamily="34" charset="0"/>
              </a:rPr>
              <a:t>Terrain Maneuverability</a:t>
            </a:r>
            <a:r>
              <a:rPr lang="en-US" sz="1800" b="1">
                <a:latin typeface="Arial" panose="020B0604020202020204" pitchFamily="34" charset="0"/>
                <a:cs typeface="Arial" panose="020B0604020202020204" pitchFamily="34" charset="0"/>
              </a:rPr>
              <a:t>) = Effective Search and Rescue Team</a:t>
            </a:r>
          </a:p>
          <a:p>
            <a:pPr>
              <a:lnSpc>
                <a:spcPct val="105000"/>
              </a:lnSpc>
              <a:spcAft>
                <a:spcPts val="600"/>
              </a:spcAft>
              <a:buSzPct val="100000"/>
            </a:pPr>
            <a:endParaRPr lang="en-US" sz="1800" b="1">
              <a:latin typeface="Arial" panose="020B0604020202020204" pitchFamily="34" charset="0"/>
              <a:cs typeface="Arial" panose="020B0604020202020204" pitchFamily="34" charset="0"/>
            </a:endParaRPr>
          </a:p>
          <a:p>
            <a:pPr marL="285750" indent="-285750">
              <a:lnSpc>
                <a:spcPct val="105000"/>
              </a:lnSpc>
              <a:spcAft>
                <a:spcPts val="600"/>
              </a:spcAft>
              <a:buSzPct val="100000"/>
              <a:buFont typeface="Arial" panose="020B0604020202020204" pitchFamily="34" charset="0"/>
              <a:buChar char="•"/>
            </a:pPr>
            <a:r>
              <a:rPr lang="en-US" sz="1800">
                <a:latin typeface="Arial" panose="020B0604020202020204" pitchFamily="34" charset="0"/>
                <a:cs typeface="Arial" panose="020B0604020202020204" pitchFamily="34" charset="0"/>
              </a:rPr>
              <a:t>Using the strengths of both vehicles allows increases chance of mission success</a:t>
            </a:r>
          </a:p>
          <a:p>
            <a:pPr marL="285750" indent="-285750">
              <a:lnSpc>
                <a:spcPct val="105000"/>
              </a:lnSpc>
              <a:spcAft>
                <a:spcPts val="600"/>
              </a:spcAft>
              <a:buSzPct val="100000"/>
              <a:buFont typeface="Arial" panose="020B0604020202020204" pitchFamily="34" charset="0"/>
              <a:buChar char="•"/>
            </a:pPr>
            <a:r>
              <a:rPr lang="en-US" sz="1800">
                <a:latin typeface="Arial" panose="020B0604020202020204" pitchFamily="34" charset="0"/>
                <a:cs typeface="Arial" panose="020B0604020202020204" pitchFamily="34" charset="0"/>
              </a:rPr>
              <a:t>Applications Include:</a:t>
            </a:r>
          </a:p>
          <a:p>
            <a:pPr marL="742950" lvl="1" indent="-285750">
              <a:lnSpc>
                <a:spcPct val="105000"/>
              </a:lnSpc>
              <a:spcAft>
                <a:spcPts val="600"/>
              </a:spcAft>
              <a:buSzPct val="100000"/>
              <a:buFont typeface="Arial" panose="020B0604020202020204" pitchFamily="34" charset="0"/>
              <a:buChar char="•"/>
            </a:pPr>
            <a:r>
              <a:rPr lang="en-US" sz="1800">
                <a:latin typeface="Arial" panose="020B0604020202020204" pitchFamily="34" charset="0"/>
                <a:cs typeface="Arial" panose="020B0604020202020204" pitchFamily="34" charset="0"/>
              </a:rPr>
              <a:t>Stranded Hiker Retrieval</a:t>
            </a:r>
          </a:p>
          <a:p>
            <a:pPr marL="742950" lvl="1" indent="-285750">
              <a:lnSpc>
                <a:spcPct val="105000"/>
              </a:lnSpc>
              <a:spcAft>
                <a:spcPts val="600"/>
              </a:spcAft>
              <a:buSzPct val="100000"/>
              <a:buFont typeface="Arial" panose="020B0604020202020204" pitchFamily="34" charset="0"/>
              <a:buChar char="•"/>
            </a:pPr>
            <a:r>
              <a:rPr lang="en-US" sz="1800">
                <a:latin typeface="Arial" panose="020B0604020202020204" pitchFamily="34" charset="0"/>
                <a:cs typeface="Arial" panose="020B0604020202020204" pitchFamily="34" charset="0"/>
              </a:rPr>
              <a:t>Medical Supplies Delivery</a:t>
            </a:r>
          </a:p>
          <a:p>
            <a:pPr marL="742950" lvl="1" indent="-285750">
              <a:lnSpc>
                <a:spcPct val="105000"/>
              </a:lnSpc>
              <a:spcAft>
                <a:spcPts val="600"/>
              </a:spcAft>
              <a:buSzPct val="100000"/>
              <a:buFont typeface="Arial" panose="020B0604020202020204" pitchFamily="34" charset="0"/>
              <a:buChar char="•"/>
            </a:pPr>
            <a:r>
              <a:rPr lang="en-US" sz="1800">
                <a:latin typeface="Arial" panose="020B0604020202020204" pitchFamily="34" charset="0"/>
                <a:cs typeface="Arial" panose="020B0604020202020204" pitchFamily="34" charset="0"/>
              </a:rPr>
              <a:t>Combat Supply Delivery</a:t>
            </a:r>
          </a:p>
          <a:p>
            <a:pPr marL="742950" lvl="1" indent="-285750">
              <a:lnSpc>
                <a:spcPct val="105000"/>
              </a:lnSpc>
              <a:spcAft>
                <a:spcPts val="600"/>
              </a:spcAft>
              <a:buSzPct val="100000"/>
              <a:buFont typeface="Arial" panose="020B0604020202020204" pitchFamily="34" charset="0"/>
              <a:buChar char="•"/>
            </a:pPr>
            <a:r>
              <a:rPr lang="en-US" sz="1800">
                <a:latin typeface="Arial" panose="020B0604020202020204" pitchFamily="34" charset="0"/>
                <a:cs typeface="Arial" panose="020B0604020202020204" pitchFamily="34" charset="0"/>
              </a:rPr>
              <a:t>On-Demand Delivery Services</a:t>
            </a:r>
          </a:p>
        </p:txBody>
      </p:sp>
      <p:sp>
        <p:nvSpPr>
          <p:cNvPr id="7" name="Shape 2">
            <a:extLst>
              <a:ext uri="{FF2B5EF4-FFF2-40B4-BE49-F238E27FC236}">
                <a16:creationId xmlns:a16="http://schemas.microsoft.com/office/drawing/2014/main" id="{DAA837CC-C961-E867-4B7E-9C4F24006328}"/>
              </a:ext>
            </a:extLst>
          </p:cNvPr>
          <p:cNvSpPr/>
          <p:nvPr/>
        </p:nvSpPr>
        <p:spPr>
          <a:xfrm>
            <a:off x="10049940" y="457200"/>
            <a:ext cx="1683400" cy="329184"/>
          </a:xfrm>
          <a:prstGeom prst="roundRect">
            <a:avLst>
              <a:gd name="adj" fmla="val 50000"/>
            </a:avLst>
          </a:prstGeom>
          <a:solidFill>
            <a:srgbClr val="C6890F"/>
          </a:solidFill>
          <a:ln/>
        </p:spPr>
        <p:txBody>
          <a:bodyPr lIns="91440" tIns="45720" rIns="91440" bIns="45720" anchor="ctr"/>
          <a:lstStyle/>
          <a:p>
            <a:pPr algn="ctr"/>
            <a:r>
              <a:rPr lang="en-US" sz="1000" b="1">
                <a:latin typeface="Arial"/>
                <a:cs typeface="Arial"/>
              </a:rPr>
              <a:t>Background</a:t>
            </a:r>
          </a:p>
        </p:txBody>
      </p:sp>
      <p:grpSp>
        <p:nvGrpSpPr>
          <p:cNvPr id="9" name="Progress Bar - 1 Background">
            <a:extLst>
              <a:ext uri="{FF2B5EF4-FFF2-40B4-BE49-F238E27FC236}">
                <a16:creationId xmlns:a16="http://schemas.microsoft.com/office/drawing/2014/main" id="{A9099F10-9BB9-8881-CFCD-7463976E7B4C}"/>
              </a:ext>
            </a:extLst>
          </p:cNvPr>
          <p:cNvGrpSpPr/>
          <p:nvPr/>
        </p:nvGrpSpPr>
        <p:grpSpPr>
          <a:xfrm>
            <a:off x="814351" y="6517495"/>
            <a:ext cx="10563297" cy="276999"/>
            <a:chOff x="790698" y="5902391"/>
            <a:chExt cx="10563297" cy="276999"/>
          </a:xfrm>
        </p:grpSpPr>
        <p:sp>
          <p:nvSpPr>
            <p:cNvPr id="10" name="Section 1 - Background">
              <a:extLst>
                <a:ext uri="{FF2B5EF4-FFF2-40B4-BE49-F238E27FC236}">
                  <a16:creationId xmlns:a16="http://schemas.microsoft.com/office/drawing/2014/main" id="{1EA76509-D0E1-7036-7727-4424A2A0B61C}"/>
                </a:ext>
              </a:extLst>
            </p:cNvPr>
            <p:cNvSpPr/>
            <p:nvPr/>
          </p:nvSpPr>
          <p:spPr>
            <a:xfrm>
              <a:off x="790698" y="5902391"/>
              <a:ext cx="1374145" cy="276999"/>
            </a:xfrm>
            <a:prstGeom prst="homePlate">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FFFFFF"/>
                  </a:solidFill>
                  <a:latin typeface="Calibri"/>
                </a:rPr>
                <a:t>Background</a:t>
              </a:r>
            </a:p>
          </p:txBody>
        </p:sp>
        <p:sp>
          <p:nvSpPr>
            <p:cNvPr id="11" name="Section 2 - ConOps">
              <a:extLst>
                <a:ext uri="{FF2B5EF4-FFF2-40B4-BE49-F238E27FC236}">
                  <a16:creationId xmlns:a16="http://schemas.microsoft.com/office/drawing/2014/main" id="{7E44D699-DE29-320F-EA72-F10A9786050F}"/>
                </a:ext>
              </a:extLst>
            </p:cNvPr>
            <p:cNvSpPr/>
            <p:nvPr/>
          </p:nvSpPr>
          <p:spPr>
            <a:xfrm>
              <a:off x="2103434" y="5902391"/>
              <a:ext cx="1374145"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ConOps</a:t>
              </a:r>
            </a:p>
          </p:txBody>
        </p:sp>
        <p:sp>
          <p:nvSpPr>
            <p:cNvPr id="12" name="Section 3 - Block Diagrams">
              <a:extLst>
                <a:ext uri="{FF2B5EF4-FFF2-40B4-BE49-F238E27FC236}">
                  <a16:creationId xmlns:a16="http://schemas.microsoft.com/office/drawing/2014/main" id="{6969A295-FEA2-E66D-9DB9-084B85DD202B}"/>
                </a:ext>
              </a:extLst>
            </p:cNvPr>
            <p:cNvSpPr/>
            <p:nvPr/>
          </p:nvSpPr>
          <p:spPr>
            <a:xfrm>
              <a:off x="3416170" y="5902391"/>
              <a:ext cx="1374145"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Block Diagrams</a:t>
              </a:r>
            </a:p>
          </p:txBody>
        </p:sp>
        <p:sp>
          <p:nvSpPr>
            <p:cNvPr id="13" name="Section 4 - Key Requirements">
              <a:extLst>
                <a:ext uri="{FF2B5EF4-FFF2-40B4-BE49-F238E27FC236}">
                  <a16:creationId xmlns:a16="http://schemas.microsoft.com/office/drawing/2014/main" id="{97E4E86A-324D-9C75-8604-7BD3823742EF}"/>
                </a:ext>
              </a:extLst>
            </p:cNvPr>
            <p:cNvSpPr/>
            <p:nvPr/>
          </p:nvSpPr>
          <p:spPr>
            <a:xfrm>
              <a:off x="4728906" y="5902391"/>
              <a:ext cx="1484077"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Key Requirements</a:t>
              </a:r>
            </a:p>
          </p:txBody>
        </p:sp>
        <p:sp>
          <p:nvSpPr>
            <p:cNvPr id="14" name="Section 5 - Trade Studies">
              <a:extLst>
                <a:ext uri="{FF2B5EF4-FFF2-40B4-BE49-F238E27FC236}">
                  <a16:creationId xmlns:a16="http://schemas.microsoft.com/office/drawing/2014/main" id="{15A75D77-D108-2BD2-AE27-DC89565A2395}"/>
                </a:ext>
              </a:extLst>
            </p:cNvPr>
            <p:cNvSpPr/>
            <p:nvPr/>
          </p:nvSpPr>
          <p:spPr>
            <a:xfrm>
              <a:off x="6151574" y="5902391"/>
              <a:ext cx="1374145"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Trade Studies</a:t>
              </a:r>
            </a:p>
          </p:txBody>
        </p:sp>
        <p:sp>
          <p:nvSpPr>
            <p:cNvPr id="15" name="Section 6 - Current Design Space">
              <a:extLst>
                <a:ext uri="{FF2B5EF4-FFF2-40B4-BE49-F238E27FC236}">
                  <a16:creationId xmlns:a16="http://schemas.microsoft.com/office/drawing/2014/main" id="{A7A69A4C-F89A-D41E-89D2-428D74779AA9}"/>
                </a:ext>
              </a:extLst>
            </p:cNvPr>
            <p:cNvSpPr/>
            <p:nvPr/>
          </p:nvSpPr>
          <p:spPr>
            <a:xfrm>
              <a:off x="7464310" y="5902391"/>
              <a:ext cx="1594008"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Current Design Space</a:t>
              </a:r>
            </a:p>
          </p:txBody>
        </p:sp>
        <p:sp>
          <p:nvSpPr>
            <p:cNvPr id="16" name="Section 7 - Moving Forward">
              <a:extLst>
                <a:ext uri="{FF2B5EF4-FFF2-40B4-BE49-F238E27FC236}">
                  <a16:creationId xmlns:a16="http://schemas.microsoft.com/office/drawing/2014/main" id="{B19B2557-BBC1-9220-9255-5B09B32CB3FB}"/>
                </a:ext>
              </a:extLst>
            </p:cNvPr>
            <p:cNvSpPr/>
            <p:nvPr/>
          </p:nvSpPr>
          <p:spPr>
            <a:xfrm>
              <a:off x="8996909" y="5902391"/>
              <a:ext cx="1415369"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Moving Forward</a:t>
              </a:r>
            </a:p>
          </p:txBody>
        </p:sp>
        <p:sp>
          <p:nvSpPr>
            <p:cNvPr id="17" name="Section 8 - Q &amp; A">
              <a:extLst>
                <a:ext uri="{FF2B5EF4-FFF2-40B4-BE49-F238E27FC236}">
                  <a16:creationId xmlns:a16="http://schemas.microsoft.com/office/drawing/2014/main" id="{42F0F108-885B-63B8-CD5E-A25034EAA7A7}"/>
                </a:ext>
              </a:extLst>
            </p:cNvPr>
            <p:cNvSpPr/>
            <p:nvPr/>
          </p:nvSpPr>
          <p:spPr>
            <a:xfrm>
              <a:off x="10350869" y="5902391"/>
              <a:ext cx="1003126"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Q &amp; A</a:t>
              </a:r>
            </a:p>
          </p:txBody>
        </p:sp>
      </p:grpSp>
    </p:spTree>
    <p:extLst>
      <p:ext uri="{BB962C8B-B14F-4D97-AF65-F5344CB8AC3E}">
        <p14:creationId xmlns:p14="http://schemas.microsoft.com/office/powerpoint/2010/main" val="1480998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17544-882A-0ED9-B3E2-0E80E9A1208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492067A-EA5D-D1C9-B37C-4C732F5F85C0}"/>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84E4613D-41AC-7726-7772-7C681E22172C}"/>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856EA4D7-50BB-BDB0-3A03-69BDD597F38A}"/>
              </a:ext>
            </a:extLst>
          </p:cNvPr>
          <p:cNvSpPr txBox="1"/>
          <p:nvPr/>
        </p:nvSpPr>
        <p:spPr>
          <a:xfrm>
            <a:off x="1281748" y="365760"/>
            <a:ext cx="7680960" cy="658368"/>
          </a:xfrm>
          <a:prstGeom prst="rect">
            <a:avLst/>
          </a:prstGeom>
          <a:noFill/>
          <a:ln/>
        </p:spPr>
        <p:txBody>
          <a:bodyPr wrap="square" lIns="0" tIns="0" rIns="0" bIns="0" rtlCol="0" anchor="ctr"/>
          <a:lstStyle/>
          <a:p>
            <a:pPr marL="0" indent="0" algn="l">
              <a:buNone/>
            </a:pPr>
            <a:r>
              <a:rPr lang="en-US" sz="2800" b="1">
                <a:latin typeface="Arial" panose="020B0604020202020204" pitchFamily="34" charset="0"/>
                <a:cs typeface="Arial" panose="020B0604020202020204" pitchFamily="34" charset="0"/>
              </a:rPr>
              <a:t>Mission Objective</a:t>
            </a:r>
          </a:p>
        </p:txBody>
      </p:sp>
      <p:sp>
        <p:nvSpPr>
          <p:cNvPr id="10" name="TextBox 9">
            <a:extLst>
              <a:ext uri="{FF2B5EF4-FFF2-40B4-BE49-F238E27FC236}">
                <a16:creationId xmlns:a16="http://schemas.microsoft.com/office/drawing/2014/main" id="{8FEA0268-2801-2714-73DA-FEA3B1CD362C}"/>
              </a:ext>
            </a:extLst>
          </p:cNvPr>
          <p:cNvSpPr txBox="1"/>
          <p:nvPr/>
        </p:nvSpPr>
        <p:spPr>
          <a:xfrm>
            <a:off x="967108" y="1757179"/>
            <a:ext cx="10257785"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i="1">
                <a:solidFill>
                  <a:srgbClr val="000000"/>
                </a:solidFill>
                <a:latin typeface="Arial"/>
                <a:cs typeface="Arial"/>
              </a:rPr>
              <a:t>"</a:t>
            </a:r>
            <a:r>
              <a:rPr lang="en-US" sz="2800" i="1" baseline="0">
                <a:solidFill>
                  <a:srgbClr val="000000"/>
                </a:solidFill>
                <a:latin typeface="Arial"/>
                <a:cs typeface="Arial"/>
              </a:rPr>
              <a:t>The multi-agent network shall comprise </a:t>
            </a:r>
            <a:r>
              <a:rPr lang="en-US" sz="2800" i="1" baseline="0">
                <a:solidFill>
                  <a:srgbClr val="0070C0"/>
                </a:solidFill>
                <a:latin typeface="Arial"/>
                <a:cs typeface="Arial"/>
              </a:rPr>
              <a:t>one UAS </a:t>
            </a:r>
            <a:r>
              <a:rPr lang="en-US" sz="2800" i="1" baseline="0">
                <a:solidFill>
                  <a:srgbClr val="000000"/>
                </a:solidFill>
                <a:latin typeface="Arial"/>
                <a:cs typeface="Arial"/>
              </a:rPr>
              <a:t>and </a:t>
            </a:r>
            <a:r>
              <a:rPr lang="en-US" sz="2800" i="1" baseline="0">
                <a:solidFill>
                  <a:srgbClr val="0070C0"/>
                </a:solidFill>
                <a:latin typeface="Arial"/>
                <a:cs typeface="Arial"/>
              </a:rPr>
              <a:t>one rover</a:t>
            </a:r>
            <a:r>
              <a:rPr lang="en-US" sz="2800" i="1" baseline="0">
                <a:solidFill>
                  <a:srgbClr val="000000"/>
                </a:solidFill>
                <a:latin typeface="Arial"/>
                <a:cs typeface="Arial"/>
              </a:rPr>
              <a:t> working autonomously/semi-autonomously and cooperatively, search an area of interest, </a:t>
            </a:r>
            <a:r>
              <a:rPr lang="en-US" sz="2800" i="1" baseline="0">
                <a:solidFill>
                  <a:srgbClr val="0070C0"/>
                </a:solidFill>
                <a:latin typeface="Arial"/>
                <a:cs typeface="Arial"/>
              </a:rPr>
              <a:t>determine the coordinates of a location of interest</a:t>
            </a:r>
            <a:r>
              <a:rPr lang="en-US" sz="2800" i="1" baseline="0">
                <a:solidFill>
                  <a:srgbClr val="000000"/>
                </a:solidFill>
                <a:latin typeface="Arial"/>
                <a:cs typeface="Arial"/>
              </a:rPr>
              <a:t>, and </a:t>
            </a:r>
            <a:r>
              <a:rPr lang="en-US" sz="2800" i="1" baseline="0">
                <a:solidFill>
                  <a:srgbClr val="0070C0"/>
                </a:solidFill>
                <a:latin typeface="Arial"/>
                <a:cs typeface="Arial"/>
              </a:rPr>
              <a:t>deliver/retrieve a payload at the location of interest</a:t>
            </a:r>
            <a:r>
              <a:rPr lang="en-US" sz="2800" i="1" baseline="0">
                <a:solidFill>
                  <a:srgbClr val="000000"/>
                </a:solidFill>
                <a:latin typeface="Arial"/>
                <a:cs typeface="Arial"/>
              </a:rPr>
              <a:t>, which is specified</a:t>
            </a:r>
            <a:r>
              <a:rPr lang="en-US" sz="2800" i="1">
                <a:solidFill>
                  <a:srgbClr val="000000"/>
                </a:solidFill>
                <a:latin typeface="Arial"/>
                <a:ea typeface="Calibri"/>
                <a:cs typeface="Arial"/>
              </a:rPr>
              <a:t>​</a:t>
            </a:r>
            <a:br>
              <a:rPr lang="en-US" sz="2800" i="1">
                <a:latin typeface="Arial"/>
                <a:ea typeface="Calibri"/>
                <a:cs typeface="Arial"/>
              </a:rPr>
            </a:br>
            <a:r>
              <a:rPr lang="en-US" sz="2800" i="1" baseline="0">
                <a:solidFill>
                  <a:srgbClr val="000000"/>
                </a:solidFill>
                <a:latin typeface="Arial"/>
                <a:cs typeface="Arial"/>
              </a:rPr>
              <a:t>by an </a:t>
            </a:r>
            <a:r>
              <a:rPr lang="en-US" sz="2800" i="1" baseline="0" err="1">
                <a:solidFill>
                  <a:srgbClr val="0070C0"/>
                </a:solidFill>
                <a:latin typeface="Arial"/>
                <a:cs typeface="Arial"/>
              </a:rPr>
              <a:t>ArUco</a:t>
            </a:r>
            <a:r>
              <a:rPr lang="en-US" sz="2800" i="1" baseline="0">
                <a:solidFill>
                  <a:srgbClr val="0070C0"/>
                </a:solidFill>
                <a:latin typeface="Arial"/>
                <a:cs typeface="Arial"/>
              </a:rPr>
              <a:t> marker.</a:t>
            </a:r>
            <a:r>
              <a:rPr lang="en-US" sz="2800" i="1">
                <a:solidFill>
                  <a:srgbClr val="0070C0"/>
                </a:solidFill>
                <a:latin typeface="Arial"/>
                <a:ea typeface="Calibri"/>
                <a:cs typeface="Arial"/>
              </a:rPr>
              <a:t>​</a:t>
            </a:r>
            <a:r>
              <a:rPr lang="en-US" sz="2800" i="1">
                <a:solidFill>
                  <a:srgbClr val="000000"/>
                </a:solidFill>
                <a:latin typeface="Arial"/>
                <a:ea typeface="Calibri"/>
                <a:cs typeface="Arial"/>
              </a:rPr>
              <a:t>"</a:t>
            </a:r>
            <a:endParaRPr lang="en-US" sz="2800" i="1">
              <a:latin typeface="Arial"/>
              <a:ea typeface="Calibri"/>
              <a:cs typeface="Arial"/>
            </a:endParaRPr>
          </a:p>
          <a:p>
            <a:endParaRPr lang="en-US" sz="2800">
              <a:latin typeface="Arial"/>
              <a:ea typeface="Calibri"/>
              <a:cs typeface="Arial"/>
            </a:endParaRPr>
          </a:p>
          <a:p>
            <a:pPr algn="ctr">
              <a:buFont typeface="Calibri"/>
            </a:pPr>
            <a:r>
              <a:rPr lang="en-US" sz="2800">
                <a:latin typeface="Arial"/>
                <a:ea typeface="Calibri"/>
                <a:cs typeface="Arial"/>
              </a:rPr>
              <a:t>   						MO-1</a:t>
            </a:r>
          </a:p>
          <a:p>
            <a:r>
              <a:rPr lang="en-US" sz="2800">
                <a:latin typeface="Arial"/>
                <a:ea typeface="Calibri"/>
                <a:cs typeface="Arial"/>
              </a:rPr>
              <a:t> </a:t>
            </a:r>
          </a:p>
          <a:p>
            <a:pPr algn="ctr"/>
            <a:endParaRPr lang="en-US" sz="2800">
              <a:latin typeface="Arial"/>
              <a:cs typeface="Arial"/>
            </a:endParaRPr>
          </a:p>
        </p:txBody>
      </p:sp>
      <p:sp>
        <p:nvSpPr>
          <p:cNvPr id="7" name="Shape 2">
            <a:extLst>
              <a:ext uri="{FF2B5EF4-FFF2-40B4-BE49-F238E27FC236}">
                <a16:creationId xmlns:a16="http://schemas.microsoft.com/office/drawing/2014/main" id="{12E34973-A793-1DA9-CD71-D7378F5E5C92}"/>
              </a:ext>
            </a:extLst>
          </p:cNvPr>
          <p:cNvSpPr/>
          <p:nvPr/>
        </p:nvSpPr>
        <p:spPr>
          <a:xfrm>
            <a:off x="10049940" y="457200"/>
            <a:ext cx="1683400" cy="329184"/>
          </a:xfrm>
          <a:prstGeom prst="roundRect">
            <a:avLst>
              <a:gd name="adj" fmla="val 50000"/>
            </a:avLst>
          </a:prstGeom>
          <a:solidFill>
            <a:srgbClr val="C6890F"/>
          </a:solidFill>
          <a:ln/>
        </p:spPr>
        <p:txBody>
          <a:bodyPr lIns="91440" tIns="45720" rIns="91440" bIns="45720" anchor="ctr"/>
          <a:lstStyle/>
          <a:p>
            <a:pPr algn="ctr"/>
            <a:r>
              <a:rPr lang="en-US" sz="1000" b="1">
                <a:latin typeface="Arial"/>
                <a:cs typeface="Arial"/>
              </a:rPr>
              <a:t>Background</a:t>
            </a:r>
          </a:p>
        </p:txBody>
      </p:sp>
      <p:sp>
        <p:nvSpPr>
          <p:cNvPr id="8" name="Slide Number Placeholder 5">
            <a:extLst>
              <a:ext uri="{FF2B5EF4-FFF2-40B4-BE49-F238E27FC236}">
                <a16:creationId xmlns:a16="http://schemas.microsoft.com/office/drawing/2014/main" id="{A9633448-1344-493E-2321-10211D938A6F}"/>
              </a:ext>
            </a:extLst>
          </p:cNvPr>
          <p:cNvSpPr>
            <a:spLocks noGrp="1"/>
          </p:cNvSpPr>
          <p:nvPr>
            <p:ph type="sldNum" sz="quarter" idx="11"/>
          </p:nvPr>
        </p:nvSpPr>
        <p:spPr>
          <a:xfrm>
            <a:off x="9181561" y="6475931"/>
            <a:ext cx="2743200" cy="365125"/>
          </a:xfrm>
        </p:spPr>
        <p:txBody>
          <a:bodyPr/>
          <a:lstStyle/>
          <a:p>
            <a:fld id="{6ACAF18C-C32B-5246-8B79-94468F598665}" type="slidenum">
              <a:rPr lang="en-US" smtClean="0"/>
              <a:t>6</a:t>
            </a:fld>
            <a:endParaRPr lang="en-US"/>
          </a:p>
        </p:txBody>
      </p:sp>
      <p:grpSp>
        <p:nvGrpSpPr>
          <p:cNvPr id="9" name="Progress Bar - 1 Background">
            <a:extLst>
              <a:ext uri="{FF2B5EF4-FFF2-40B4-BE49-F238E27FC236}">
                <a16:creationId xmlns:a16="http://schemas.microsoft.com/office/drawing/2014/main" id="{7B0664FE-9CD1-DFBA-B144-FB048DEF09F1}"/>
              </a:ext>
            </a:extLst>
          </p:cNvPr>
          <p:cNvGrpSpPr/>
          <p:nvPr/>
        </p:nvGrpSpPr>
        <p:grpSpPr>
          <a:xfrm>
            <a:off x="814351" y="6517495"/>
            <a:ext cx="10563297" cy="276999"/>
            <a:chOff x="790698" y="5902391"/>
            <a:chExt cx="10563297" cy="276999"/>
          </a:xfrm>
        </p:grpSpPr>
        <p:sp>
          <p:nvSpPr>
            <p:cNvPr id="11" name="Section 1 - Background">
              <a:extLst>
                <a:ext uri="{FF2B5EF4-FFF2-40B4-BE49-F238E27FC236}">
                  <a16:creationId xmlns:a16="http://schemas.microsoft.com/office/drawing/2014/main" id="{F850699A-531E-DC1F-63ED-ADE0A8834487}"/>
                </a:ext>
              </a:extLst>
            </p:cNvPr>
            <p:cNvSpPr/>
            <p:nvPr/>
          </p:nvSpPr>
          <p:spPr>
            <a:xfrm>
              <a:off x="790698" y="5902391"/>
              <a:ext cx="1374145" cy="276999"/>
            </a:xfrm>
            <a:prstGeom prst="homePlate">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FFFFFF"/>
                  </a:solidFill>
                  <a:latin typeface="Calibri"/>
                </a:rPr>
                <a:t>Background</a:t>
              </a:r>
            </a:p>
          </p:txBody>
        </p:sp>
        <p:sp>
          <p:nvSpPr>
            <p:cNvPr id="12" name="Section 2 - ConOps">
              <a:extLst>
                <a:ext uri="{FF2B5EF4-FFF2-40B4-BE49-F238E27FC236}">
                  <a16:creationId xmlns:a16="http://schemas.microsoft.com/office/drawing/2014/main" id="{90C4A59D-7515-C58A-72F2-049E216840BE}"/>
                </a:ext>
              </a:extLst>
            </p:cNvPr>
            <p:cNvSpPr/>
            <p:nvPr/>
          </p:nvSpPr>
          <p:spPr>
            <a:xfrm>
              <a:off x="2103434" y="5902391"/>
              <a:ext cx="1374145"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ConOps</a:t>
              </a:r>
            </a:p>
          </p:txBody>
        </p:sp>
        <p:sp>
          <p:nvSpPr>
            <p:cNvPr id="13" name="Section 3 - Block Diagrams">
              <a:extLst>
                <a:ext uri="{FF2B5EF4-FFF2-40B4-BE49-F238E27FC236}">
                  <a16:creationId xmlns:a16="http://schemas.microsoft.com/office/drawing/2014/main" id="{16474192-1DE0-8A0D-7E96-E7708F56B667}"/>
                </a:ext>
              </a:extLst>
            </p:cNvPr>
            <p:cNvSpPr/>
            <p:nvPr/>
          </p:nvSpPr>
          <p:spPr>
            <a:xfrm>
              <a:off x="3416170" y="5902391"/>
              <a:ext cx="1374145"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Block Diagrams</a:t>
              </a:r>
            </a:p>
          </p:txBody>
        </p:sp>
        <p:sp>
          <p:nvSpPr>
            <p:cNvPr id="14" name="Section 4 - Key Requirements">
              <a:extLst>
                <a:ext uri="{FF2B5EF4-FFF2-40B4-BE49-F238E27FC236}">
                  <a16:creationId xmlns:a16="http://schemas.microsoft.com/office/drawing/2014/main" id="{8A891403-D03F-F021-2894-3002EB78B1B6}"/>
                </a:ext>
              </a:extLst>
            </p:cNvPr>
            <p:cNvSpPr/>
            <p:nvPr/>
          </p:nvSpPr>
          <p:spPr>
            <a:xfrm>
              <a:off x="4728906" y="5902391"/>
              <a:ext cx="1484077"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Key Requirements</a:t>
              </a:r>
            </a:p>
          </p:txBody>
        </p:sp>
        <p:sp>
          <p:nvSpPr>
            <p:cNvPr id="15" name="Section 5 - Trade Studies">
              <a:extLst>
                <a:ext uri="{FF2B5EF4-FFF2-40B4-BE49-F238E27FC236}">
                  <a16:creationId xmlns:a16="http://schemas.microsoft.com/office/drawing/2014/main" id="{6EFEAB10-7D89-B1C5-A7BC-BCFCDCECA8D7}"/>
                </a:ext>
              </a:extLst>
            </p:cNvPr>
            <p:cNvSpPr/>
            <p:nvPr/>
          </p:nvSpPr>
          <p:spPr>
            <a:xfrm>
              <a:off x="6151574" y="5902391"/>
              <a:ext cx="1374145"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Trade Studies</a:t>
              </a:r>
            </a:p>
          </p:txBody>
        </p:sp>
        <p:sp>
          <p:nvSpPr>
            <p:cNvPr id="16" name="Section 6 - Current Design Space">
              <a:extLst>
                <a:ext uri="{FF2B5EF4-FFF2-40B4-BE49-F238E27FC236}">
                  <a16:creationId xmlns:a16="http://schemas.microsoft.com/office/drawing/2014/main" id="{6D36E35C-8A41-CA3F-3BA7-676D0255C104}"/>
                </a:ext>
              </a:extLst>
            </p:cNvPr>
            <p:cNvSpPr/>
            <p:nvPr/>
          </p:nvSpPr>
          <p:spPr>
            <a:xfrm>
              <a:off x="7464310" y="5902391"/>
              <a:ext cx="1594008"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Current Design Space</a:t>
              </a:r>
            </a:p>
          </p:txBody>
        </p:sp>
        <p:sp>
          <p:nvSpPr>
            <p:cNvPr id="17" name="Section 7 - Moving Forward">
              <a:extLst>
                <a:ext uri="{FF2B5EF4-FFF2-40B4-BE49-F238E27FC236}">
                  <a16:creationId xmlns:a16="http://schemas.microsoft.com/office/drawing/2014/main" id="{2779C3A4-2A4A-D741-AFED-1D865DD02984}"/>
                </a:ext>
              </a:extLst>
            </p:cNvPr>
            <p:cNvSpPr/>
            <p:nvPr/>
          </p:nvSpPr>
          <p:spPr>
            <a:xfrm>
              <a:off x="8996909" y="5902391"/>
              <a:ext cx="1415369"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Moving Forward</a:t>
              </a:r>
            </a:p>
          </p:txBody>
        </p:sp>
        <p:sp>
          <p:nvSpPr>
            <p:cNvPr id="18" name="Section 8 - Q &amp; A">
              <a:extLst>
                <a:ext uri="{FF2B5EF4-FFF2-40B4-BE49-F238E27FC236}">
                  <a16:creationId xmlns:a16="http://schemas.microsoft.com/office/drawing/2014/main" id="{C355DCFE-C728-6839-E692-8795D5B5D9F6}"/>
                </a:ext>
              </a:extLst>
            </p:cNvPr>
            <p:cNvSpPr/>
            <p:nvPr/>
          </p:nvSpPr>
          <p:spPr>
            <a:xfrm>
              <a:off x="10350869" y="5902391"/>
              <a:ext cx="1003126"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Q &amp; A</a:t>
              </a:r>
            </a:p>
          </p:txBody>
        </p:sp>
      </p:grpSp>
    </p:spTree>
    <p:extLst>
      <p:ext uri="{BB962C8B-B14F-4D97-AF65-F5344CB8AC3E}">
        <p14:creationId xmlns:p14="http://schemas.microsoft.com/office/powerpoint/2010/main" val="1633924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B2A28"/>
        </a:solidFill>
        <a:effectLst/>
      </p:bgPr>
    </p:bg>
    <p:spTree>
      <p:nvGrpSpPr>
        <p:cNvPr id="1" name="">
          <a:extLst>
            <a:ext uri="{FF2B5EF4-FFF2-40B4-BE49-F238E27FC236}">
              <a16:creationId xmlns:a16="http://schemas.microsoft.com/office/drawing/2014/main" id="{FB4FFDCE-C711-9ABF-BFEC-5D54C5D175A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4D84BFD-8035-749A-D54B-A1AE88557C3D}"/>
              </a:ext>
            </a:extLst>
          </p:cNvPr>
          <p:cNvSpPr/>
          <p:nvPr/>
        </p:nvSpPr>
        <p:spPr>
          <a:xfrm>
            <a:off x="9648508" y="4754880"/>
            <a:ext cx="408920" cy="408920"/>
          </a:xfrm>
          <a:prstGeom prst="rect">
            <a:avLst/>
          </a:prstGeom>
          <a:ln w="12700">
            <a:solidFill>
              <a:srgbClr val="C6890F">
                <a:alpha val="14000"/>
              </a:srgbClr>
            </a:solidFill>
            <a:prstDash val="solid"/>
          </a:ln>
        </p:spPr>
        <p:txBody>
          <a:bodyPr/>
          <a:lstStyle/>
          <a:p>
            <a:endParaRPr lang="en-US" sz="1800"/>
          </a:p>
        </p:txBody>
      </p:sp>
      <p:sp>
        <p:nvSpPr>
          <p:cNvPr id="3" name="Shape 1">
            <a:extLst>
              <a:ext uri="{FF2B5EF4-FFF2-40B4-BE49-F238E27FC236}">
                <a16:creationId xmlns:a16="http://schemas.microsoft.com/office/drawing/2014/main" id="{C02B0F4A-5B3F-6D1E-2759-09263BA41DA6}"/>
              </a:ext>
            </a:extLst>
          </p:cNvPr>
          <p:cNvSpPr/>
          <p:nvPr/>
        </p:nvSpPr>
        <p:spPr>
          <a:xfrm>
            <a:off x="10123996" y="4754880"/>
            <a:ext cx="408920" cy="408920"/>
          </a:xfrm>
          <a:prstGeom prst="rect">
            <a:avLst/>
          </a:prstGeom>
          <a:ln w="12700">
            <a:solidFill>
              <a:srgbClr val="C6890F">
                <a:alpha val="14000"/>
              </a:srgbClr>
            </a:solidFill>
            <a:prstDash val="solid"/>
          </a:ln>
        </p:spPr>
        <p:txBody>
          <a:bodyPr/>
          <a:lstStyle/>
          <a:p>
            <a:endParaRPr lang="en-US" sz="1800"/>
          </a:p>
        </p:txBody>
      </p:sp>
      <p:sp>
        <p:nvSpPr>
          <p:cNvPr id="4" name="Shape 2">
            <a:extLst>
              <a:ext uri="{FF2B5EF4-FFF2-40B4-BE49-F238E27FC236}">
                <a16:creationId xmlns:a16="http://schemas.microsoft.com/office/drawing/2014/main" id="{4E06D217-9287-0F8D-4154-52C0A925616C}"/>
              </a:ext>
            </a:extLst>
          </p:cNvPr>
          <p:cNvSpPr/>
          <p:nvPr/>
        </p:nvSpPr>
        <p:spPr>
          <a:xfrm>
            <a:off x="10599484" y="4754880"/>
            <a:ext cx="408920" cy="408920"/>
          </a:xfrm>
          <a:prstGeom prst="rect">
            <a:avLst/>
          </a:prstGeom>
          <a:ln w="12700">
            <a:solidFill>
              <a:srgbClr val="C6890F">
                <a:alpha val="14000"/>
              </a:srgbClr>
            </a:solidFill>
            <a:prstDash val="solid"/>
          </a:ln>
        </p:spPr>
        <p:txBody>
          <a:bodyPr/>
          <a:lstStyle/>
          <a:p>
            <a:endParaRPr lang="en-US" sz="1800"/>
          </a:p>
        </p:txBody>
      </p:sp>
      <p:sp>
        <p:nvSpPr>
          <p:cNvPr id="5" name="Shape 3">
            <a:extLst>
              <a:ext uri="{FF2B5EF4-FFF2-40B4-BE49-F238E27FC236}">
                <a16:creationId xmlns:a16="http://schemas.microsoft.com/office/drawing/2014/main" id="{375A2800-80A1-E0B7-A324-FD959D0AA83B}"/>
              </a:ext>
            </a:extLst>
          </p:cNvPr>
          <p:cNvSpPr/>
          <p:nvPr/>
        </p:nvSpPr>
        <p:spPr>
          <a:xfrm>
            <a:off x="11074972" y="4754880"/>
            <a:ext cx="408920" cy="408920"/>
          </a:xfrm>
          <a:prstGeom prst="rect">
            <a:avLst/>
          </a:prstGeom>
          <a:ln w="12700">
            <a:solidFill>
              <a:srgbClr val="C6890F">
                <a:alpha val="14000"/>
              </a:srgbClr>
            </a:solidFill>
            <a:prstDash val="solid"/>
          </a:ln>
        </p:spPr>
        <p:txBody>
          <a:bodyPr/>
          <a:lstStyle/>
          <a:p>
            <a:endParaRPr lang="en-US" sz="1800"/>
          </a:p>
        </p:txBody>
      </p:sp>
      <p:sp>
        <p:nvSpPr>
          <p:cNvPr id="6" name="Shape 4">
            <a:extLst>
              <a:ext uri="{FF2B5EF4-FFF2-40B4-BE49-F238E27FC236}">
                <a16:creationId xmlns:a16="http://schemas.microsoft.com/office/drawing/2014/main" id="{D293FF0F-544C-F858-E3CB-DA6C6448A60F}"/>
              </a:ext>
            </a:extLst>
          </p:cNvPr>
          <p:cNvSpPr/>
          <p:nvPr/>
        </p:nvSpPr>
        <p:spPr>
          <a:xfrm>
            <a:off x="9648508" y="5230368"/>
            <a:ext cx="408920" cy="408920"/>
          </a:xfrm>
          <a:prstGeom prst="rect">
            <a:avLst/>
          </a:prstGeom>
          <a:ln w="12700">
            <a:solidFill>
              <a:srgbClr val="C6890F">
                <a:alpha val="14000"/>
              </a:srgbClr>
            </a:solidFill>
            <a:prstDash val="solid"/>
          </a:ln>
        </p:spPr>
        <p:txBody>
          <a:bodyPr/>
          <a:lstStyle/>
          <a:p>
            <a:endParaRPr lang="en-US" sz="1800"/>
          </a:p>
        </p:txBody>
      </p:sp>
      <p:sp>
        <p:nvSpPr>
          <p:cNvPr id="7" name="Shape 5">
            <a:extLst>
              <a:ext uri="{FF2B5EF4-FFF2-40B4-BE49-F238E27FC236}">
                <a16:creationId xmlns:a16="http://schemas.microsoft.com/office/drawing/2014/main" id="{F69FC591-F327-99C2-E90D-7D843FD9E0EC}"/>
              </a:ext>
            </a:extLst>
          </p:cNvPr>
          <p:cNvSpPr/>
          <p:nvPr/>
        </p:nvSpPr>
        <p:spPr>
          <a:xfrm>
            <a:off x="10123996" y="5230368"/>
            <a:ext cx="408920" cy="408920"/>
          </a:xfrm>
          <a:prstGeom prst="rect">
            <a:avLst/>
          </a:prstGeom>
          <a:ln w="12700">
            <a:solidFill>
              <a:srgbClr val="C6890F">
                <a:alpha val="14000"/>
              </a:srgbClr>
            </a:solidFill>
            <a:prstDash val="solid"/>
          </a:ln>
        </p:spPr>
        <p:txBody>
          <a:bodyPr/>
          <a:lstStyle/>
          <a:p>
            <a:endParaRPr lang="en-US" sz="1800"/>
          </a:p>
        </p:txBody>
      </p:sp>
      <p:sp>
        <p:nvSpPr>
          <p:cNvPr id="8" name="Shape 6">
            <a:extLst>
              <a:ext uri="{FF2B5EF4-FFF2-40B4-BE49-F238E27FC236}">
                <a16:creationId xmlns:a16="http://schemas.microsoft.com/office/drawing/2014/main" id="{3411D60B-44C4-71FC-E05F-ACFAF49C5D34}"/>
              </a:ext>
            </a:extLst>
          </p:cNvPr>
          <p:cNvSpPr/>
          <p:nvPr/>
        </p:nvSpPr>
        <p:spPr>
          <a:xfrm>
            <a:off x="10599484" y="5230368"/>
            <a:ext cx="408920" cy="408920"/>
          </a:xfrm>
          <a:prstGeom prst="rect">
            <a:avLst/>
          </a:prstGeom>
          <a:ln w="12700">
            <a:solidFill>
              <a:srgbClr val="C6890F">
                <a:alpha val="14000"/>
              </a:srgbClr>
            </a:solidFill>
            <a:prstDash val="solid"/>
          </a:ln>
        </p:spPr>
        <p:txBody>
          <a:bodyPr/>
          <a:lstStyle/>
          <a:p>
            <a:endParaRPr lang="en-US" sz="1800"/>
          </a:p>
        </p:txBody>
      </p:sp>
      <p:sp>
        <p:nvSpPr>
          <p:cNvPr id="9" name="Shape 7">
            <a:extLst>
              <a:ext uri="{FF2B5EF4-FFF2-40B4-BE49-F238E27FC236}">
                <a16:creationId xmlns:a16="http://schemas.microsoft.com/office/drawing/2014/main" id="{5D428C4E-EA29-AE84-2B3A-0129032DBF13}"/>
              </a:ext>
            </a:extLst>
          </p:cNvPr>
          <p:cNvSpPr/>
          <p:nvPr/>
        </p:nvSpPr>
        <p:spPr>
          <a:xfrm>
            <a:off x="11074972" y="5230368"/>
            <a:ext cx="408920" cy="408920"/>
          </a:xfrm>
          <a:prstGeom prst="rect">
            <a:avLst/>
          </a:prstGeom>
          <a:ln w="12700">
            <a:solidFill>
              <a:srgbClr val="C6890F">
                <a:alpha val="14000"/>
              </a:srgbClr>
            </a:solidFill>
            <a:prstDash val="solid"/>
          </a:ln>
        </p:spPr>
        <p:txBody>
          <a:bodyPr/>
          <a:lstStyle/>
          <a:p>
            <a:endParaRPr lang="en-US" sz="1800"/>
          </a:p>
        </p:txBody>
      </p:sp>
      <p:sp>
        <p:nvSpPr>
          <p:cNvPr id="10" name="Shape 8">
            <a:extLst>
              <a:ext uri="{FF2B5EF4-FFF2-40B4-BE49-F238E27FC236}">
                <a16:creationId xmlns:a16="http://schemas.microsoft.com/office/drawing/2014/main" id="{C2EC2714-E12E-0D97-EE29-A5BF2BF15B2C}"/>
              </a:ext>
            </a:extLst>
          </p:cNvPr>
          <p:cNvSpPr/>
          <p:nvPr/>
        </p:nvSpPr>
        <p:spPr>
          <a:xfrm>
            <a:off x="9648508" y="5705856"/>
            <a:ext cx="408920" cy="408920"/>
          </a:xfrm>
          <a:prstGeom prst="rect">
            <a:avLst/>
          </a:prstGeom>
          <a:ln w="12700">
            <a:solidFill>
              <a:srgbClr val="C6890F">
                <a:alpha val="14000"/>
              </a:srgbClr>
            </a:solidFill>
            <a:prstDash val="solid"/>
          </a:ln>
        </p:spPr>
        <p:txBody>
          <a:bodyPr/>
          <a:lstStyle/>
          <a:p>
            <a:endParaRPr lang="en-US" sz="1800"/>
          </a:p>
        </p:txBody>
      </p:sp>
      <p:sp>
        <p:nvSpPr>
          <p:cNvPr id="11" name="Shape 9">
            <a:extLst>
              <a:ext uri="{FF2B5EF4-FFF2-40B4-BE49-F238E27FC236}">
                <a16:creationId xmlns:a16="http://schemas.microsoft.com/office/drawing/2014/main" id="{3A843913-86E3-8089-6850-808FF0A90C01}"/>
              </a:ext>
            </a:extLst>
          </p:cNvPr>
          <p:cNvSpPr/>
          <p:nvPr/>
        </p:nvSpPr>
        <p:spPr>
          <a:xfrm>
            <a:off x="10123996" y="5705856"/>
            <a:ext cx="408920" cy="408920"/>
          </a:xfrm>
          <a:prstGeom prst="rect">
            <a:avLst/>
          </a:prstGeom>
          <a:ln w="12700">
            <a:solidFill>
              <a:srgbClr val="C6890F">
                <a:alpha val="14000"/>
              </a:srgbClr>
            </a:solidFill>
            <a:prstDash val="solid"/>
          </a:ln>
        </p:spPr>
        <p:txBody>
          <a:bodyPr/>
          <a:lstStyle/>
          <a:p>
            <a:endParaRPr lang="en-US" sz="1800"/>
          </a:p>
        </p:txBody>
      </p:sp>
      <p:sp>
        <p:nvSpPr>
          <p:cNvPr id="12" name="Shape 10">
            <a:extLst>
              <a:ext uri="{FF2B5EF4-FFF2-40B4-BE49-F238E27FC236}">
                <a16:creationId xmlns:a16="http://schemas.microsoft.com/office/drawing/2014/main" id="{0A0DC628-EE2E-4A8F-260E-85D0BFF2F63B}"/>
              </a:ext>
            </a:extLst>
          </p:cNvPr>
          <p:cNvSpPr/>
          <p:nvPr/>
        </p:nvSpPr>
        <p:spPr>
          <a:xfrm>
            <a:off x="10599484" y="5705856"/>
            <a:ext cx="408920" cy="408920"/>
          </a:xfrm>
          <a:prstGeom prst="rect">
            <a:avLst/>
          </a:prstGeom>
          <a:ln w="12700">
            <a:solidFill>
              <a:srgbClr val="C6890F">
                <a:alpha val="14000"/>
              </a:srgbClr>
            </a:solidFill>
            <a:prstDash val="solid"/>
          </a:ln>
        </p:spPr>
        <p:txBody>
          <a:bodyPr/>
          <a:lstStyle/>
          <a:p>
            <a:endParaRPr lang="en-US" sz="1800"/>
          </a:p>
        </p:txBody>
      </p:sp>
      <p:sp>
        <p:nvSpPr>
          <p:cNvPr id="13" name="Shape 11">
            <a:extLst>
              <a:ext uri="{FF2B5EF4-FFF2-40B4-BE49-F238E27FC236}">
                <a16:creationId xmlns:a16="http://schemas.microsoft.com/office/drawing/2014/main" id="{E2380891-7D2E-3FFE-1423-CCE33F685B8A}"/>
              </a:ext>
            </a:extLst>
          </p:cNvPr>
          <p:cNvSpPr/>
          <p:nvPr/>
        </p:nvSpPr>
        <p:spPr>
          <a:xfrm>
            <a:off x="11074972" y="5705856"/>
            <a:ext cx="408920" cy="408920"/>
          </a:xfrm>
          <a:prstGeom prst="rect">
            <a:avLst/>
          </a:prstGeom>
          <a:ln w="12700">
            <a:solidFill>
              <a:srgbClr val="C6890F">
                <a:alpha val="14000"/>
              </a:srgbClr>
            </a:solidFill>
            <a:prstDash val="solid"/>
          </a:ln>
        </p:spPr>
        <p:txBody>
          <a:bodyPr/>
          <a:lstStyle/>
          <a:p>
            <a:endParaRPr lang="en-US" sz="1800"/>
          </a:p>
        </p:txBody>
      </p:sp>
      <p:sp>
        <p:nvSpPr>
          <p:cNvPr id="14" name="Shape 12">
            <a:extLst>
              <a:ext uri="{FF2B5EF4-FFF2-40B4-BE49-F238E27FC236}">
                <a16:creationId xmlns:a16="http://schemas.microsoft.com/office/drawing/2014/main" id="{57989AFD-23E4-4E94-2BD6-4831557120FA}"/>
              </a:ext>
            </a:extLst>
          </p:cNvPr>
          <p:cNvSpPr/>
          <p:nvPr/>
        </p:nvSpPr>
        <p:spPr>
          <a:xfrm>
            <a:off x="9785668"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5" name="Shape 13">
            <a:extLst>
              <a:ext uri="{FF2B5EF4-FFF2-40B4-BE49-F238E27FC236}">
                <a16:creationId xmlns:a16="http://schemas.microsoft.com/office/drawing/2014/main" id="{F92FEB10-EE61-789C-EA20-8A223EF64DBF}"/>
              </a:ext>
            </a:extLst>
          </p:cNvPr>
          <p:cNvSpPr/>
          <p:nvPr/>
        </p:nvSpPr>
        <p:spPr>
          <a:xfrm>
            <a:off x="9944408" y="798820"/>
            <a:ext cx="249448" cy="249448"/>
          </a:xfrm>
          <a:prstGeom prst="ellipse">
            <a:avLst/>
          </a:prstGeom>
          <a:ln w="28575">
            <a:solidFill>
              <a:srgbClr val="C6890F">
                <a:alpha val="85000"/>
              </a:srgbClr>
            </a:solidFill>
            <a:prstDash val="solid"/>
          </a:ln>
        </p:spPr>
        <p:txBody>
          <a:bodyPr/>
          <a:lstStyle/>
          <a:p>
            <a:endParaRPr lang="en-US" sz="1800"/>
          </a:p>
        </p:txBody>
      </p:sp>
      <p:sp>
        <p:nvSpPr>
          <p:cNvPr id="16" name="Shape 14">
            <a:extLst>
              <a:ext uri="{FF2B5EF4-FFF2-40B4-BE49-F238E27FC236}">
                <a16:creationId xmlns:a16="http://schemas.microsoft.com/office/drawing/2014/main" id="{29A4F703-7282-788D-953A-91D5815A6451}"/>
              </a:ext>
            </a:extLst>
          </p:cNvPr>
          <p:cNvSpPr/>
          <p:nvPr/>
        </p:nvSpPr>
        <p:spPr>
          <a:xfrm>
            <a:off x="10511336"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7" name="Shape 15">
            <a:extLst>
              <a:ext uri="{FF2B5EF4-FFF2-40B4-BE49-F238E27FC236}">
                <a16:creationId xmlns:a16="http://schemas.microsoft.com/office/drawing/2014/main" id="{F7B96085-FFC9-13BA-56B5-BBCDB4CB9C9B}"/>
              </a:ext>
            </a:extLst>
          </p:cNvPr>
          <p:cNvSpPr/>
          <p:nvPr/>
        </p:nvSpPr>
        <p:spPr>
          <a:xfrm>
            <a:off x="10670076" y="798820"/>
            <a:ext cx="249448" cy="249448"/>
          </a:xfrm>
          <a:prstGeom prst="ellipse">
            <a:avLst/>
          </a:prstGeom>
          <a:ln w="28575">
            <a:solidFill>
              <a:srgbClr val="C6890F">
                <a:alpha val="85000"/>
              </a:srgbClr>
            </a:solidFill>
            <a:prstDash val="solid"/>
          </a:ln>
        </p:spPr>
        <p:txBody>
          <a:bodyPr/>
          <a:lstStyle/>
          <a:p>
            <a:endParaRPr lang="en-US" sz="1800"/>
          </a:p>
        </p:txBody>
      </p:sp>
      <p:sp>
        <p:nvSpPr>
          <p:cNvPr id="18" name="Shape 16">
            <a:extLst>
              <a:ext uri="{FF2B5EF4-FFF2-40B4-BE49-F238E27FC236}">
                <a16:creationId xmlns:a16="http://schemas.microsoft.com/office/drawing/2014/main" id="{2E4137A7-38A8-9BD1-F200-A15BAE458ABB}"/>
              </a:ext>
            </a:extLst>
          </p:cNvPr>
          <p:cNvSpPr/>
          <p:nvPr/>
        </p:nvSpPr>
        <p:spPr>
          <a:xfrm>
            <a:off x="10749446" y="878190"/>
            <a:ext cx="90708" cy="90708"/>
          </a:xfrm>
          <a:prstGeom prst="ellipse">
            <a:avLst/>
          </a:prstGeom>
          <a:solidFill>
            <a:srgbClr val="2E9BC4">
              <a:alpha val="85000"/>
            </a:srgbClr>
          </a:solidFill>
          <a:ln/>
        </p:spPr>
        <p:txBody>
          <a:bodyPr/>
          <a:lstStyle/>
          <a:p>
            <a:endParaRPr lang="en-US" sz="1800"/>
          </a:p>
        </p:txBody>
      </p:sp>
      <p:sp>
        <p:nvSpPr>
          <p:cNvPr id="22" name="Text 20">
            <a:extLst>
              <a:ext uri="{FF2B5EF4-FFF2-40B4-BE49-F238E27FC236}">
                <a16:creationId xmlns:a16="http://schemas.microsoft.com/office/drawing/2014/main" id="{A62DC4A9-D05D-F1DB-4575-22E804393E91}"/>
              </a:ext>
            </a:extLst>
          </p:cNvPr>
          <p:cNvSpPr txBox="1"/>
          <p:nvPr/>
        </p:nvSpPr>
        <p:spPr>
          <a:xfrm>
            <a:off x="605092" y="2651760"/>
            <a:ext cx="10515600" cy="1097280"/>
          </a:xfrm>
          <a:prstGeom prst="rect">
            <a:avLst/>
          </a:prstGeom>
          <a:noFill/>
          <a:ln/>
        </p:spPr>
        <p:txBody>
          <a:bodyPr wrap="square" lIns="0" tIns="0" rIns="0" bIns="0" rtlCol="0" anchor="ctr"/>
          <a:lstStyle/>
          <a:p>
            <a:pPr marL="0" indent="0">
              <a:buNone/>
            </a:pPr>
            <a:r>
              <a:rPr lang="en-US" sz="5000" b="1">
                <a:solidFill>
                  <a:srgbClr val="C6890F"/>
                </a:solidFill>
                <a:latin typeface="Arial"/>
                <a:cs typeface="Arial"/>
              </a:rPr>
              <a:t>Concept of Operations</a:t>
            </a:r>
          </a:p>
        </p:txBody>
      </p:sp>
      <p:sp>
        <p:nvSpPr>
          <p:cNvPr id="23" name="Shape 21">
            <a:extLst>
              <a:ext uri="{FF2B5EF4-FFF2-40B4-BE49-F238E27FC236}">
                <a16:creationId xmlns:a16="http://schemas.microsoft.com/office/drawing/2014/main" id="{227D83C5-C148-7291-91BA-874A4497A7D8}"/>
              </a:ext>
            </a:extLst>
          </p:cNvPr>
          <p:cNvSpPr/>
          <p:nvPr/>
        </p:nvSpPr>
        <p:spPr>
          <a:xfrm>
            <a:off x="659956" y="3886200"/>
            <a:ext cx="3108960" cy="0"/>
          </a:xfrm>
          <a:prstGeom prst="line">
            <a:avLst/>
          </a:prstGeom>
          <a:noFill/>
          <a:ln w="25400">
            <a:solidFill>
              <a:srgbClr val="C6890F"/>
            </a:solidFill>
            <a:prstDash val="solid"/>
          </a:ln>
        </p:spPr>
        <p:txBody>
          <a:bodyPr/>
          <a:lstStyle/>
          <a:p>
            <a:endParaRPr lang="en-US" sz="1800"/>
          </a:p>
        </p:txBody>
      </p:sp>
      <p:sp>
        <p:nvSpPr>
          <p:cNvPr id="24" name="Slide Number Placeholder 23">
            <a:extLst>
              <a:ext uri="{FF2B5EF4-FFF2-40B4-BE49-F238E27FC236}">
                <a16:creationId xmlns:a16="http://schemas.microsoft.com/office/drawing/2014/main" id="{EB4EE7F6-EFF3-587A-5571-9A843D26459E}"/>
              </a:ext>
            </a:extLst>
          </p:cNvPr>
          <p:cNvSpPr>
            <a:spLocks noGrp="1"/>
          </p:cNvSpPr>
          <p:nvPr>
            <p:ph type="sldNum" sz="quarter" idx="11"/>
          </p:nvPr>
        </p:nvSpPr>
        <p:spPr/>
        <p:txBody>
          <a:bodyPr/>
          <a:lstStyle/>
          <a:p>
            <a:fld id="{6ACAF18C-C32B-5246-8B79-94468F598665}" type="slidenum">
              <a:rPr lang="en-US" dirty="0" smtClean="0">
                <a:solidFill>
                  <a:schemeClr val="bg1">
                    <a:lumMod val="85000"/>
                  </a:schemeClr>
                </a:solidFill>
              </a:rPr>
              <a:t>7</a:t>
            </a:fld>
            <a:endParaRPr lang="en-US">
              <a:solidFill>
                <a:schemeClr val="bg1">
                  <a:lumMod val="85000"/>
                </a:schemeClr>
              </a:solidFill>
            </a:endParaRPr>
          </a:p>
        </p:txBody>
      </p:sp>
      <p:sp>
        <p:nvSpPr>
          <p:cNvPr id="19" name="Text 19">
            <a:extLst>
              <a:ext uri="{FF2B5EF4-FFF2-40B4-BE49-F238E27FC236}">
                <a16:creationId xmlns:a16="http://schemas.microsoft.com/office/drawing/2014/main" id="{DEC0F5C9-551D-36CA-4D8E-98B496AC831C}"/>
              </a:ext>
            </a:extLst>
          </p:cNvPr>
          <p:cNvSpPr txBox="1"/>
          <p:nvPr/>
        </p:nvSpPr>
        <p:spPr>
          <a:xfrm>
            <a:off x="641500" y="2194881"/>
            <a:ext cx="8227457" cy="36566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kern="0" spc="300">
                <a:solidFill>
                  <a:srgbClr val="2E9BC4"/>
                </a:solidFill>
                <a:latin typeface="Arial"/>
                <a:ea typeface="Arial" pitchFamily="34" charset="-122"/>
                <a:cs typeface="Arial"/>
              </a:rPr>
              <a:t>ASEN 4018-013</a:t>
            </a:r>
            <a:endParaRPr lang="en-US" sz="1400">
              <a:latin typeface="Arial"/>
              <a:cs typeface="Arial"/>
            </a:endParaRPr>
          </a:p>
        </p:txBody>
      </p:sp>
    </p:spTree>
    <p:extLst>
      <p:ext uri="{BB962C8B-B14F-4D97-AF65-F5344CB8AC3E}">
        <p14:creationId xmlns:p14="http://schemas.microsoft.com/office/powerpoint/2010/main" val="3532442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836B0-3422-5566-1FA2-3519FAC4353F}"/>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D38192CA-F7DF-70FA-F058-2644B9365F1A}"/>
              </a:ext>
            </a:extLst>
          </p:cNvPr>
          <p:cNvSpPr/>
          <p:nvPr/>
        </p:nvSpPr>
        <p:spPr>
          <a:xfrm>
            <a:off x="4201031" y="892"/>
            <a:ext cx="7989382" cy="2420016"/>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25" name="Rectangle 24">
            <a:extLst>
              <a:ext uri="{FF2B5EF4-FFF2-40B4-BE49-F238E27FC236}">
                <a16:creationId xmlns:a16="http://schemas.microsoft.com/office/drawing/2014/main" id="{F8CAFF1E-EB33-018C-68F7-27164CB55901}"/>
              </a:ext>
            </a:extLst>
          </p:cNvPr>
          <p:cNvSpPr/>
          <p:nvPr/>
        </p:nvSpPr>
        <p:spPr>
          <a:xfrm>
            <a:off x="4201031" y="2420909"/>
            <a:ext cx="7989382" cy="3821696"/>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3" name="Content Placeholder 2">
            <a:extLst>
              <a:ext uri="{FF2B5EF4-FFF2-40B4-BE49-F238E27FC236}">
                <a16:creationId xmlns:a16="http://schemas.microsoft.com/office/drawing/2014/main" id="{AE39F755-AA60-FD9C-7901-ABE182E0250B}"/>
              </a:ext>
            </a:extLst>
          </p:cNvPr>
          <p:cNvSpPr>
            <a:spLocks noGrp="1"/>
          </p:cNvSpPr>
          <p:nvPr>
            <p:ph idx="1"/>
          </p:nvPr>
        </p:nvSpPr>
        <p:spPr>
          <a:xfrm>
            <a:off x="1589" y="893"/>
            <a:ext cx="4199443" cy="6856214"/>
          </a:xfrm>
        </p:spPr>
        <p:txBody>
          <a:bodyPr vert="horz" lIns="91440" tIns="45720" rIns="91440" bIns="45720" rtlCol="0">
            <a:noAutofit/>
          </a:bodyPr>
          <a:lstStyle/>
          <a:p>
            <a:pPr marL="0" indent="0">
              <a:buNone/>
            </a:pPr>
            <a:r>
              <a:rPr lang="en-US" sz="1000">
                <a:latin typeface="Arial"/>
                <a:cs typeface="Arial"/>
              </a:rPr>
              <a:t>0. </a:t>
            </a:r>
            <a:r>
              <a:rPr lang="en-US" sz="1000" b="1">
                <a:latin typeface="Arial"/>
                <a:cs typeface="Arial"/>
              </a:rPr>
              <a:t>      Pre-Mission Setup and Initialization</a:t>
            </a:r>
          </a:p>
          <a:p>
            <a:pPr lvl="1">
              <a:buFont typeface="Wingdings" pitchFamily="2" charset="2"/>
              <a:buChar char="Ø"/>
            </a:pPr>
            <a:r>
              <a:rPr lang="en-US" sz="1000">
                <a:solidFill>
                  <a:srgbClr val="000000"/>
                </a:solidFill>
                <a:latin typeface="Arial"/>
                <a:cs typeface="Arial"/>
              </a:rPr>
              <a:t>Ground crew places the UAS at Point A and the rover at Point B. Both vehicles are powered on. Both initial positions are localized and initialized in an agreed shared coordinate frame. Systems check is performed.</a:t>
            </a:r>
            <a:endParaRPr lang="en-US" sz="1000">
              <a:latin typeface="Arial"/>
              <a:cs typeface="Arial"/>
            </a:endParaRPr>
          </a:p>
          <a:p>
            <a:pPr marL="513715" indent="-513715">
              <a:buFont typeface="+mj-lt"/>
              <a:buAutoNum type="arabicPeriod"/>
            </a:pPr>
            <a:r>
              <a:rPr lang="en-US" sz="1000" b="1">
                <a:latin typeface="Arial"/>
                <a:cs typeface="Arial"/>
              </a:rPr>
              <a:t>Communication Link Established</a:t>
            </a:r>
          </a:p>
          <a:p>
            <a:pPr lvl="1">
              <a:buFont typeface="Wingdings" pitchFamily="2" charset="2"/>
              <a:buChar char="Ø"/>
            </a:pPr>
            <a:r>
              <a:rPr lang="en-US" sz="1000">
                <a:latin typeface="Arial"/>
                <a:cs typeface="Arial"/>
              </a:rPr>
              <a:t>The UAS and rover establish the communication link. The shared frame is confirmed across both agents.</a:t>
            </a:r>
          </a:p>
          <a:p>
            <a:pPr marL="513715" indent="-513715">
              <a:buFont typeface="+mj-lt"/>
              <a:buAutoNum type="arabicPeriod"/>
            </a:pPr>
            <a:r>
              <a:rPr lang="en-US" sz="1000" b="1">
                <a:latin typeface="Arial"/>
                <a:cs typeface="Arial"/>
              </a:rPr>
              <a:t>UAS Takeoff </a:t>
            </a:r>
          </a:p>
          <a:p>
            <a:pPr lvl="1">
              <a:buFont typeface="Wingdings" pitchFamily="2" charset="2"/>
              <a:buChar char="Ø"/>
            </a:pPr>
            <a:r>
              <a:rPr lang="en-US" sz="1000">
                <a:latin typeface="Arial"/>
                <a:cs typeface="Arial"/>
              </a:rPr>
              <a:t>The UAS Takes off from point A</a:t>
            </a:r>
          </a:p>
          <a:p>
            <a:pPr marL="513715" indent="-513715">
              <a:buFont typeface="+mj-lt"/>
              <a:buAutoNum type="arabicPeriod"/>
            </a:pPr>
            <a:r>
              <a:rPr lang="en-US" sz="1000" b="1">
                <a:latin typeface="Arial"/>
                <a:cs typeface="Arial"/>
              </a:rPr>
              <a:t>UAS Transit to Area of Interest</a:t>
            </a:r>
          </a:p>
          <a:p>
            <a:pPr lvl="1">
              <a:buFont typeface="Wingdings" pitchFamily="2" charset="2"/>
              <a:buChar char="Ø"/>
            </a:pPr>
            <a:r>
              <a:rPr lang="en-US" sz="1000">
                <a:solidFill>
                  <a:srgbClr val="000000"/>
                </a:solidFill>
                <a:latin typeface="Arial"/>
                <a:cs typeface="Arial"/>
              </a:rPr>
              <a:t>The UAS maneuvers from Point A to the predetermined area of interest.</a:t>
            </a:r>
            <a:endParaRPr lang="en-US" sz="1000">
              <a:latin typeface="Arial"/>
              <a:cs typeface="Arial"/>
            </a:endParaRPr>
          </a:p>
          <a:p>
            <a:pPr marL="513715" indent="-513715">
              <a:buFont typeface="+mj-lt"/>
              <a:buAutoNum type="arabicPeriod"/>
            </a:pPr>
            <a:r>
              <a:rPr lang="en-US" sz="1000" b="1">
                <a:latin typeface="Arial"/>
                <a:cs typeface="Arial"/>
              </a:rPr>
              <a:t>UAS Search and Marker Detection</a:t>
            </a:r>
          </a:p>
          <a:p>
            <a:pPr lvl="1">
              <a:buFont typeface="Wingdings" pitchFamily="2" charset="2"/>
              <a:buChar char="Ø"/>
            </a:pPr>
            <a:r>
              <a:rPr lang="en-US" sz="1000">
                <a:solidFill>
                  <a:srgbClr val="000000"/>
                </a:solidFill>
                <a:latin typeface="Arial"/>
                <a:cs typeface="Arial"/>
              </a:rPr>
              <a:t>The UAS searches the area of interest and detects the </a:t>
            </a:r>
            <a:r>
              <a:rPr lang="en-US" sz="1000" err="1">
                <a:solidFill>
                  <a:srgbClr val="000000"/>
                </a:solidFill>
                <a:latin typeface="Arial"/>
                <a:cs typeface="Arial"/>
              </a:rPr>
              <a:t>ArUco</a:t>
            </a:r>
            <a:r>
              <a:rPr lang="en-US" sz="1000">
                <a:solidFill>
                  <a:srgbClr val="000000"/>
                </a:solidFill>
                <a:latin typeface="Arial"/>
                <a:cs typeface="Arial"/>
              </a:rPr>
              <a:t> marker to within a 30 cm radius of accuracy. </a:t>
            </a:r>
            <a:endParaRPr lang="en-US" sz="1000">
              <a:latin typeface="Arial"/>
              <a:cs typeface="Arial"/>
            </a:endParaRPr>
          </a:p>
          <a:p>
            <a:pPr marL="513715" indent="-513715">
              <a:buFont typeface="+mj-lt"/>
              <a:buAutoNum type="arabicPeriod"/>
            </a:pPr>
            <a:r>
              <a:rPr lang="en-US" sz="1000" b="1">
                <a:latin typeface="Arial"/>
                <a:cs typeface="Arial"/>
              </a:rPr>
              <a:t>Marker Coordinate Relay</a:t>
            </a:r>
          </a:p>
          <a:p>
            <a:pPr lvl="1">
              <a:buFont typeface="Wingdings" pitchFamily="2" charset="2"/>
              <a:buChar char="Ø"/>
            </a:pPr>
            <a:r>
              <a:rPr lang="en-US" sz="1000">
                <a:solidFill>
                  <a:srgbClr val="000000"/>
                </a:solidFill>
                <a:latin typeface="Arial"/>
                <a:cs typeface="Arial"/>
              </a:rPr>
              <a:t>The UAS transmits the target state and associated uncertainty, expressed in the shared frame, to the rover.</a:t>
            </a:r>
            <a:endParaRPr lang="en-US" sz="1000">
              <a:latin typeface="Arial"/>
              <a:cs typeface="Arial"/>
            </a:endParaRPr>
          </a:p>
          <a:p>
            <a:pPr marL="513715" indent="-513715">
              <a:buFont typeface="+mj-lt"/>
              <a:buAutoNum type="arabicPeriod"/>
            </a:pPr>
            <a:r>
              <a:rPr lang="en-US" sz="1000" b="1">
                <a:latin typeface="Arial"/>
                <a:cs typeface="Arial"/>
              </a:rPr>
              <a:t>UAS Return, Landing, and Disarm</a:t>
            </a:r>
          </a:p>
          <a:p>
            <a:pPr lvl="1">
              <a:buFont typeface="Wingdings" pitchFamily="2" charset="2"/>
              <a:buChar char="Ø"/>
            </a:pPr>
            <a:r>
              <a:rPr lang="en-US" sz="1000">
                <a:solidFill>
                  <a:srgbClr val="000000"/>
                </a:solidFill>
                <a:latin typeface="Arial"/>
                <a:cs typeface="Arial"/>
              </a:rPr>
              <a:t>The UAS returns to Point A, lands, and disarms.</a:t>
            </a:r>
            <a:endParaRPr lang="en-US" sz="1000">
              <a:latin typeface="Arial"/>
              <a:cs typeface="Arial"/>
            </a:endParaRPr>
          </a:p>
          <a:p>
            <a:pPr marL="513715" indent="-513715">
              <a:buFont typeface="+mj-lt"/>
              <a:buAutoNum type="arabicPeriod"/>
            </a:pPr>
            <a:r>
              <a:rPr lang="en-US" sz="1000" b="1">
                <a:latin typeface="Arial"/>
                <a:cs typeface="Arial"/>
              </a:rPr>
              <a:t>Rover Transit to Marker</a:t>
            </a:r>
          </a:p>
          <a:p>
            <a:pPr lvl="1">
              <a:buFont typeface="Wingdings" pitchFamily="2" charset="2"/>
              <a:buChar char="Ø"/>
            </a:pPr>
            <a:r>
              <a:rPr lang="en-US" sz="1000">
                <a:solidFill>
                  <a:srgbClr val="000000"/>
                </a:solidFill>
                <a:latin typeface="Arial"/>
                <a:cs typeface="Arial"/>
              </a:rPr>
              <a:t>The rover autonomously navigates from Point B to the marker location, traversing at least one terrain feature of at least 3 cm height </a:t>
            </a:r>
            <a:r>
              <a:rPr lang="en-US" sz="1000" err="1">
                <a:solidFill>
                  <a:srgbClr val="000000"/>
                </a:solidFill>
                <a:latin typeface="Arial"/>
                <a:cs typeface="Arial"/>
              </a:rPr>
              <a:t>en</a:t>
            </a:r>
            <a:r>
              <a:rPr lang="en-US" sz="1000">
                <a:solidFill>
                  <a:srgbClr val="000000"/>
                </a:solidFill>
                <a:latin typeface="Arial"/>
                <a:cs typeface="Arial"/>
              </a:rPr>
              <a:t> route.</a:t>
            </a:r>
            <a:endParaRPr lang="en-US" sz="1000">
              <a:latin typeface="Arial"/>
              <a:cs typeface="Arial"/>
            </a:endParaRPr>
          </a:p>
          <a:p>
            <a:pPr marL="513715" indent="-513715">
              <a:buFont typeface="+mj-lt"/>
              <a:buAutoNum type="arabicPeriod"/>
            </a:pPr>
            <a:r>
              <a:rPr lang="en-US" sz="1000" b="1">
                <a:latin typeface="Arial"/>
                <a:cs typeface="Arial"/>
              </a:rPr>
              <a:t>Payload Deployment / Retrieval</a:t>
            </a:r>
          </a:p>
          <a:p>
            <a:pPr lvl="1">
              <a:buFont typeface="Wingdings" pitchFamily="2" charset="2"/>
              <a:buChar char="Ø"/>
            </a:pPr>
            <a:r>
              <a:rPr lang="en-US" sz="1000">
                <a:solidFill>
                  <a:srgbClr val="000000"/>
                </a:solidFill>
                <a:latin typeface="Arial"/>
                <a:cs typeface="Arial"/>
              </a:rPr>
              <a:t>Delivery and retrieval differ only in this phase, in where the payload starts, and in how the rover returns. See Section 6.</a:t>
            </a:r>
            <a:endParaRPr lang="en-US" sz="1000">
              <a:latin typeface="Arial"/>
              <a:cs typeface="Arial"/>
            </a:endParaRPr>
          </a:p>
          <a:p>
            <a:pPr marL="513715" indent="-513715">
              <a:buFont typeface="+mj-lt"/>
              <a:buAutoNum type="arabicPeriod"/>
            </a:pPr>
            <a:r>
              <a:rPr lang="en-US" sz="1000" b="1">
                <a:latin typeface="Arial"/>
                <a:cs typeface="Arial"/>
              </a:rPr>
              <a:t>Rover Return and Disarm</a:t>
            </a:r>
          </a:p>
          <a:p>
            <a:pPr lvl="1">
              <a:buFont typeface="Wingdings" pitchFamily="2" charset="2"/>
              <a:buChar char="Ø"/>
            </a:pPr>
            <a:r>
              <a:rPr lang="en-US" sz="1000">
                <a:solidFill>
                  <a:srgbClr val="000000"/>
                </a:solidFill>
                <a:latin typeface="Arial"/>
                <a:cs typeface="Arial"/>
              </a:rPr>
              <a:t>The rover autonomously navigates back to Point B under the same constraints as the outbound transit.</a:t>
            </a:r>
            <a:endParaRPr lang="en-US" sz="1000">
              <a:latin typeface="Arial"/>
              <a:cs typeface="Arial"/>
            </a:endParaRPr>
          </a:p>
        </p:txBody>
      </p:sp>
      <p:sp>
        <p:nvSpPr>
          <p:cNvPr id="10" name="Oval 9">
            <a:extLst>
              <a:ext uri="{FF2B5EF4-FFF2-40B4-BE49-F238E27FC236}">
                <a16:creationId xmlns:a16="http://schemas.microsoft.com/office/drawing/2014/main" id="{83E488C7-1308-CCAF-2C5B-285C84037CC1}"/>
              </a:ext>
            </a:extLst>
          </p:cNvPr>
          <p:cNvSpPr/>
          <p:nvPr/>
        </p:nvSpPr>
        <p:spPr>
          <a:xfrm>
            <a:off x="5308185" y="1683923"/>
            <a:ext cx="6133482" cy="1390607"/>
          </a:xfrm>
          <a:prstGeom prst="ellipse">
            <a:avLst/>
          </a:prstGeom>
          <a:solidFill>
            <a:schemeClr val="accent6"/>
          </a:solidFill>
          <a:ln w="126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endParaRPr lang="en-US" sz="1799">
              <a:solidFill>
                <a:srgbClr val="000000"/>
              </a:solidFill>
            </a:endParaRPr>
          </a:p>
        </p:txBody>
      </p:sp>
      <p:pic>
        <p:nvPicPr>
          <p:cNvPr id="6" name="Picture 2" descr="Pine Tree Silhouette Free SVG File – Simple evergreen tree clipart image -  SVG Heart">
            <a:extLst>
              <a:ext uri="{FF2B5EF4-FFF2-40B4-BE49-F238E27FC236}">
                <a16:creationId xmlns:a16="http://schemas.microsoft.com/office/drawing/2014/main" id="{8D1E291E-1FD3-17C3-9A37-E8FAA989EA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5880" y="615093"/>
            <a:ext cx="1168157" cy="121919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Pine Tree Silhouette Free SVG File – Simple evergreen tree clipart image -  SVG Heart">
            <a:extLst>
              <a:ext uri="{FF2B5EF4-FFF2-40B4-BE49-F238E27FC236}">
                <a16:creationId xmlns:a16="http://schemas.microsoft.com/office/drawing/2014/main" id="{DAB62DFF-D222-84D8-0A7B-C7BBA31F47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9694" y="615395"/>
            <a:ext cx="1168157" cy="121919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Pine Tree Silhouette Free SVG File – Simple evergreen tree clipart image -  SVG Heart">
            <a:extLst>
              <a:ext uri="{FF2B5EF4-FFF2-40B4-BE49-F238E27FC236}">
                <a16:creationId xmlns:a16="http://schemas.microsoft.com/office/drawing/2014/main" id="{CFB831FD-A330-008D-245E-F5E3168E37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01796" y="615093"/>
            <a:ext cx="1168157" cy="121919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Pine Tree Silhouette Free SVG File – Simple evergreen tree clipart image -  SVG Heart">
            <a:extLst>
              <a:ext uri="{FF2B5EF4-FFF2-40B4-BE49-F238E27FC236}">
                <a16:creationId xmlns:a16="http://schemas.microsoft.com/office/drawing/2014/main" id="{75153F6B-96DC-F7D2-813C-2BBBE1AE44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02782" y="714646"/>
            <a:ext cx="1168157" cy="121919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Pine Tree Silhouette Free SVG File – Simple evergreen tree clipart image -  SVG Heart">
            <a:extLst>
              <a:ext uri="{FF2B5EF4-FFF2-40B4-BE49-F238E27FC236}">
                <a16:creationId xmlns:a16="http://schemas.microsoft.com/office/drawing/2014/main" id="{1D5AFC51-8C32-3906-D15B-87AD914823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91100" y="799790"/>
            <a:ext cx="1168157" cy="1219192"/>
          </a:xfrm>
          <a:prstGeom prst="rect">
            <a:avLst/>
          </a:prstGeom>
          <a:noFill/>
          <a:extLst>
            <a:ext uri="{909E8E84-426E-40DD-AFC4-6F175D3DCCD1}">
              <a14:hiddenFill xmlns:a14="http://schemas.microsoft.com/office/drawing/2010/main">
                <a:solidFill>
                  <a:srgbClr val="FFFFFF"/>
                </a:solidFill>
              </a14:hiddenFill>
            </a:ext>
          </a:extLst>
        </p:spPr>
      </p:pic>
      <p:sp>
        <p:nvSpPr>
          <p:cNvPr id="18" name="Cube 17">
            <a:extLst>
              <a:ext uri="{FF2B5EF4-FFF2-40B4-BE49-F238E27FC236}">
                <a16:creationId xmlns:a16="http://schemas.microsoft.com/office/drawing/2014/main" id="{DB77C8E8-9CA9-D9CE-CC7B-08BD5F958755}"/>
              </a:ext>
            </a:extLst>
          </p:cNvPr>
          <p:cNvSpPr/>
          <p:nvPr/>
        </p:nvSpPr>
        <p:spPr>
          <a:xfrm>
            <a:off x="4338282" y="5332029"/>
            <a:ext cx="2147909" cy="448326"/>
          </a:xfrm>
          <a:prstGeom prst="cube">
            <a:avLst>
              <a:gd name="adj" fmla="val 7922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9"/>
          </a:p>
        </p:txBody>
      </p:sp>
      <p:grpSp>
        <p:nvGrpSpPr>
          <p:cNvPr id="17" name="Group 16">
            <a:extLst>
              <a:ext uri="{FF2B5EF4-FFF2-40B4-BE49-F238E27FC236}">
                <a16:creationId xmlns:a16="http://schemas.microsoft.com/office/drawing/2014/main" id="{201E7317-B364-7730-905B-CF6F9D233133}"/>
              </a:ext>
            </a:extLst>
          </p:cNvPr>
          <p:cNvGrpSpPr/>
          <p:nvPr/>
        </p:nvGrpSpPr>
        <p:grpSpPr>
          <a:xfrm>
            <a:off x="5099561" y="5055101"/>
            <a:ext cx="545664" cy="613916"/>
            <a:chOff x="5096711" y="3277699"/>
            <a:chExt cx="621281" cy="521523"/>
          </a:xfrm>
        </p:grpSpPr>
        <p:sp>
          <p:nvSpPr>
            <p:cNvPr id="16" name="Hexagon 15">
              <a:extLst>
                <a:ext uri="{FF2B5EF4-FFF2-40B4-BE49-F238E27FC236}">
                  <a16:creationId xmlns:a16="http://schemas.microsoft.com/office/drawing/2014/main" id="{89A3811B-6CD7-3E49-2A92-05D9CE827860}"/>
                </a:ext>
              </a:extLst>
            </p:cNvPr>
            <p:cNvSpPr/>
            <p:nvPr/>
          </p:nvSpPr>
          <p:spPr>
            <a:xfrm>
              <a:off x="5096711" y="3348035"/>
              <a:ext cx="621281" cy="380854"/>
            </a:xfrm>
            <a:prstGeom prst="hexagon">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9"/>
            </a:p>
          </p:txBody>
        </p:sp>
        <p:pic>
          <p:nvPicPr>
            <p:cNvPr id="15" name="Picture 14" descr="DJI Mavic 3 Pro drone technical specification datasheet">
              <a:extLst>
                <a:ext uri="{FF2B5EF4-FFF2-40B4-BE49-F238E27FC236}">
                  <a16:creationId xmlns:a16="http://schemas.microsoft.com/office/drawing/2014/main" id="{BF5AED67-AE3B-BAA2-330D-F9188B3B781F}"/>
                </a:ext>
              </a:extLst>
            </p:cNvPr>
            <p:cNvPicPr>
              <a:picLocks noChangeAspect="1"/>
            </p:cNvPicPr>
            <p:nvPr/>
          </p:nvPicPr>
          <p:blipFill>
            <a:blip r:embed="rId4"/>
            <a:stretch>
              <a:fillRect/>
            </a:stretch>
          </p:blipFill>
          <p:spPr>
            <a:xfrm>
              <a:off x="5146589" y="3277699"/>
              <a:ext cx="521523" cy="521523"/>
            </a:xfrm>
            <a:prstGeom prst="rect">
              <a:avLst/>
            </a:prstGeom>
          </p:spPr>
        </p:pic>
      </p:grpSp>
      <p:sp>
        <p:nvSpPr>
          <p:cNvPr id="19" name="TextBox 18">
            <a:extLst>
              <a:ext uri="{FF2B5EF4-FFF2-40B4-BE49-F238E27FC236}">
                <a16:creationId xmlns:a16="http://schemas.microsoft.com/office/drawing/2014/main" id="{8F6A30C1-BB8B-DEF5-2B79-559C8AF0480C}"/>
              </a:ext>
            </a:extLst>
          </p:cNvPr>
          <p:cNvSpPr txBox="1"/>
          <p:nvPr/>
        </p:nvSpPr>
        <p:spPr>
          <a:xfrm>
            <a:off x="4714085" y="5780356"/>
            <a:ext cx="1194311" cy="276927"/>
          </a:xfrm>
          <a:prstGeom prst="rect">
            <a:avLst/>
          </a:prstGeom>
          <a:noFill/>
        </p:spPr>
        <p:txBody>
          <a:bodyPr wrap="square" rtlCol="0">
            <a:spAutoFit/>
          </a:bodyPr>
          <a:lstStyle/>
          <a:p>
            <a:r>
              <a:rPr lang="en-US" sz="1200"/>
              <a:t>Starting Point A</a:t>
            </a:r>
          </a:p>
        </p:txBody>
      </p:sp>
      <p:sp>
        <p:nvSpPr>
          <p:cNvPr id="20" name="Cube 19">
            <a:extLst>
              <a:ext uri="{FF2B5EF4-FFF2-40B4-BE49-F238E27FC236}">
                <a16:creationId xmlns:a16="http://schemas.microsoft.com/office/drawing/2014/main" id="{24CBB2B5-ABB1-7172-E6A5-44653511F552}"/>
              </a:ext>
            </a:extLst>
          </p:cNvPr>
          <p:cNvSpPr/>
          <p:nvPr/>
        </p:nvSpPr>
        <p:spPr>
          <a:xfrm>
            <a:off x="9869952" y="5332029"/>
            <a:ext cx="2147909" cy="448326"/>
          </a:xfrm>
          <a:prstGeom prst="cube">
            <a:avLst>
              <a:gd name="adj" fmla="val 7922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21" name="TextBox 20">
            <a:extLst>
              <a:ext uri="{FF2B5EF4-FFF2-40B4-BE49-F238E27FC236}">
                <a16:creationId xmlns:a16="http://schemas.microsoft.com/office/drawing/2014/main" id="{6FE469D2-80C3-152D-C597-F3BBCEC9AE2D}"/>
              </a:ext>
            </a:extLst>
          </p:cNvPr>
          <p:cNvSpPr txBox="1"/>
          <p:nvPr/>
        </p:nvSpPr>
        <p:spPr>
          <a:xfrm>
            <a:off x="10219352" y="5755435"/>
            <a:ext cx="1499112" cy="276999"/>
          </a:xfrm>
          <a:prstGeom prst="rect">
            <a:avLst/>
          </a:prstGeom>
          <a:noFill/>
        </p:spPr>
        <p:txBody>
          <a:bodyPr wrap="square" rtlCol="0">
            <a:spAutoFit/>
          </a:bodyPr>
          <a:lstStyle/>
          <a:p>
            <a:r>
              <a:rPr lang="en-US" sz="1200"/>
              <a:t>Starting Point B</a:t>
            </a:r>
          </a:p>
        </p:txBody>
      </p:sp>
      <p:grpSp>
        <p:nvGrpSpPr>
          <p:cNvPr id="24" name="Group 23">
            <a:extLst>
              <a:ext uri="{FF2B5EF4-FFF2-40B4-BE49-F238E27FC236}">
                <a16:creationId xmlns:a16="http://schemas.microsoft.com/office/drawing/2014/main" id="{9FE9CF7F-80CC-A40F-F72C-DB5C11F2572A}"/>
              </a:ext>
            </a:extLst>
          </p:cNvPr>
          <p:cNvGrpSpPr/>
          <p:nvPr/>
        </p:nvGrpSpPr>
        <p:grpSpPr>
          <a:xfrm>
            <a:off x="10493217" y="5169632"/>
            <a:ext cx="700986" cy="430176"/>
            <a:chOff x="8526380" y="5096107"/>
            <a:chExt cx="877262" cy="486044"/>
          </a:xfrm>
        </p:grpSpPr>
        <p:sp>
          <p:nvSpPr>
            <p:cNvPr id="22" name="Snip Same Side Corner Rectangle 21">
              <a:extLst>
                <a:ext uri="{FF2B5EF4-FFF2-40B4-BE49-F238E27FC236}">
                  <a16:creationId xmlns:a16="http://schemas.microsoft.com/office/drawing/2014/main" id="{5718F095-385C-258C-4F1D-E1D154E58DA7}"/>
                </a:ext>
              </a:extLst>
            </p:cNvPr>
            <p:cNvSpPr/>
            <p:nvPr/>
          </p:nvSpPr>
          <p:spPr>
            <a:xfrm>
              <a:off x="8526380" y="5096107"/>
              <a:ext cx="877262" cy="486044"/>
            </a:xfrm>
            <a:prstGeom prst="snip2SameRect">
              <a:avLst>
                <a:gd name="adj1" fmla="val 16667"/>
                <a:gd name="adj2" fmla="val 16060"/>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9"/>
            </a:p>
          </p:txBody>
        </p:sp>
        <p:pic>
          <p:nvPicPr>
            <p:cNvPr id="23" name="Picture 22" descr="NASA's Perseverance rover packs microphones to hear the Red Planet | Space">
              <a:extLst>
                <a:ext uri="{FF2B5EF4-FFF2-40B4-BE49-F238E27FC236}">
                  <a16:creationId xmlns:a16="http://schemas.microsoft.com/office/drawing/2014/main" id="{E02385BA-38C2-205E-77A1-005E4D7E229A}"/>
                </a:ext>
              </a:extLst>
            </p:cNvPr>
            <p:cNvPicPr>
              <a:picLocks noChangeAspect="1"/>
            </p:cNvPicPr>
            <p:nvPr/>
          </p:nvPicPr>
          <p:blipFill>
            <a:blip r:embed="rId5"/>
            <a:stretch>
              <a:fillRect/>
            </a:stretch>
          </p:blipFill>
          <p:spPr>
            <a:xfrm>
              <a:off x="8660245" y="5135136"/>
              <a:ext cx="609531" cy="407985"/>
            </a:xfrm>
            <a:prstGeom prst="rect">
              <a:avLst/>
            </a:prstGeom>
          </p:spPr>
        </p:pic>
      </p:grpSp>
      <p:sp>
        <p:nvSpPr>
          <p:cNvPr id="27" name="TextBox 26">
            <a:extLst>
              <a:ext uri="{FF2B5EF4-FFF2-40B4-BE49-F238E27FC236}">
                <a16:creationId xmlns:a16="http://schemas.microsoft.com/office/drawing/2014/main" id="{58A7CABD-E14F-A602-3AA3-9BBA879B2948}"/>
              </a:ext>
            </a:extLst>
          </p:cNvPr>
          <p:cNvSpPr txBox="1"/>
          <p:nvPr/>
        </p:nvSpPr>
        <p:spPr>
          <a:xfrm>
            <a:off x="7779150" y="2807267"/>
            <a:ext cx="1191555" cy="276927"/>
          </a:xfrm>
          <a:prstGeom prst="rect">
            <a:avLst/>
          </a:prstGeom>
          <a:noFill/>
        </p:spPr>
        <p:txBody>
          <a:bodyPr wrap="square" rtlCol="0">
            <a:spAutoFit/>
          </a:bodyPr>
          <a:lstStyle/>
          <a:p>
            <a:r>
              <a:rPr lang="en-US" sz="1200"/>
              <a:t>Area of Interest</a:t>
            </a:r>
          </a:p>
        </p:txBody>
      </p:sp>
      <p:pic>
        <p:nvPicPr>
          <p:cNvPr id="29" name="Picture 2" descr="Pine Tree Silhouette Free SVG File – Simple evergreen tree clipart image -  SVG Heart">
            <a:extLst>
              <a:ext uri="{FF2B5EF4-FFF2-40B4-BE49-F238E27FC236}">
                <a16:creationId xmlns:a16="http://schemas.microsoft.com/office/drawing/2014/main" id="{03AA42AF-3B03-0457-C351-F6C47E2DF0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8096" y="663546"/>
            <a:ext cx="1168157" cy="1219192"/>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Pine Tree Silhouette Free SVG File – Simple evergreen tree clipart image -  SVG Heart">
            <a:extLst>
              <a:ext uri="{FF2B5EF4-FFF2-40B4-BE49-F238E27FC236}">
                <a16:creationId xmlns:a16="http://schemas.microsoft.com/office/drawing/2014/main" id="{CBE7C04A-3A37-FB34-5E34-53932052CD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3565" y="736088"/>
            <a:ext cx="1168157" cy="1219192"/>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Pine Tree Silhouette Free SVG File – Simple evergreen tree clipart image -  SVG Heart">
            <a:extLst>
              <a:ext uri="{FF2B5EF4-FFF2-40B4-BE49-F238E27FC236}">
                <a16:creationId xmlns:a16="http://schemas.microsoft.com/office/drawing/2014/main" id="{F0C360E1-8C8D-367C-E676-58DEE423E7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7413" y="832993"/>
            <a:ext cx="1168157" cy="1219192"/>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Pine Tree Silhouette Free SVG File – Simple evergreen tree clipart image -  SVG Heart">
            <a:extLst>
              <a:ext uri="{FF2B5EF4-FFF2-40B4-BE49-F238E27FC236}">
                <a16:creationId xmlns:a16="http://schemas.microsoft.com/office/drawing/2014/main" id="{0627D524-1F98-A322-75A0-5673D13FBC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95801" y="1006023"/>
            <a:ext cx="1168157" cy="1219192"/>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Pine Tree Silhouette Free SVG File – Simple evergreen tree clipart image -  SVG Heart">
            <a:extLst>
              <a:ext uri="{FF2B5EF4-FFF2-40B4-BE49-F238E27FC236}">
                <a16:creationId xmlns:a16="http://schemas.microsoft.com/office/drawing/2014/main" id="{D7748872-6AD2-4CC7-F43E-AFCB8805D7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7333" y="1241630"/>
            <a:ext cx="1168157" cy="1219192"/>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Pine Tree Silhouette Free SVG File – Simple evergreen tree clipart image -  SVG Heart">
            <a:extLst>
              <a:ext uri="{FF2B5EF4-FFF2-40B4-BE49-F238E27FC236}">
                <a16:creationId xmlns:a16="http://schemas.microsoft.com/office/drawing/2014/main" id="{D98E6A6B-1EE6-3824-EE47-0BB261904C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4384" y="1579258"/>
            <a:ext cx="1168157" cy="1219192"/>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 descr="Pine Tree Silhouette Free SVG File – Simple evergreen tree clipart image -  SVG Heart">
            <a:extLst>
              <a:ext uri="{FF2B5EF4-FFF2-40B4-BE49-F238E27FC236}">
                <a16:creationId xmlns:a16="http://schemas.microsoft.com/office/drawing/2014/main" id="{BAB4B24F-52B1-EADC-6978-B897D13C5F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91648" y="1123113"/>
            <a:ext cx="1168157" cy="1219192"/>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Pine Tree Silhouette Free SVG File – Simple evergreen tree clipart image -  SVG Heart">
            <a:extLst>
              <a:ext uri="{FF2B5EF4-FFF2-40B4-BE49-F238E27FC236}">
                <a16:creationId xmlns:a16="http://schemas.microsoft.com/office/drawing/2014/main" id="{946C78DE-0F59-8C88-8603-6E53B737CB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80342" y="1561069"/>
            <a:ext cx="1168157" cy="1219192"/>
          </a:xfrm>
          <a:prstGeom prst="rect">
            <a:avLst/>
          </a:prstGeom>
          <a:noFill/>
          <a:extLst>
            <a:ext uri="{909E8E84-426E-40DD-AFC4-6F175D3DCCD1}">
              <a14:hiddenFill xmlns:a14="http://schemas.microsoft.com/office/drawing/2010/main">
                <a:solidFill>
                  <a:srgbClr val="FFFFFF"/>
                </a:solidFill>
              </a14:hiddenFill>
            </a:ext>
          </a:extLst>
        </p:spPr>
      </p:pic>
      <p:grpSp>
        <p:nvGrpSpPr>
          <p:cNvPr id="40" name="Group 39">
            <a:extLst>
              <a:ext uri="{FF2B5EF4-FFF2-40B4-BE49-F238E27FC236}">
                <a16:creationId xmlns:a16="http://schemas.microsoft.com/office/drawing/2014/main" id="{83DB46C1-6782-8122-6FB0-2EA8355B8971}"/>
              </a:ext>
            </a:extLst>
          </p:cNvPr>
          <p:cNvGrpSpPr/>
          <p:nvPr/>
        </p:nvGrpSpPr>
        <p:grpSpPr>
          <a:xfrm>
            <a:off x="4613503" y="3843126"/>
            <a:ext cx="545664" cy="613916"/>
            <a:chOff x="5096711" y="3277699"/>
            <a:chExt cx="621281" cy="521523"/>
          </a:xfrm>
        </p:grpSpPr>
        <p:sp>
          <p:nvSpPr>
            <p:cNvPr id="41" name="Hexagon 40">
              <a:extLst>
                <a:ext uri="{FF2B5EF4-FFF2-40B4-BE49-F238E27FC236}">
                  <a16:creationId xmlns:a16="http://schemas.microsoft.com/office/drawing/2014/main" id="{2EE24653-DA39-0A75-9C7C-BDC8B2DC6F52}"/>
                </a:ext>
              </a:extLst>
            </p:cNvPr>
            <p:cNvSpPr/>
            <p:nvPr/>
          </p:nvSpPr>
          <p:spPr>
            <a:xfrm>
              <a:off x="5096711" y="3348035"/>
              <a:ext cx="621281" cy="380854"/>
            </a:xfrm>
            <a:prstGeom prst="hexagon">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9"/>
            </a:p>
          </p:txBody>
        </p:sp>
        <p:pic>
          <p:nvPicPr>
            <p:cNvPr id="42" name="Picture 41" descr="DJI Mavic 3 Pro drone technical specification datasheet">
              <a:extLst>
                <a:ext uri="{FF2B5EF4-FFF2-40B4-BE49-F238E27FC236}">
                  <a16:creationId xmlns:a16="http://schemas.microsoft.com/office/drawing/2014/main" id="{E8F28C6C-6291-9F2B-5D40-EDFCD95E40F6}"/>
                </a:ext>
              </a:extLst>
            </p:cNvPr>
            <p:cNvPicPr>
              <a:picLocks noChangeAspect="1"/>
            </p:cNvPicPr>
            <p:nvPr/>
          </p:nvPicPr>
          <p:blipFill>
            <a:blip r:embed="rId4"/>
            <a:stretch>
              <a:fillRect/>
            </a:stretch>
          </p:blipFill>
          <p:spPr>
            <a:xfrm>
              <a:off x="5146589" y="3277699"/>
              <a:ext cx="521523" cy="521523"/>
            </a:xfrm>
            <a:prstGeom prst="rect">
              <a:avLst/>
            </a:prstGeom>
          </p:spPr>
        </p:pic>
      </p:grpSp>
      <p:grpSp>
        <p:nvGrpSpPr>
          <p:cNvPr id="43" name="Group 42">
            <a:extLst>
              <a:ext uri="{FF2B5EF4-FFF2-40B4-BE49-F238E27FC236}">
                <a16:creationId xmlns:a16="http://schemas.microsoft.com/office/drawing/2014/main" id="{3A26F405-66EA-9EEA-62D3-5744A09B2EF9}"/>
              </a:ext>
            </a:extLst>
          </p:cNvPr>
          <p:cNvGrpSpPr/>
          <p:nvPr/>
        </p:nvGrpSpPr>
        <p:grpSpPr>
          <a:xfrm>
            <a:off x="6792111" y="947152"/>
            <a:ext cx="545664" cy="613916"/>
            <a:chOff x="5096711" y="3277699"/>
            <a:chExt cx="621281" cy="521523"/>
          </a:xfrm>
        </p:grpSpPr>
        <p:sp>
          <p:nvSpPr>
            <p:cNvPr id="44" name="Hexagon 43">
              <a:extLst>
                <a:ext uri="{FF2B5EF4-FFF2-40B4-BE49-F238E27FC236}">
                  <a16:creationId xmlns:a16="http://schemas.microsoft.com/office/drawing/2014/main" id="{7BBB5BFD-0A9A-5E73-996B-BEC992BE4793}"/>
                </a:ext>
              </a:extLst>
            </p:cNvPr>
            <p:cNvSpPr/>
            <p:nvPr/>
          </p:nvSpPr>
          <p:spPr>
            <a:xfrm>
              <a:off x="5096711" y="3348035"/>
              <a:ext cx="621281" cy="380854"/>
            </a:xfrm>
            <a:prstGeom prst="hexagon">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9"/>
            </a:p>
          </p:txBody>
        </p:sp>
        <p:pic>
          <p:nvPicPr>
            <p:cNvPr id="45" name="Picture 44" descr="DJI Mavic 3 Pro drone technical specification datasheet">
              <a:extLst>
                <a:ext uri="{FF2B5EF4-FFF2-40B4-BE49-F238E27FC236}">
                  <a16:creationId xmlns:a16="http://schemas.microsoft.com/office/drawing/2014/main" id="{5E22DF01-A529-B988-701C-C1B18C3085D5}"/>
                </a:ext>
              </a:extLst>
            </p:cNvPr>
            <p:cNvPicPr>
              <a:picLocks noChangeAspect="1"/>
            </p:cNvPicPr>
            <p:nvPr/>
          </p:nvPicPr>
          <p:blipFill>
            <a:blip r:embed="rId4"/>
            <a:stretch>
              <a:fillRect/>
            </a:stretch>
          </p:blipFill>
          <p:spPr>
            <a:xfrm>
              <a:off x="5146589" y="3277699"/>
              <a:ext cx="521523" cy="521523"/>
            </a:xfrm>
            <a:prstGeom prst="rect">
              <a:avLst/>
            </a:prstGeom>
          </p:spPr>
        </p:pic>
      </p:grpSp>
      <p:sp>
        <p:nvSpPr>
          <p:cNvPr id="47" name="Oval 46">
            <a:extLst>
              <a:ext uri="{FF2B5EF4-FFF2-40B4-BE49-F238E27FC236}">
                <a16:creationId xmlns:a16="http://schemas.microsoft.com/office/drawing/2014/main" id="{EA7FE6F4-D225-4479-1B36-6FB182D8122D}"/>
              </a:ext>
            </a:extLst>
          </p:cNvPr>
          <p:cNvSpPr/>
          <p:nvPr/>
        </p:nvSpPr>
        <p:spPr>
          <a:xfrm>
            <a:off x="4557809" y="4535290"/>
            <a:ext cx="280096" cy="264551"/>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99"/>
              <a:t>2</a:t>
            </a:r>
          </a:p>
        </p:txBody>
      </p:sp>
      <p:cxnSp>
        <p:nvCxnSpPr>
          <p:cNvPr id="51" name="Curved Connector 50">
            <a:extLst>
              <a:ext uri="{FF2B5EF4-FFF2-40B4-BE49-F238E27FC236}">
                <a16:creationId xmlns:a16="http://schemas.microsoft.com/office/drawing/2014/main" id="{5C036009-8890-83C5-4C34-B1D8FEA599AB}"/>
              </a:ext>
            </a:extLst>
          </p:cNvPr>
          <p:cNvCxnSpPr>
            <a:cxnSpLocks/>
          </p:cNvCxnSpPr>
          <p:nvPr/>
        </p:nvCxnSpPr>
        <p:spPr>
          <a:xfrm rot="16200000" flipV="1">
            <a:off x="4790117" y="4553265"/>
            <a:ext cx="598059" cy="405617"/>
          </a:xfrm>
          <a:prstGeom prst="curvedConnector3">
            <a:avLst/>
          </a:prstGeom>
          <a:ln w="317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3" name="Oval 52">
            <a:extLst>
              <a:ext uri="{FF2B5EF4-FFF2-40B4-BE49-F238E27FC236}">
                <a16:creationId xmlns:a16="http://schemas.microsoft.com/office/drawing/2014/main" id="{71A94E3C-C82F-279A-C710-CFF918948C18}"/>
              </a:ext>
            </a:extLst>
          </p:cNvPr>
          <p:cNvSpPr/>
          <p:nvPr/>
        </p:nvSpPr>
        <p:spPr>
          <a:xfrm>
            <a:off x="4809791" y="5237334"/>
            <a:ext cx="280096" cy="264551"/>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99"/>
              <a:t>1</a:t>
            </a:r>
          </a:p>
        </p:txBody>
      </p:sp>
      <p:cxnSp>
        <p:nvCxnSpPr>
          <p:cNvPr id="55" name="Curved Connector 54">
            <a:extLst>
              <a:ext uri="{FF2B5EF4-FFF2-40B4-BE49-F238E27FC236}">
                <a16:creationId xmlns:a16="http://schemas.microsoft.com/office/drawing/2014/main" id="{64C5F4C2-114B-7324-5B9E-593E3A57CE85}"/>
              </a:ext>
            </a:extLst>
          </p:cNvPr>
          <p:cNvCxnSpPr>
            <a:cxnSpLocks/>
          </p:cNvCxnSpPr>
          <p:nvPr/>
        </p:nvCxnSpPr>
        <p:spPr>
          <a:xfrm rot="5400000" flipH="1" flipV="1">
            <a:off x="4542305" y="1593320"/>
            <a:ext cx="2589014" cy="1910598"/>
          </a:xfrm>
          <a:prstGeom prst="curvedConnector2">
            <a:avLst/>
          </a:prstGeom>
          <a:ln w="317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7" name="Oval 56">
            <a:extLst>
              <a:ext uri="{FF2B5EF4-FFF2-40B4-BE49-F238E27FC236}">
                <a16:creationId xmlns:a16="http://schemas.microsoft.com/office/drawing/2014/main" id="{D77149B4-6AC1-31EE-8BA3-F3CB4A1AE1B4}"/>
              </a:ext>
            </a:extLst>
          </p:cNvPr>
          <p:cNvSpPr/>
          <p:nvPr/>
        </p:nvSpPr>
        <p:spPr>
          <a:xfrm>
            <a:off x="5072655" y="1974074"/>
            <a:ext cx="280096" cy="264551"/>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99"/>
              <a:t>3</a:t>
            </a:r>
          </a:p>
        </p:txBody>
      </p:sp>
      <p:sp>
        <p:nvSpPr>
          <p:cNvPr id="63" name="Oval 62">
            <a:extLst>
              <a:ext uri="{FF2B5EF4-FFF2-40B4-BE49-F238E27FC236}">
                <a16:creationId xmlns:a16="http://schemas.microsoft.com/office/drawing/2014/main" id="{291CD8CF-73C0-C6AC-A9A8-B50C1F782E5E}"/>
              </a:ext>
            </a:extLst>
          </p:cNvPr>
          <p:cNvSpPr/>
          <p:nvPr/>
        </p:nvSpPr>
        <p:spPr>
          <a:xfrm>
            <a:off x="9332729" y="2224629"/>
            <a:ext cx="548371" cy="448406"/>
          </a:xfrm>
          <a:prstGeom prst="ellipse">
            <a:avLst/>
          </a:prstGeom>
          <a:solidFill>
            <a:srgbClr val="FFFF00"/>
          </a:solidFill>
          <a:ln w="126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endParaRPr lang="en-US" sz="1799">
              <a:solidFill>
                <a:srgbClr val="000000"/>
              </a:solidFill>
            </a:endParaRPr>
          </a:p>
        </p:txBody>
      </p:sp>
      <p:pic>
        <p:nvPicPr>
          <p:cNvPr id="1028" name="Picture 4" descr="ArUco-Gen">
            <a:extLst>
              <a:ext uri="{FF2B5EF4-FFF2-40B4-BE49-F238E27FC236}">
                <a16:creationId xmlns:a16="http://schemas.microsoft.com/office/drawing/2014/main" id="{5CBB2958-4CF3-2DEA-F746-973947F913E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477147" y="2324762"/>
            <a:ext cx="276927" cy="276927"/>
          </a:xfrm>
          <a:prstGeom prst="rect">
            <a:avLst/>
          </a:prstGeom>
          <a:noFill/>
          <a:extLst>
            <a:ext uri="{909E8E84-426E-40DD-AFC4-6F175D3DCCD1}">
              <a14:hiddenFill xmlns:a14="http://schemas.microsoft.com/office/drawing/2010/main">
                <a:solidFill>
                  <a:srgbClr val="FFFFFF"/>
                </a:solidFill>
              </a14:hiddenFill>
            </a:ext>
          </a:extLst>
        </p:spPr>
      </p:pic>
      <p:grpSp>
        <p:nvGrpSpPr>
          <p:cNvPr id="1024" name="Group 1023">
            <a:extLst>
              <a:ext uri="{FF2B5EF4-FFF2-40B4-BE49-F238E27FC236}">
                <a16:creationId xmlns:a16="http://schemas.microsoft.com/office/drawing/2014/main" id="{8759165E-E1B3-E78A-B9CB-505F951D927A}"/>
              </a:ext>
            </a:extLst>
          </p:cNvPr>
          <p:cNvGrpSpPr/>
          <p:nvPr/>
        </p:nvGrpSpPr>
        <p:grpSpPr>
          <a:xfrm>
            <a:off x="9240321" y="742663"/>
            <a:ext cx="545664" cy="613916"/>
            <a:chOff x="5096711" y="3277699"/>
            <a:chExt cx="621281" cy="521523"/>
          </a:xfrm>
        </p:grpSpPr>
        <p:sp>
          <p:nvSpPr>
            <p:cNvPr id="1025" name="Hexagon 1024">
              <a:extLst>
                <a:ext uri="{FF2B5EF4-FFF2-40B4-BE49-F238E27FC236}">
                  <a16:creationId xmlns:a16="http://schemas.microsoft.com/office/drawing/2014/main" id="{60E34F5B-152D-6EF7-6C28-CE47E460E7CA}"/>
                </a:ext>
              </a:extLst>
            </p:cNvPr>
            <p:cNvSpPr/>
            <p:nvPr/>
          </p:nvSpPr>
          <p:spPr>
            <a:xfrm>
              <a:off x="5096711" y="3348035"/>
              <a:ext cx="621281" cy="380854"/>
            </a:xfrm>
            <a:prstGeom prst="hexagon">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9"/>
            </a:p>
          </p:txBody>
        </p:sp>
        <p:pic>
          <p:nvPicPr>
            <p:cNvPr id="1027" name="Picture 1026" descr="DJI Mavic 3 Pro drone technical specification datasheet">
              <a:extLst>
                <a:ext uri="{FF2B5EF4-FFF2-40B4-BE49-F238E27FC236}">
                  <a16:creationId xmlns:a16="http://schemas.microsoft.com/office/drawing/2014/main" id="{6A58A55D-E4F5-7C2E-45E4-03AC609B772C}"/>
                </a:ext>
              </a:extLst>
            </p:cNvPr>
            <p:cNvPicPr>
              <a:picLocks noChangeAspect="1"/>
            </p:cNvPicPr>
            <p:nvPr/>
          </p:nvPicPr>
          <p:blipFill>
            <a:blip r:embed="rId4"/>
            <a:stretch>
              <a:fillRect/>
            </a:stretch>
          </p:blipFill>
          <p:spPr>
            <a:xfrm>
              <a:off x="5146589" y="3277699"/>
              <a:ext cx="521523" cy="521523"/>
            </a:xfrm>
            <a:prstGeom prst="rect">
              <a:avLst/>
            </a:prstGeom>
          </p:spPr>
        </p:pic>
      </p:grpSp>
      <p:cxnSp>
        <p:nvCxnSpPr>
          <p:cNvPr id="1051" name="Curved Connector 1050">
            <a:extLst>
              <a:ext uri="{FF2B5EF4-FFF2-40B4-BE49-F238E27FC236}">
                <a16:creationId xmlns:a16="http://schemas.microsoft.com/office/drawing/2014/main" id="{4A05201C-A8FA-7D35-46A4-EE90E1204641}"/>
              </a:ext>
            </a:extLst>
          </p:cNvPr>
          <p:cNvCxnSpPr>
            <a:cxnSpLocks/>
          </p:cNvCxnSpPr>
          <p:nvPr/>
        </p:nvCxnSpPr>
        <p:spPr>
          <a:xfrm flipV="1">
            <a:off x="7337775" y="1049621"/>
            <a:ext cx="1946354" cy="204492"/>
          </a:xfrm>
          <a:prstGeom prst="curvedConnector3">
            <a:avLst>
              <a:gd name="adj1" fmla="val 52349"/>
            </a:avLst>
          </a:prstGeom>
          <a:ln w="317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055" name="Oval 1054">
            <a:extLst>
              <a:ext uri="{FF2B5EF4-FFF2-40B4-BE49-F238E27FC236}">
                <a16:creationId xmlns:a16="http://schemas.microsoft.com/office/drawing/2014/main" id="{D359BC4F-9CFA-2CC4-7E28-F211E7FE165C}"/>
              </a:ext>
            </a:extLst>
          </p:cNvPr>
          <p:cNvSpPr/>
          <p:nvPr/>
        </p:nvSpPr>
        <p:spPr>
          <a:xfrm>
            <a:off x="8321951" y="1178039"/>
            <a:ext cx="280096" cy="264551"/>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99"/>
              <a:t>4</a:t>
            </a:r>
          </a:p>
        </p:txBody>
      </p:sp>
      <p:sp>
        <p:nvSpPr>
          <p:cNvPr id="1062" name="Oval 1061">
            <a:extLst>
              <a:ext uri="{FF2B5EF4-FFF2-40B4-BE49-F238E27FC236}">
                <a16:creationId xmlns:a16="http://schemas.microsoft.com/office/drawing/2014/main" id="{5E8EC6EC-7F7E-CE56-25E8-1AFAD21641EF}"/>
              </a:ext>
            </a:extLst>
          </p:cNvPr>
          <p:cNvSpPr/>
          <p:nvPr/>
        </p:nvSpPr>
        <p:spPr>
          <a:xfrm>
            <a:off x="9773009" y="725907"/>
            <a:ext cx="280096" cy="264551"/>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99"/>
              <a:t>5</a:t>
            </a:r>
          </a:p>
        </p:txBody>
      </p:sp>
      <p:cxnSp>
        <p:nvCxnSpPr>
          <p:cNvPr id="1064" name="Curved Connector 1063">
            <a:extLst>
              <a:ext uri="{FF2B5EF4-FFF2-40B4-BE49-F238E27FC236}">
                <a16:creationId xmlns:a16="http://schemas.microsoft.com/office/drawing/2014/main" id="{3EDCEED5-FA85-D22B-CED5-34E143E60A65}"/>
              </a:ext>
            </a:extLst>
          </p:cNvPr>
          <p:cNvCxnSpPr>
            <a:cxnSpLocks/>
          </p:cNvCxnSpPr>
          <p:nvPr/>
        </p:nvCxnSpPr>
        <p:spPr>
          <a:xfrm rot="5400000">
            <a:off x="5593513" y="1135461"/>
            <a:ext cx="3698523" cy="4140759"/>
          </a:xfrm>
          <a:prstGeom prst="curvedConnector3">
            <a:avLst>
              <a:gd name="adj1" fmla="val 25592"/>
            </a:avLst>
          </a:prstGeom>
          <a:ln w="317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071" name="Oval 1070">
            <a:extLst>
              <a:ext uri="{FF2B5EF4-FFF2-40B4-BE49-F238E27FC236}">
                <a16:creationId xmlns:a16="http://schemas.microsoft.com/office/drawing/2014/main" id="{2C46B5CF-7F1C-90E3-155F-44A658B23DAE}"/>
              </a:ext>
            </a:extLst>
          </p:cNvPr>
          <p:cNvSpPr/>
          <p:nvPr/>
        </p:nvSpPr>
        <p:spPr>
          <a:xfrm>
            <a:off x="6083861" y="3066088"/>
            <a:ext cx="280096" cy="264551"/>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99"/>
              <a:t>6</a:t>
            </a:r>
          </a:p>
        </p:txBody>
      </p:sp>
      <p:cxnSp>
        <p:nvCxnSpPr>
          <p:cNvPr id="1075" name="Curved Connector 1074">
            <a:extLst>
              <a:ext uri="{FF2B5EF4-FFF2-40B4-BE49-F238E27FC236}">
                <a16:creationId xmlns:a16="http://schemas.microsoft.com/office/drawing/2014/main" id="{5D9CE05C-650A-5EC7-936D-0BD93101E560}"/>
              </a:ext>
            </a:extLst>
          </p:cNvPr>
          <p:cNvCxnSpPr>
            <a:cxnSpLocks/>
          </p:cNvCxnSpPr>
          <p:nvPr/>
        </p:nvCxnSpPr>
        <p:spPr>
          <a:xfrm rot="16200000" flipV="1">
            <a:off x="9180754" y="3506675"/>
            <a:ext cx="1990441" cy="1335476"/>
          </a:xfrm>
          <a:prstGeom prst="curvedConnector3">
            <a:avLst>
              <a:gd name="adj1" fmla="val 22443"/>
            </a:avLst>
          </a:prstGeom>
          <a:ln w="31750">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nvGrpSpPr>
          <p:cNvPr id="1077" name="Group 1076">
            <a:extLst>
              <a:ext uri="{FF2B5EF4-FFF2-40B4-BE49-F238E27FC236}">
                <a16:creationId xmlns:a16="http://schemas.microsoft.com/office/drawing/2014/main" id="{DE6D58B2-AA5F-5D07-67C4-B4D1D73EF449}"/>
              </a:ext>
            </a:extLst>
          </p:cNvPr>
          <p:cNvGrpSpPr/>
          <p:nvPr/>
        </p:nvGrpSpPr>
        <p:grpSpPr>
          <a:xfrm>
            <a:off x="9318640" y="2741337"/>
            <a:ext cx="700986" cy="430176"/>
            <a:chOff x="8526380" y="5096107"/>
            <a:chExt cx="877262" cy="486044"/>
          </a:xfrm>
        </p:grpSpPr>
        <p:sp>
          <p:nvSpPr>
            <p:cNvPr id="1078" name="Snip Same Side Corner Rectangle 1077">
              <a:extLst>
                <a:ext uri="{FF2B5EF4-FFF2-40B4-BE49-F238E27FC236}">
                  <a16:creationId xmlns:a16="http://schemas.microsoft.com/office/drawing/2014/main" id="{1604E89C-B325-905A-7BA4-446E0EEAB277}"/>
                </a:ext>
              </a:extLst>
            </p:cNvPr>
            <p:cNvSpPr/>
            <p:nvPr/>
          </p:nvSpPr>
          <p:spPr>
            <a:xfrm>
              <a:off x="8526380" y="5096107"/>
              <a:ext cx="877262" cy="486044"/>
            </a:xfrm>
            <a:prstGeom prst="snip2SameRect">
              <a:avLst>
                <a:gd name="adj1" fmla="val 16667"/>
                <a:gd name="adj2" fmla="val 16060"/>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9"/>
            </a:p>
          </p:txBody>
        </p:sp>
        <p:pic>
          <p:nvPicPr>
            <p:cNvPr id="1079" name="Picture 1078" descr="NASA's Perseverance rover packs microphones to hear the Red Planet | Space">
              <a:extLst>
                <a:ext uri="{FF2B5EF4-FFF2-40B4-BE49-F238E27FC236}">
                  <a16:creationId xmlns:a16="http://schemas.microsoft.com/office/drawing/2014/main" id="{F1826851-0398-F379-BEB7-0A23185897D3}"/>
                </a:ext>
              </a:extLst>
            </p:cNvPr>
            <p:cNvPicPr>
              <a:picLocks noChangeAspect="1"/>
            </p:cNvPicPr>
            <p:nvPr/>
          </p:nvPicPr>
          <p:blipFill>
            <a:blip r:embed="rId5"/>
            <a:stretch>
              <a:fillRect/>
            </a:stretch>
          </p:blipFill>
          <p:spPr>
            <a:xfrm>
              <a:off x="8660245" y="5135136"/>
              <a:ext cx="609531" cy="407985"/>
            </a:xfrm>
            <a:prstGeom prst="rect">
              <a:avLst/>
            </a:prstGeom>
          </p:spPr>
        </p:pic>
      </p:grpSp>
      <p:cxnSp>
        <p:nvCxnSpPr>
          <p:cNvPr id="1082" name="Curved Connector 1081">
            <a:extLst>
              <a:ext uri="{FF2B5EF4-FFF2-40B4-BE49-F238E27FC236}">
                <a16:creationId xmlns:a16="http://schemas.microsoft.com/office/drawing/2014/main" id="{6BC7656D-E00D-393F-AD20-49A25260504F}"/>
              </a:ext>
            </a:extLst>
          </p:cNvPr>
          <p:cNvCxnSpPr>
            <a:cxnSpLocks/>
          </p:cNvCxnSpPr>
          <p:nvPr/>
        </p:nvCxnSpPr>
        <p:spPr>
          <a:xfrm rot="16200000" flipH="1">
            <a:off x="9331458" y="3509188"/>
            <a:ext cx="1981942" cy="1306592"/>
          </a:xfrm>
          <a:prstGeom prst="curvedConnector3">
            <a:avLst>
              <a:gd name="adj1" fmla="val 9641"/>
            </a:avLst>
          </a:prstGeom>
          <a:ln w="317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090" name="Oval 1089">
            <a:extLst>
              <a:ext uri="{FF2B5EF4-FFF2-40B4-BE49-F238E27FC236}">
                <a16:creationId xmlns:a16="http://schemas.microsoft.com/office/drawing/2014/main" id="{65E34F3B-BBE3-FDE7-7BE9-8FC88FEED730}"/>
              </a:ext>
            </a:extLst>
          </p:cNvPr>
          <p:cNvSpPr/>
          <p:nvPr/>
        </p:nvSpPr>
        <p:spPr>
          <a:xfrm>
            <a:off x="9716650" y="3984498"/>
            <a:ext cx="280096" cy="264551"/>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99"/>
              <a:t>7</a:t>
            </a:r>
          </a:p>
        </p:txBody>
      </p:sp>
      <p:sp>
        <p:nvSpPr>
          <p:cNvPr id="1091" name="Oval 1090">
            <a:extLst>
              <a:ext uri="{FF2B5EF4-FFF2-40B4-BE49-F238E27FC236}">
                <a16:creationId xmlns:a16="http://schemas.microsoft.com/office/drawing/2014/main" id="{E4925311-212B-F5F8-FEEA-378C13784192}"/>
              </a:ext>
            </a:extLst>
          </p:cNvPr>
          <p:cNvSpPr/>
          <p:nvPr/>
        </p:nvSpPr>
        <p:spPr>
          <a:xfrm>
            <a:off x="10720281" y="3505889"/>
            <a:ext cx="280096" cy="264551"/>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99"/>
              <a:t>9</a:t>
            </a:r>
          </a:p>
        </p:txBody>
      </p:sp>
      <p:sp>
        <p:nvSpPr>
          <p:cNvPr id="1092" name="Oval 1091">
            <a:extLst>
              <a:ext uri="{FF2B5EF4-FFF2-40B4-BE49-F238E27FC236}">
                <a16:creationId xmlns:a16="http://schemas.microsoft.com/office/drawing/2014/main" id="{08632775-DAB5-0EAF-4559-29D4F7CD33AB}"/>
              </a:ext>
            </a:extLst>
          </p:cNvPr>
          <p:cNvSpPr/>
          <p:nvPr/>
        </p:nvSpPr>
        <p:spPr>
          <a:xfrm>
            <a:off x="9895877" y="2457679"/>
            <a:ext cx="280096" cy="264551"/>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99"/>
              <a:t>8</a:t>
            </a:r>
          </a:p>
        </p:txBody>
      </p:sp>
      <p:sp>
        <p:nvSpPr>
          <p:cNvPr id="1096" name="TextBox 1095">
            <a:extLst>
              <a:ext uri="{FF2B5EF4-FFF2-40B4-BE49-F238E27FC236}">
                <a16:creationId xmlns:a16="http://schemas.microsoft.com/office/drawing/2014/main" id="{72A72225-A9A1-A969-6DCE-0DE4F38659D7}"/>
              </a:ext>
            </a:extLst>
          </p:cNvPr>
          <p:cNvSpPr txBox="1"/>
          <p:nvPr/>
        </p:nvSpPr>
        <p:spPr>
          <a:xfrm>
            <a:off x="4200416" y="5939868"/>
            <a:ext cx="3009775" cy="282331"/>
          </a:xfrm>
          <a:prstGeom prst="rect">
            <a:avLst/>
          </a:prstGeom>
          <a:noFill/>
        </p:spPr>
        <p:txBody>
          <a:bodyPr wrap="square" rtlCol="0">
            <a:spAutoFit/>
          </a:bodyPr>
          <a:lstStyle/>
          <a:p>
            <a:r>
              <a:rPr lang="en-US" sz="1200"/>
              <a:t>(Autonomous, Manual Override)</a:t>
            </a:r>
          </a:p>
        </p:txBody>
      </p:sp>
      <p:sp>
        <p:nvSpPr>
          <p:cNvPr id="1097" name="TextBox 1096">
            <a:extLst>
              <a:ext uri="{FF2B5EF4-FFF2-40B4-BE49-F238E27FC236}">
                <a16:creationId xmlns:a16="http://schemas.microsoft.com/office/drawing/2014/main" id="{B8A61A5A-D8C0-76FC-3804-43B3D91572E6}"/>
              </a:ext>
            </a:extLst>
          </p:cNvPr>
          <p:cNvSpPr txBox="1"/>
          <p:nvPr/>
        </p:nvSpPr>
        <p:spPr>
          <a:xfrm>
            <a:off x="9318640" y="5927918"/>
            <a:ext cx="3036797" cy="276999"/>
          </a:xfrm>
          <a:prstGeom prst="rect">
            <a:avLst/>
          </a:prstGeom>
          <a:noFill/>
        </p:spPr>
        <p:txBody>
          <a:bodyPr wrap="square" lIns="91440" tIns="45720" rIns="91440" bIns="45720" rtlCol="0" anchor="t">
            <a:spAutoFit/>
          </a:bodyPr>
          <a:lstStyle/>
          <a:p>
            <a:pPr algn="ctr"/>
            <a:r>
              <a:rPr lang="en-US" sz="1200"/>
              <a:t>(Autonomous, Manual Override)</a:t>
            </a:r>
            <a:endParaRPr lang="en-US"/>
          </a:p>
        </p:txBody>
      </p:sp>
      <p:sp>
        <p:nvSpPr>
          <p:cNvPr id="2" name="TextBox 1">
            <a:extLst>
              <a:ext uri="{FF2B5EF4-FFF2-40B4-BE49-F238E27FC236}">
                <a16:creationId xmlns:a16="http://schemas.microsoft.com/office/drawing/2014/main" id="{439A176C-51A9-AD7E-B1D7-79D876E8BED4}"/>
              </a:ext>
            </a:extLst>
          </p:cNvPr>
          <p:cNvSpPr txBox="1"/>
          <p:nvPr/>
        </p:nvSpPr>
        <p:spPr>
          <a:xfrm>
            <a:off x="8967898" y="1984706"/>
            <a:ext cx="1499112" cy="276999"/>
          </a:xfrm>
          <a:prstGeom prst="rect">
            <a:avLst/>
          </a:prstGeom>
          <a:noFill/>
        </p:spPr>
        <p:txBody>
          <a:bodyPr wrap="square" lIns="91440" tIns="45720" rIns="91440" bIns="45720" rtlCol="0" anchor="t">
            <a:spAutoFit/>
          </a:bodyPr>
          <a:lstStyle/>
          <a:p>
            <a:r>
              <a:rPr lang="en-US" sz="1200"/>
              <a:t>Location of Interest</a:t>
            </a:r>
          </a:p>
        </p:txBody>
      </p:sp>
      <p:grpSp>
        <p:nvGrpSpPr>
          <p:cNvPr id="48" name="Progress Bar - 2 ConOps">
            <a:extLst>
              <a:ext uri="{FF2B5EF4-FFF2-40B4-BE49-F238E27FC236}">
                <a16:creationId xmlns:a16="http://schemas.microsoft.com/office/drawing/2014/main" id="{3806EA0E-7F46-DABB-A536-962A47B1ADED}"/>
              </a:ext>
            </a:extLst>
          </p:cNvPr>
          <p:cNvGrpSpPr/>
          <p:nvPr/>
        </p:nvGrpSpPr>
        <p:grpSpPr>
          <a:xfrm>
            <a:off x="857037" y="6512757"/>
            <a:ext cx="10563297" cy="276999"/>
            <a:chOff x="790698" y="5902391"/>
            <a:chExt cx="10563297" cy="276999"/>
          </a:xfrm>
        </p:grpSpPr>
        <p:sp>
          <p:nvSpPr>
            <p:cNvPr id="49" name="Section 1 - Background">
              <a:extLst>
                <a:ext uri="{FF2B5EF4-FFF2-40B4-BE49-F238E27FC236}">
                  <a16:creationId xmlns:a16="http://schemas.microsoft.com/office/drawing/2014/main" id="{C9191142-C8C1-307A-6AF5-C363A874F2AA}"/>
                </a:ext>
              </a:extLst>
            </p:cNvPr>
            <p:cNvSpPr/>
            <p:nvPr/>
          </p:nvSpPr>
          <p:spPr>
            <a:xfrm>
              <a:off x="790698" y="5902391"/>
              <a:ext cx="1374145" cy="276999"/>
            </a:xfrm>
            <a:prstGeom prst="homePlate">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0">
                  <a:solidFill>
                    <a:srgbClr val="FFFFFF"/>
                  </a:solidFill>
                  <a:latin typeface="Calibri"/>
                </a:rPr>
                <a:t>Background</a:t>
              </a:r>
            </a:p>
          </p:txBody>
        </p:sp>
        <p:sp>
          <p:nvSpPr>
            <p:cNvPr id="50" name="Section 2 - ConOps">
              <a:extLst>
                <a:ext uri="{FF2B5EF4-FFF2-40B4-BE49-F238E27FC236}">
                  <a16:creationId xmlns:a16="http://schemas.microsoft.com/office/drawing/2014/main" id="{641D0AE6-E483-EA24-5638-8F4DC83DF357}"/>
                </a:ext>
              </a:extLst>
            </p:cNvPr>
            <p:cNvSpPr/>
            <p:nvPr/>
          </p:nvSpPr>
          <p:spPr>
            <a:xfrm>
              <a:off x="2103434" y="5902391"/>
              <a:ext cx="1374145"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ConOps</a:t>
              </a:r>
            </a:p>
          </p:txBody>
        </p:sp>
        <p:sp>
          <p:nvSpPr>
            <p:cNvPr id="52" name="Section 3 - Block Diagrams">
              <a:extLst>
                <a:ext uri="{FF2B5EF4-FFF2-40B4-BE49-F238E27FC236}">
                  <a16:creationId xmlns:a16="http://schemas.microsoft.com/office/drawing/2014/main" id="{EF1E2482-2D6E-2375-13F6-E3AE857F71A4}"/>
                </a:ext>
              </a:extLst>
            </p:cNvPr>
            <p:cNvSpPr/>
            <p:nvPr/>
          </p:nvSpPr>
          <p:spPr>
            <a:xfrm>
              <a:off x="3416170" y="5902391"/>
              <a:ext cx="1374145"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Block Diagrams</a:t>
              </a:r>
            </a:p>
          </p:txBody>
        </p:sp>
        <p:sp>
          <p:nvSpPr>
            <p:cNvPr id="54" name="Section 4 - Key Requirements">
              <a:extLst>
                <a:ext uri="{FF2B5EF4-FFF2-40B4-BE49-F238E27FC236}">
                  <a16:creationId xmlns:a16="http://schemas.microsoft.com/office/drawing/2014/main" id="{155C9479-03EF-63C0-D050-4249F10E1451}"/>
                </a:ext>
              </a:extLst>
            </p:cNvPr>
            <p:cNvSpPr/>
            <p:nvPr/>
          </p:nvSpPr>
          <p:spPr>
            <a:xfrm>
              <a:off x="4728906" y="5902391"/>
              <a:ext cx="1484077"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Key Requirements</a:t>
              </a:r>
            </a:p>
          </p:txBody>
        </p:sp>
        <p:sp>
          <p:nvSpPr>
            <p:cNvPr id="56" name="Section 5 - Trade Studies">
              <a:extLst>
                <a:ext uri="{FF2B5EF4-FFF2-40B4-BE49-F238E27FC236}">
                  <a16:creationId xmlns:a16="http://schemas.microsoft.com/office/drawing/2014/main" id="{4DD0AC40-0CF0-4A63-D5BB-E5D2A3CC25E4}"/>
                </a:ext>
              </a:extLst>
            </p:cNvPr>
            <p:cNvSpPr/>
            <p:nvPr/>
          </p:nvSpPr>
          <p:spPr>
            <a:xfrm>
              <a:off x="6151574" y="5902391"/>
              <a:ext cx="1374145"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Trade Studies</a:t>
              </a:r>
            </a:p>
          </p:txBody>
        </p:sp>
        <p:sp>
          <p:nvSpPr>
            <p:cNvPr id="58" name="Section 6 - Current Design Space">
              <a:extLst>
                <a:ext uri="{FF2B5EF4-FFF2-40B4-BE49-F238E27FC236}">
                  <a16:creationId xmlns:a16="http://schemas.microsoft.com/office/drawing/2014/main" id="{2E22969A-2717-BA41-1CF0-9BC75D8A1666}"/>
                </a:ext>
              </a:extLst>
            </p:cNvPr>
            <p:cNvSpPr/>
            <p:nvPr/>
          </p:nvSpPr>
          <p:spPr>
            <a:xfrm>
              <a:off x="7464310" y="5902391"/>
              <a:ext cx="1594008"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Current Design Space</a:t>
              </a:r>
            </a:p>
          </p:txBody>
        </p:sp>
        <p:sp>
          <p:nvSpPr>
            <p:cNvPr id="59" name="Section 7 - Moving Forward">
              <a:extLst>
                <a:ext uri="{FF2B5EF4-FFF2-40B4-BE49-F238E27FC236}">
                  <a16:creationId xmlns:a16="http://schemas.microsoft.com/office/drawing/2014/main" id="{89D126AA-4D2B-0232-92B5-FDA7CCE8D635}"/>
                </a:ext>
              </a:extLst>
            </p:cNvPr>
            <p:cNvSpPr/>
            <p:nvPr/>
          </p:nvSpPr>
          <p:spPr>
            <a:xfrm>
              <a:off x="8996909" y="5902391"/>
              <a:ext cx="1415369"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Moving Forward</a:t>
              </a:r>
            </a:p>
          </p:txBody>
        </p:sp>
        <p:sp>
          <p:nvSpPr>
            <p:cNvPr id="60" name="Section 8 - Q &amp; A">
              <a:extLst>
                <a:ext uri="{FF2B5EF4-FFF2-40B4-BE49-F238E27FC236}">
                  <a16:creationId xmlns:a16="http://schemas.microsoft.com/office/drawing/2014/main" id="{6B60201F-ABA0-D91A-5962-914B085E20AD}"/>
                </a:ext>
              </a:extLst>
            </p:cNvPr>
            <p:cNvSpPr/>
            <p:nvPr/>
          </p:nvSpPr>
          <p:spPr>
            <a:xfrm>
              <a:off x="10350869" y="5902391"/>
              <a:ext cx="1003126"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Q &amp; A</a:t>
              </a:r>
            </a:p>
          </p:txBody>
        </p:sp>
      </p:grpSp>
      <p:sp>
        <p:nvSpPr>
          <p:cNvPr id="61" name="Slide Number Placeholder 5">
            <a:extLst>
              <a:ext uri="{FF2B5EF4-FFF2-40B4-BE49-F238E27FC236}">
                <a16:creationId xmlns:a16="http://schemas.microsoft.com/office/drawing/2014/main" id="{8837B6A5-B6CB-B2B9-E22B-B4E2EEB3668F}"/>
              </a:ext>
            </a:extLst>
          </p:cNvPr>
          <p:cNvSpPr txBox="1">
            <a:spLocks/>
          </p:cNvSpPr>
          <p:nvPr/>
        </p:nvSpPr>
        <p:spPr>
          <a:xfrm>
            <a:off x="10493217" y="6471287"/>
            <a:ext cx="27432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ACAF18C-C32B-5246-8B79-94468F598665}" type="slidenum">
              <a:rPr lang="en-US" smtClean="0"/>
              <a:pPr/>
              <a:t>8</a:t>
            </a:fld>
            <a:endParaRPr lang="en-US"/>
          </a:p>
        </p:txBody>
      </p:sp>
    </p:spTree>
    <p:extLst>
      <p:ext uri="{BB962C8B-B14F-4D97-AF65-F5344CB8AC3E}">
        <p14:creationId xmlns:p14="http://schemas.microsoft.com/office/powerpoint/2010/main" val="12603152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D8C36269-1C03-3AC1-D919-64220D9EE3D2}"/>
              </a:ext>
            </a:extLst>
          </p:cNvPr>
          <p:cNvSpPr/>
          <p:nvPr/>
        </p:nvSpPr>
        <p:spPr>
          <a:xfrm>
            <a:off x="4201031" y="-19589"/>
            <a:ext cx="7989382" cy="234089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25" name="Rectangle 24">
            <a:extLst>
              <a:ext uri="{FF2B5EF4-FFF2-40B4-BE49-F238E27FC236}">
                <a16:creationId xmlns:a16="http://schemas.microsoft.com/office/drawing/2014/main" id="{99FEED83-74D0-97D7-9667-22C2B4E1DF02}"/>
              </a:ext>
            </a:extLst>
          </p:cNvPr>
          <p:cNvSpPr/>
          <p:nvPr/>
        </p:nvSpPr>
        <p:spPr>
          <a:xfrm>
            <a:off x="4201031" y="2321308"/>
            <a:ext cx="7989382" cy="407858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3" name="Content Placeholder 2">
            <a:extLst>
              <a:ext uri="{FF2B5EF4-FFF2-40B4-BE49-F238E27FC236}">
                <a16:creationId xmlns:a16="http://schemas.microsoft.com/office/drawing/2014/main" id="{8463F645-83EE-3EEB-F71D-58410802B9CF}"/>
              </a:ext>
            </a:extLst>
          </p:cNvPr>
          <p:cNvSpPr>
            <a:spLocks noGrp="1"/>
          </p:cNvSpPr>
          <p:nvPr>
            <p:ph idx="1"/>
          </p:nvPr>
        </p:nvSpPr>
        <p:spPr>
          <a:xfrm>
            <a:off x="1589" y="893"/>
            <a:ext cx="4199443" cy="6856214"/>
          </a:xfrm>
        </p:spPr>
        <p:txBody>
          <a:bodyPr vert="horz" lIns="91440" tIns="45720" rIns="91440" bIns="45720" rtlCol="0">
            <a:noAutofit/>
          </a:bodyPr>
          <a:lstStyle/>
          <a:p>
            <a:r>
              <a:rPr lang="en-US" sz="1100" b="1">
                <a:latin typeface="Arial"/>
                <a:cs typeface="Arial"/>
              </a:rPr>
              <a:t>0. Pre-Mission Setup and Initialization</a:t>
            </a:r>
          </a:p>
          <a:p>
            <a:pPr marL="628650" lvl="1" indent="-171450">
              <a:spcBef>
                <a:spcPts val="1000"/>
              </a:spcBef>
              <a:buFont typeface="Courier New" panose="020B0604020202020204" pitchFamily="34" charset="0"/>
              <a:buChar char="o"/>
            </a:pPr>
            <a:r>
              <a:rPr lang="en-US" sz="1100">
                <a:latin typeface="Arial"/>
                <a:cs typeface="Arial"/>
              </a:rPr>
              <a:t>Ground</a:t>
            </a:r>
            <a:r>
              <a:rPr lang="en-US" sz="1100">
                <a:solidFill>
                  <a:srgbClr val="000000"/>
                </a:solidFill>
                <a:latin typeface="Arial"/>
                <a:cs typeface="Arial"/>
              </a:rPr>
              <a:t> crew places the UAS at Point A and the rover at Point B. Both vehicles are powered on. Both initial positions are localized and initialized in an agreed shared coordinate frame. Systems check is performed.</a:t>
            </a:r>
            <a:endParaRPr lang="en-US" sz="1100">
              <a:latin typeface="Aptos" panose="02110004020202020204"/>
              <a:cs typeface="Arial"/>
            </a:endParaRPr>
          </a:p>
          <a:p>
            <a:pPr marL="171450"/>
            <a:r>
              <a:rPr lang="en-US" sz="1100" b="1">
                <a:latin typeface="Arial"/>
                <a:cs typeface="Arial"/>
              </a:rPr>
              <a:t>1. Communication Link Established</a:t>
            </a:r>
            <a:endParaRPr lang="en-US" sz="1100">
              <a:latin typeface="Aptos" panose="02110004020202020204"/>
              <a:cs typeface="Arial"/>
            </a:endParaRPr>
          </a:p>
          <a:p>
            <a:pPr marL="628650" lvl="1" indent="-171450">
              <a:buFont typeface="Courier New" panose="020B0604020202020204" pitchFamily="34" charset="0"/>
              <a:buChar char="o"/>
            </a:pPr>
            <a:r>
              <a:rPr lang="en-US" sz="1100">
                <a:latin typeface="Arial"/>
                <a:cs typeface="Arial"/>
              </a:rPr>
              <a:t>The UAS and rover establish the communication link. The shared frame is confirmed across both agents.</a:t>
            </a:r>
            <a:endParaRPr lang="en-US" sz="1100"/>
          </a:p>
          <a:p>
            <a:r>
              <a:rPr lang="en-US" sz="1100" b="1">
                <a:latin typeface="Arial"/>
                <a:cs typeface="Arial"/>
              </a:rPr>
              <a:t>2. UAS Takeoff </a:t>
            </a:r>
            <a:endParaRPr lang="en-US" sz="1100">
              <a:latin typeface="Aptos" panose="02110004020202020204"/>
              <a:cs typeface="Arial"/>
            </a:endParaRPr>
          </a:p>
          <a:p>
            <a:pPr lvl="1" indent="-171450">
              <a:buFont typeface="Courier New" panose="020B0604020202020204" pitchFamily="34" charset="0"/>
              <a:buChar char="o"/>
            </a:pPr>
            <a:r>
              <a:rPr lang="en-US" sz="1100">
                <a:latin typeface="Arial"/>
                <a:cs typeface="Arial"/>
              </a:rPr>
              <a:t>The UAS Takes off from point A</a:t>
            </a:r>
            <a:endParaRPr lang="en-US" sz="1100"/>
          </a:p>
          <a:p>
            <a:r>
              <a:rPr lang="en-US" sz="1100" b="1">
                <a:latin typeface="Arial"/>
                <a:cs typeface="Arial"/>
              </a:rPr>
              <a:t>3. UAS Transit to Area of Interest</a:t>
            </a:r>
            <a:endParaRPr lang="en-US" sz="1100">
              <a:latin typeface="Arial"/>
              <a:cs typeface="Arial"/>
            </a:endParaRPr>
          </a:p>
          <a:p>
            <a:pPr lvl="1" indent="-171450">
              <a:buFont typeface="Courier New" panose="020B0604020202020204" pitchFamily="34" charset="0"/>
              <a:buChar char="o"/>
            </a:pPr>
            <a:r>
              <a:rPr lang="en-US" sz="1100">
                <a:latin typeface="Arial"/>
                <a:cs typeface="Arial"/>
              </a:rPr>
              <a:t>The</a:t>
            </a:r>
            <a:r>
              <a:rPr lang="en-US" sz="1100">
                <a:solidFill>
                  <a:srgbClr val="000000"/>
                </a:solidFill>
                <a:latin typeface="Arial"/>
                <a:cs typeface="Arial"/>
              </a:rPr>
              <a:t> UAS maneuvers from Point A to the predetermined area of interest. At a Rate of 0.5 m/s</a:t>
            </a:r>
            <a:endParaRPr lang="en-US" sz="1100">
              <a:latin typeface="Arial"/>
              <a:cs typeface="Arial"/>
            </a:endParaRPr>
          </a:p>
          <a:p>
            <a:r>
              <a:rPr lang="en-US" sz="1100" b="1">
                <a:latin typeface="Arial"/>
                <a:cs typeface="Arial"/>
              </a:rPr>
              <a:t>4. UAS Search Pattern</a:t>
            </a:r>
            <a:endParaRPr lang="en-US" sz="1100">
              <a:latin typeface="Aptos" panose="02110004020202020204"/>
              <a:cs typeface="Arial"/>
            </a:endParaRPr>
          </a:p>
          <a:p>
            <a:pPr lvl="1" indent="-171450">
              <a:buFont typeface="Courier New" panose="020B0604020202020204" pitchFamily="34" charset="0"/>
              <a:buChar char="o"/>
            </a:pPr>
            <a:r>
              <a:rPr lang="en-US" sz="1100">
                <a:latin typeface="Arial"/>
                <a:cs typeface="Arial"/>
              </a:rPr>
              <a:t>The UAS conducts a search pattern over the area of interest.</a:t>
            </a:r>
            <a:endParaRPr lang="en-US" sz="1100">
              <a:latin typeface="Aptos" panose="02110004020202020204"/>
              <a:cs typeface="Arial"/>
            </a:endParaRPr>
          </a:p>
          <a:p>
            <a:r>
              <a:rPr lang="en-US" sz="1100" b="1">
                <a:latin typeface="Arial"/>
                <a:cs typeface="Arial"/>
              </a:rPr>
              <a:t>5. UAS Marker Detection</a:t>
            </a:r>
            <a:endParaRPr lang="en-US" sz="1100">
              <a:latin typeface="Arial"/>
              <a:cs typeface="Arial"/>
            </a:endParaRPr>
          </a:p>
          <a:p>
            <a:pPr lvl="1" indent="-171450">
              <a:buFont typeface="Courier New" panose="020B0604020202020204" pitchFamily="34" charset="0"/>
              <a:buChar char="o"/>
            </a:pPr>
            <a:r>
              <a:rPr lang="en-US" sz="1100">
                <a:latin typeface="Arial"/>
                <a:cs typeface="Arial"/>
              </a:rPr>
              <a:t>The</a:t>
            </a:r>
            <a:r>
              <a:rPr lang="en-US" sz="1100">
                <a:solidFill>
                  <a:srgbClr val="000000"/>
                </a:solidFill>
                <a:latin typeface="Arial"/>
                <a:cs typeface="Arial"/>
              </a:rPr>
              <a:t> UAS detects the </a:t>
            </a:r>
            <a:r>
              <a:rPr lang="en-US" sz="1100" err="1">
                <a:solidFill>
                  <a:srgbClr val="000000"/>
                </a:solidFill>
                <a:latin typeface="Arial"/>
                <a:cs typeface="Arial"/>
              </a:rPr>
              <a:t>ArUco</a:t>
            </a:r>
            <a:r>
              <a:rPr lang="en-US" sz="1100">
                <a:solidFill>
                  <a:srgbClr val="000000"/>
                </a:solidFill>
                <a:latin typeface="Arial"/>
                <a:cs typeface="Arial"/>
              </a:rPr>
              <a:t> marker to within a 30 cm radius of accuracy. The UAS verifies location certainty and position of the </a:t>
            </a:r>
            <a:r>
              <a:rPr lang="en-US" sz="1100" err="1">
                <a:solidFill>
                  <a:srgbClr val="000000"/>
                </a:solidFill>
                <a:latin typeface="Arial"/>
                <a:cs typeface="Arial"/>
              </a:rPr>
              <a:t>ArUco</a:t>
            </a:r>
            <a:r>
              <a:rPr lang="en-US" sz="1100">
                <a:solidFill>
                  <a:srgbClr val="000000"/>
                </a:solidFill>
                <a:latin typeface="Arial"/>
                <a:cs typeface="Arial"/>
              </a:rPr>
              <a:t> Marker via onboard sensors.</a:t>
            </a:r>
            <a:endParaRPr lang="en-US" sz="1100">
              <a:latin typeface="Arial"/>
              <a:cs typeface="Arial"/>
            </a:endParaRPr>
          </a:p>
          <a:p>
            <a:r>
              <a:rPr lang="en-US" sz="1100" b="1">
                <a:latin typeface="Arial"/>
                <a:cs typeface="Arial"/>
              </a:rPr>
              <a:t>6. Marker Coordinate Relay</a:t>
            </a:r>
            <a:endParaRPr lang="en-US" sz="1100">
              <a:latin typeface="Arial"/>
              <a:cs typeface="Arial"/>
            </a:endParaRPr>
          </a:p>
          <a:p>
            <a:pPr lvl="1" indent="-171450">
              <a:buFont typeface="Courier New" panose="020B0604020202020204" pitchFamily="34" charset="0"/>
              <a:buChar char="o"/>
            </a:pPr>
            <a:r>
              <a:rPr lang="en-US" sz="1100">
                <a:latin typeface="Arial"/>
                <a:cs typeface="Arial"/>
              </a:rPr>
              <a:t>The</a:t>
            </a:r>
            <a:r>
              <a:rPr lang="en-US" sz="1100">
                <a:solidFill>
                  <a:srgbClr val="000000"/>
                </a:solidFill>
                <a:latin typeface="Arial"/>
                <a:cs typeface="Arial"/>
              </a:rPr>
              <a:t> UAS transmits the target state and associated uncertainty, expressed in the shared frame, to the rover. UAS confirms coordinate transfer with Rover</a:t>
            </a:r>
            <a:endParaRPr lang="en-US" sz="1100">
              <a:latin typeface="Arial"/>
              <a:cs typeface="Arial"/>
            </a:endParaRPr>
          </a:p>
          <a:p>
            <a:r>
              <a:rPr lang="en-US" sz="1100" b="1">
                <a:latin typeface="Arial"/>
                <a:cs typeface="Arial"/>
              </a:rPr>
              <a:t>7. UAS Return Landing, and Disarm</a:t>
            </a:r>
            <a:endParaRPr lang="en-US" sz="1100">
              <a:latin typeface="Arial"/>
              <a:cs typeface="Arial"/>
            </a:endParaRPr>
          </a:p>
          <a:p>
            <a:pPr lvl="1" indent="-171450">
              <a:buFont typeface="Courier New" panose="020B0604020202020204" pitchFamily="34" charset="0"/>
              <a:buChar char="o"/>
            </a:pPr>
            <a:r>
              <a:rPr lang="en-US" sz="1100">
                <a:latin typeface="Arial"/>
                <a:cs typeface="Arial"/>
              </a:rPr>
              <a:t>The</a:t>
            </a:r>
            <a:r>
              <a:rPr lang="en-US" sz="1100">
                <a:solidFill>
                  <a:srgbClr val="000000"/>
                </a:solidFill>
                <a:latin typeface="Arial"/>
                <a:cs typeface="Arial"/>
              </a:rPr>
              <a:t> UAS returns to Point A, lands, and disarms.</a:t>
            </a:r>
            <a:endParaRPr lang="en-US" sz="1100">
              <a:latin typeface="Arial"/>
              <a:cs typeface="Arial"/>
            </a:endParaRPr>
          </a:p>
        </p:txBody>
      </p:sp>
      <p:sp>
        <p:nvSpPr>
          <p:cNvPr id="10" name="Oval 9">
            <a:extLst>
              <a:ext uri="{FF2B5EF4-FFF2-40B4-BE49-F238E27FC236}">
                <a16:creationId xmlns:a16="http://schemas.microsoft.com/office/drawing/2014/main" id="{269CC8B9-6EFA-4635-8F0C-3E009238E932}"/>
              </a:ext>
            </a:extLst>
          </p:cNvPr>
          <p:cNvSpPr/>
          <p:nvPr/>
        </p:nvSpPr>
        <p:spPr>
          <a:xfrm>
            <a:off x="5308185" y="1753197"/>
            <a:ext cx="6133482" cy="1390607"/>
          </a:xfrm>
          <a:prstGeom prst="ellipse">
            <a:avLst/>
          </a:prstGeom>
          <a:solidFill>
            <a:schemeClr val="accent6"/>
          </a:solidFill>
          <a:ln w="126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endParaRPr lang="en-US" sz="1799">
              <a:solidFill>
                <a:srgbClr val="000000"/>
              </a:solidFill>
            </a:endParaRPr>
          </a:p>
        </p:txBody>
      </p:sp>
      <p:pic>
        <p:nvPicPr>
          <p:cNvPr id="6" name="Picture 2" descr="Pine Tree Silhouette Free SVG File – Simple evergreen tree clipart image -  SVG Heart">
            <a:extLst>
              <a:ext uri="{FF2B5EF4-FFF2-40B4-BE49-F238E27FC236}">
                <a16:creationId xmlns:a16="http://schemas.microsoft.com/office/drawing/2014/main" id="{FDFDAFE7-FD75-BE6C-C6FE-0A428917D0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5880" y="684367"/>
            <a:ext cx="1168157" cy="121919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Pine Tree Silhouette Free SVG File – Simple evergreen tree clipart image -  SVG Heart">
            <a:extLst>
              <a:ext uri="{FF2B5EF4-FFF2-40B4-BE49-F238E27FC236}">
                <a16:creationId xmlns:a16="http://schemas.microsoft.com/office/drawing/2014/main" id="{24878C06-B76F-59A0-036A-6086549456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9694" y="684669"/>
            <a:ext cx="1168157" cy="121919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Pine Tree Silhouette Free SVG File – Simple evergreen tree clipart image -  SVG Heart">
            <a:extLst>
              <a:ext uri="{FF2B5EF4-FFF2-40B4-BE49-F238E27FC236}">
                <a16:creationId xmlns:a16="http://schemas.microsoft.com/office/drawing/2014/main" id="{1D7F039F-6F89-3C44-353F-41A0C65CCA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01796" y="684367"/>
            <a:ext cx="1168157" cy="121919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Pine Tree Silhouette Free SVG File – Simple evergreen tree clipart image -  SVG Heart">
            <a:extLst>
              <a:ext uri="{FF2B5EF4-FFF2-40B4-BE49-F238E27FC236}">
                <a16:creationId xmlns:a16="http://schemas.microsoft.com/office/drawing/2014/main" id="{D5F3D42A-3AEF-65A9-5B81-164D345F72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02782" y="783920"/>
            <a:ext cx="1168157" cy="121919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Pine Tree Silhouette Free SVG File – Simple evergreen tree clipart image -  SVG Heart">
            <a:extLst>
              <a:ext uri="{FF2B5EF4-FFF2-40B4-BE49-F238E27FC236}">
                <a16:creationId xmlns:a16="http://schemas.microsoft.com/office/drawing/2014/main" id="{95DFD213-620A-BF63-911B-B389E2A26D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91100" y="869064"/>
            <a:ext cx="1168157" cy="1219192"/>
          </a:xfrm>
          <a:prstGeom prst="rect">
            <a:avLst/>
          </a:prstGeom>
          <a:noFill/>
          <a:extLst>
            <a:ext uri="{909E8E84-426E-40DD-AFC4-6F175D3DCCD1}">
              <a14:hiddenFill xmlns:a14="http://schemas.microsoft.com/office/drawing/2010/main">
                <a:solidFill>
                  <a:srgbClr val="FFFFFF"/>
                </a:solidFill>
              </a14:hiddenFill>
            </a:ext>
          </a:extLst>
        </p:spPr>
      </p:pic>
      <p:sp>
        <p:nvSpPr>
          <p:cNvPr id="18" name="Cube 17">
            <a:extLst>
              <a:ext uri="{FF2B5EF4-FFF2-40B4-BE49-F238E27FC236}">
                <a16:creationId xmlns:a16="http://schemas.microsoft.com/office/drawing/2014/main" id="{338FB895-7C7B-B419-FADE-0CABF39343FC}"/>
              </a:ext>
            </a:extLst>
          </p:cNvPr>
          <p:cNvSpPr/>
          <p:nvPr/>
        </p:nvSpPr>
        <p:spPr>
          <a:xfrm>
            <a:off x="4338282" y="5401303"/>
            <a:ext cx="2147909" cy="448326"/>
          </a:xfrm>
          <a:prstGeom prst="cube">
            <a:avLst>
              <a:gd name="adj" fmla="val 7922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9"/>
          </a:p>
        </p:txBody>
      </p:sp>
      <p:grpSp>
        <p:nvGrpSpPr>
          <p:cNvPr id="17" name="Group 16">
            <a:extLst>
              <a:ext uri="{FF2B5EF4-FFF2-40B4-BE49-F238E27FC236}">
                <a16:creationId xmlns:a16="http://schemas.microsoft.com/office/drawing/2014/main" id="{9D61119E-F0CB-D16F-0B87-40EEF998A9CB}"/>
              </a:ext>
            </a:extLst>
          </p:cNvPr>
          <p:cNvGrpSpPr/>
          <p:nvPr/>
        </p:nvGrpSpPr>
        <p:grpSpPr>
          <a:xfrm>
            <a:off x="5099561" y="5124375"/>
            <a:ext cx="545664" cy="613916"/>
            <a:chOff x="5096711" y="3277699"/>
            <a:chExt cx="621281" cy="521523"/>
          </a:xfrm>
        </p:grpSpPr>
        <p:sp>
          <p:nvSpPr>
            <p:cNvPr id="16" name="Hexagon 15">
              <a:extLst>
                <a:ext uri="{FF2B5EF4-FFF2-40B4-BE49-F238E27FC236}">
                  <a16:creationId xmlns:a16="http://schemas.microsoft.com/office/drawing/2014/main" id="{E8CDE5FB-0A9D-BF73-2927-4B2ABF5A5765}"/>
                </a:ext>
              </a:extLst>
            </p:cNvPr>
            <p:cNvSpPr/>
            <p:nvPr/>
          </p:nvSpPr>
          <p:spPr>
            <a:xfrm>
              <a:off x="5096711" y="3348035"/>
              <a:ext cx="621281" cy="380854"/>
            </a:xfrm>
            <a:prstGeom prst="hexagon">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9"/>
            </a:p>
          </p:txBody>
        </p:sp>
        <p:pic>
          <p:nvPicPr>
            <p:cNvPr id="15" name="Picture 14" descr="DJI Mavic 3 Pro drone technical specification datasheet">
              <a:extLst>
                <a:ext uri="{FF2B5EF4-FFF2-40B4-BE49-F238E27FC236}">
                  <a16:creationId xmlns:a16="http://schemas.microsoft.com/office/drawing/2014/main" id="{3BBAE2FB-E946-A794-993F-39AE84EBBAF6}"/>
                </a:ext>
              </a:extLst>
            </p:cNvPr>
            <p:cNvPicPr>
              <a:picLocks noChangeAspect="1"/>
            </p:cNvPicPr>
            <p:nvPr/>
          </p:nvPicPr>
          <p:blipFill>
            <a:blip r:embed="rId4"/>
            <a:stretch>
              <a:fillRect/>
            </a:stretch>
          </p:blipFill>
          <p:spPr>
            <a:xfrm>
              <a:off x="5146589" y="3277699"/>
              <a:ext cx="521523" cy="521523"/>
            </a:xfrm>
            <a:prstGeom prst="rect">
              <a:avLst/>
            </a:prstGeom>
          </p:spPr>
        </p:pic>
      </p:grpSp>
      <p:sp>
        <p:nvSpPr>
          <p:cNvPr id="19" name="TextBox 18">
            <a:extLst>
              <a:ext uri="{FF2B5EF4-FFF2-40B4-BE49-F238E27FC236}">
                <a16:creationId xmlns:a16="http://schemas.microsoft.com/office/drawing/2014/main" id="{D839AEBD-EE78-F79C-CE33-7FA227406B0B}"/>
              </a:ext>
            </a:extLst>
          </p:cNvPr>
          <p:cNvSpPr txBox="1"/>
          <p:nvPr/>
        </p:nvSpPr>
        <p:spPr>
          <a:xfrm>
            <a:off x="4714085" y="5849630"/>
            <a:ext cx="1194311" cy="276927"/>
          </a:xfrm>
          <a:prstGeom prst="rect">
            <a:avLst/>
          </a:prstGeom>
          <a:noFill/>
        </p:spPr>
        <p:txBody>
          <a:bodyPr wrap="square" rtlCol="0">
            <a:spAutoFit/>
          </a:bodyPr>
          <a:lstStyle/>
          <a:p>
            <a:r>
              <a:rPr lang="en-US" sz="1200"/>
              <a:t>Starting Point A</a:t>
            </a:r>
          </a:p>
        </p:txBody>
      </p:sp>
      <p:sp>
        <p:nvSpPr>
          <p:cNvPr id="27" name="TextBox 26">
            <a:extLst>
              <a:ext uri="{FF2B5EF4-FFF2-40B4-BE49-F238E27FC236}">
                <a16:creationId xmlns:a16="http://schemas.microsoft.com/office/drawing/2014/main" id="{E771DA85-8131-158C-4F47-C9F7A043A658}"/>
              </a:ext>
            </a:extLst>
          </p:cNvPr>
          <p:cNvSpPr txBox="1"/>
          <p:nvPr/>
        </p:nvSpPr>
        <p:spPr>
          <a:xfrm>
            <a:off x="7779150" y="2876541"/>
            <a:ext cx="1191555" cy="276927"/>
          </a:xfrm>
          <a:prstGeom prst="rect">
            <a:avLst/>
          </a:prstGeom>
          <a:noFill/>
        </p:spPr>
        <p:txBody>
          <a:bodyPr wrap="square" rtlCol="0">
            <a:spAutoFit/>
          </a:bodyPr>
          <a:lstStyle/>
          <a:p>
            <a:r>
              <a:rPr lang="en-US" sz="1200"/>
              <a:t>Area of Interest</a:t>
            </a:r>
          </a:p>
        </p:txBody>
      </p:sp>
      <p:pic>
        <p:nvPicPr>
          <p:cNvPr id="29" name="Picture 2" descr="Pine Tree Silhouette Free SVG File – Simple evergreen tree clipart image -  SVG Heart">
            <a:extLst>
              <a:ext uri="{FF2B5EF4-FFF2-40B4-BE49-F238E27FC236}">
                <a16:creationId xmlns:a16="http://schemas.microsoft.com/office/drawing/2014/main" id="{8D9EB672-C033-470D-F42E-5122C3AD81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8096" y="732820"/>
            <a:ext cx="1168157" cy="1219192"/>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Pine Tree Silhouette Free SVG File – Simple evergreen tree clipart image -  SVG Heart">
            <a:extLst>
              <a:ext uri="{FF2B5EF4-FFF2-40B4-BE49-F238E27FC236}">
                <a16:creationId xmlns:a16="http://schemas.microsoft.com/office/drawing/2014/main" id="{EA80F9F4-DD33-C41F-2F82-54EA62B92C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3565" y="805362"/>
            <a:ext cx="1168157" cy="1219192"/>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Pine Tree Silhouette Free SVG File – Simple evergreen tree clipart image -  SVG Heart">
            <a:extLst>
              <a:ext uri="{FF2B5EF4-FFF2-40B4-BE49-F238E27FC236}">
                <a16:creationId xmlns:a16="http://schemas.microsoft.com/office/drawing/2014/main" id="{9F4520F2-D0B1-AEE4-DD8D-FA208BABCC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7413" y="902267"/>
            <a:ext cx="1168157" cy="1219192"/>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Pine Tree Silhouette Free SVG File – Simple evergreen tree clipart image -  SVG Heart">
            <a:extLst>
              <a:ext uri="{FF2B5EF4-FFF2-40B4-BE49-F238E27FC236}">
                <a16:creationId xmlns:a16="http://schemas.microsoft.com/office/drawing/2014/main" id="{BF60333D-BA7B-E26B-ED11-36CF362166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95801" y="1075297"/>
            <a:ext cx="1168157" cy="1219192"/>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Pine Tree Silhouette Free SVG File – Simple evergreen tree clipart image -  SVG Heart">
            <a:extLst>
              <a:ext uri="{FF2B5EF4-FFF2-40B4-BE49-F238E27FC236}">
                <a16:creationId xmlns:a16="http://schemas.microsoft.com/office/drawing/2014/main" id="{1A915E39-DE6F-3786-CC55-EDD5F35AD8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7333" y="1310904"/>
            <a:ext cx="1168157" cy="1219192"/>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Pine Tree Silhouette Free SVG File – Simple evergreen tree clipart image -  SVG Heart">
            <a:extLst>
              <a:ext uri="{FF2B5EF4-FFF2-40B4-BE49-F238E27FC236}">
                <a16:creationId xmlns:a16="http://schemas.microsoft.com/office/drawing/2014/main" id="{380CD4AD-535A-D7C4-2D1F-2AB29C33F5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4384" y="1648532"/>
            <a:ext cx="1168157" cy="1219192"/>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 descr="Pine Tree Silhouette Free SVG File – Simple evergreen tree clipart image -  SVG Heart">
            <a:extLst>
              <a:ext uri="{FF2B5EF4-FFF2-40B4-BE49-F238E27FC236}">
                <a16:creationId xmlns:a16="http://schemas.microsoft.com/office/drawing/2014/main" id="{C56374AA-9644-6164-7E44-BC02F8299C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91648" y="1192387"/>
            <a:ext cx="1168157" cy="1219192"/>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Pine Tree Silhouette Free SVG File – Simple evergreen tree clipart image -  SVG Heart">
            <a:extLst>
              <a:ext uri="{FF2B5EF4-FFF2-40B4-BE49-F238E27FC236}">
                <a16:creationId xmlns:a16="http://schemas.microsoft.com/office/drawing/2014/main" id="{58D3BB1D-4560-E9FF-EA88-BE01AF3DB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80342" y="1630343"/>
            <a:ext cx="1168157" cy="1219192"/>
          </a:xfrm>
          <a:prstGeom prst="rect">
            <a:avLst/>
          </a:prstGeom>
          <a:noFill/>
          <a:extLst>
            <a:ext uri="{909E8E84-426E-40DD-AFC4-6F175D3DCCD1}">
              <a14:hiddenFill xmlns:a14="http://schemas.microsoft.com/office/drawing/2010/main">
                <a:solidFill>
                  <a:srgbClr val="FFFFFF"/>
                </a:solidFill>
              </a14:hiddenFill>
            </a:ext>
          </a:extLst>
        </p:spPr>
      </p:pic>
      <p:grpSp>
        <p:nvGrpSpPr>
          <p:cNvPr id="40" name="Group 39">
            <a:extLst>
              <a:ext uri="{FF2B5EF4-FFF2-40B4-BE49-F238E27FC236}">
                <a16:creationId xmlns:a16="http://schemas.microsoft.com/office/drawing/2014/main" id="{DCA069ED-30D5-4A56-86A0-7693CDFDE43B}"/>
              </a:ext>
            </a:extLst>
          </p:cNvPr>
          <p:cNvGrpSpPr/>
          <p:nvPr/>
        </p:nvGrpSpPr>
        <p:grpSpPr>
          <a:xfrm>
            <a:off x="4613503" y="3912400"/>
            <a:ext cx="545664" cy="613916"/>
            <a:chOff x="5096711" y="3277699"/>
            <a:chExt cx="621281" cy="521523"/>
          </a:xfrm>
        </p:grpSpPr>
        <p:sp>
          <p:nvSpPr>
            <p:cNvPr id="41" name="Hexagon 40">
              <a:extLst>
                <a:ext uri="{FF2B5EF4-FFF2-40B4-BE49-F238E27FC236}">
                  <a16:creationId xmlns:a16="http://schemas.microsoft.com/office/drawing/2014/main" id="{A5B1B4E8-480B-BF92-491B-0E18F00CAD29}"/>
                </a:ext>
              </a:extLst>
            </p:cNvPr>
            <p:cNvSpPr/>
            <p:nvPr/>
          </p:nvSpPr>
          <p:spPr>
            <a:xfrm>
              <a:off x="5096711" y="3348035"/>
              <a:ext cx="621281" cy="380854"/>
            </a:xfrm>
            <a:prstGeom prst="hexagon">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9"/>
            </a:p>
          </p:txBody>
        </p:sp>
        <p:pic>
          <p:nvPicPr>
            <p:cNvPr id="42" name="Picture 41" descr="DJI Mavic 3 Pro drone technical specification datasheet">
              <a:extLst>
                <a:ext uri="{FF2B5EF4-FFF2-40B4-BE49-F238E27FC236}">
                  <a16:creationId xmlns:a16="http://schemas.microsoft.com/office/drawing/2014/main" id="{AB3DB3C6-5D77-FD9A-8E39-D72178B95C4A}"/>
                </a:ext>
              </a:extLst>
            </p:cNvPr>
            <p:cNvPicPr>
              <a:picLocks noChangeAspect="1"/>
            </p:cNvPicPr>
            <p:nvPr/>
          </p:nvPicPr>
          <p:blipFill>
            <a:blip r:embed="rId4"/>
            <a:stretch>
              <a:fillRect/>
            </a:stretch>
          </p:blipFill>
          <p:spPr>
            <a:xfrm>
              <a:off x="5146589" y="3277699"/>
              <a:ext cx="521523" cy="521523"/>
            </a:xfrm>
            <a:prstGeom prst="rect">
              <a:avLst/>
            </a:prstGeom>
          </p:spPr>
        </p:pic>
      </p:grpSp>
      <p:grpSp>
        <p:nvGrpSpPr>
          <p:cNvPr id="43" name="Group 42">
            <a:extLst>
              <a:ext uri="{FF2B5EF4-FFF2-40B4-BE49-F238E27FC236}">
                <a16:creationId xmlns:a16="http://schemas.microsoft.com/office/drawing/2014/main" id="{888888EB-20B2-26D9-F188-0D28DA9BF409}"/>
              </a:ext>
            </a:extLst>
          </p:cNvPr>
          <p:cNvGrpSpPr/>
          <p:nvPr/>
        </p:nvGrpSpPr>
        <p:grpSpPr>
          <a:xfrm>
            <a:off x="6792111" y="1016426"/>
            <a:ext cx="545664" cy="613916"/>
            <a:chOff x="5096711" y="3277699"/>
            <a:chExt cx="621281" cy="521523"/>
          </a:xfrm>
        </p:grpSpPr>
        <p:sp>
          <p:nvSpPr>
            <p:cNvPr id="44" name="Hexagon 43">
              <a:extLst>
                <a:ext uri="{FF2B5EF4-FFF2-40B4-BE49-F238E27FC236}">
                  <a16:creationId xmlns:a16="http://schemas.microsoft.com/office/drawing/2014/main" id="{E143015D-48CD-B12B-361A-93D3AE2765C9}"/>
                </a:ext>
              </a:extLst>
            </p:cNvPr>
            <p:cNvSpPr/>
            <p:nvPr/>
          </p:nvSpPr>
          <p:spPr>
            <a:xfrm>
              <a:off x="5096711" y="3348035"/>
              <a:ext cx="621281" cy="380854"/>
            </a:xfrm>
            <a:prstGeom prst="hexagon">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9"/>
            </a:p>
          </p:txBody>
        </p:sp>
        <p:pic>
          <p:nvPicPr>
            <p:cNvPr id="45" name="Picture 44" descr="DJI Mavic 3 Pro drone technical specification datasheet">
              <a:extLst>
                <a:ext uri="{FF2B5EF4-FFF2-40B4-BE49-F238E27FC236}">
                  <a16:creationId xmlns:a16="http://schemas.microsoft.com/office/drawing/2014/main" id="{B3DDA0E6-3746-D1DB-48C0-72E12041E6C5}"/>
                </a:ext>
              </a:extLst>
            </p:cNvPr>
            <p:cNvPicPr>
              <a:picLocks noChangeAspect="1"/>
            </p:cNvPicPr>
            <p:nvPr/>
          </p:nvPicPr>
          <p:blipFill>
            <a:blip r:embed="rId4"/>
            <a:stretch>
              <a:fillRect/>
            </a:stretch>
          </p:blipFill>
          <p:spPr>
            <a:xfrm>
              <a:off x="5146589" y="3277699"/>
              <a:ext cx="521523" cy="521523"/>
            </a:xfrm>
            <a:prstGeom prst="rect">
              <a:avLst/>
            </a:prstGeom>
          </p:spPr>
        </p:pic>
      </p:grpSp>
      <p:sp>
        <p:nvSpPr>
          <p:cNvPr id="47" name="Oval 46">
            <a:extLst>
              <a:ext uri="{FF2B5EF4-FFF2-40B4-BE49-F238E27FC236}">
                <a16:creationId xmlns:a16="http://schemas.microsoft.com/office/drawing/2014/main" id="{45CB02F4-1B8E-276B-C7F8-0079353947DA}"/>
              </a:ext>
            </a:extLst>
          </p:cNvPr>
          <p:cNvSpPr/>
          <p:nvPr/>
        </p:nvSpPr>
        <p:spPr>
          <a:xfrm>
            <a:off x="4557809" y="4604564"/>
            <a:ext cx="280096" cy="264551"/>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99"/>
              <a:t>2</a:t>
            </a:r>
          </a:p>
        </p:txBody>
      </p:sp>
      <p:cxnSp>
        <p:nvCxnSpPr>
          <p:cNvPr id="51" name="Curved Connector 50">
            <a:extLst>
              <a:ext uri="{FF2B5EF4-FFF2-40B4-BE49-F238E27FC236}">
                <a16:creationId xmlns:a16="http://schemas.microsoft.com/office/drawing/2014/main" id="{EC0B2B57-6648-E0B9-590D-53684ABC2744}"/>
              </a:ext>
            </a:extLst>
          </p:cNvPr>
          <p:cNvCxnSpPr>
            <a:cxnSpLocks/>
          </p:cNvCxnSpPr>
          <p:nvPr/>
        </p:nvCxnSpPr>
        <p:spPr>
          <a:xfrm rot="16200000" flipV="1">
            <a:off x="4790117" y="4622539"/>
            <a:ext cx="598059" cy="405617"/>
          </a:xfrm>
          <a:prstGeom prst="curvedConnector3">
            <a:avLst/>
          </a:prstGeom>
          <a:ln w="317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3" name="Oval 52">
            <a:extLst>
              <a:ext uri="{FF2B5EF4-FFF2-40B4-BE49-F238E27FC236}">
                <a16:creationId xmlns:a16="http://schemas.microsoft.com/office/drawing/2014/main" id="{537DBE04-643A-F511-97C3-67030172BFA8}"/>
              </a:ext>
            </a:extLst>
          </p:cNvPr>
          <p:cNvSpPr/>
          <p:nvPr/>
        </p:nvSpPr>
        <p:spPr>
          <a:xfrm>
            <a:off x="4809791" y="5306608"/>
            <a:ext cx="280096" cy="264551"/>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99"/>
              <a:t>1</a:t>
            </a:r>
          </a:p>
        </p:txBody>
      </p:sp>
      <p:cxnSp>
        <p:nvCxnSpPr>
          <p:cNvPr id="55" name="Curved Connector 54">
            <a:extLst>
              <a:ext uri="{FF2B5EF4-FFF2-40B4-BE49-F238E27FC236}">
                <a16:creationId xmlns:a16="http://schemas.microsoft.com/office/drawing/2014/main" id="{F47460F3-8943-A5BA-D83D-832EDBB9F0A8}"/>
              </a:ext>
            </a:extLst>
          </p:cNvPr>
          <p:cNvCxnSpPr>
            <a:cxnSpLocks/>
          </p:cNvCxnSpPr>
          <p:nvPr/>
        </p:nvCxnSpPr>
        <p:spPr>
          <a:xfrm rot="5400000" flipH="1" flipV="1">
            <a:off x="4542305" y="1662594"/>
            <a:ext cx="2589014" cy="1910598"/>
          </a:xfrm>
          <a:prstGeom prst="curvedConnector2">
            <a:avLst/>
          </a:prstGeom>
          <a:ln w="317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7" name="Oval 56">
            <a:extLst>
              <a:ext uri="{FF2B5EF4-FFF2-40B4-BE49-F238E27FC236}">
                <a16:creationId xmlns:a16="http://schemas.microsoft.com/office/drawing/2014/main" id="{847A0BDB-494A-2628-6099-D69E6E266842}"/>
              </a:ext>
            </a:extLst>
          </p:cNvPr>
          <p:cNvSpPr/>
          <p:nvPr/>
        </p:nvSpPr>
        <p:spPr>
          <a:xfrm>
            <a:off x="5072655" y="2043348"/>
            <a:ext cx="280096" cy="264551"/>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99"/>
              <a:t>3</a:t>
            </a:r>
          </a:p>
        </p:txBody>
      </p:sp>
      <p:sp>
        <p:nvSpPr>
          <p:cNvPr id="63" name="Oval 62">
            <a:extLst>
              <a:ext uri="{FF2B5EF4-FFF2-40B4-BE49-F238E27FC236}">
                <a16:creationId xmlns:a16="http://schemas.microsoft.com/office/drawing/2014/main" id="{5E52D794-C6BE-42D5-1BF3-522B8C2E932C}"/>
              </a:ext>
            </a:extLst>
          </p:cNvPr>
          <p:cNvSpPr/>
          <p:nvPr/>
        </p:nvSpPr>
        <p:spPr>
          <a:xfrm>
            <a:off x="9332729" y="2293903"/>
            <a:ext cx="548371" cy="448406"/>
          </a:xfrm>
          <a:prstGeom prst="ellipse">
            <a:avLst/>
          </a:prstGeom>
          <a:solidFill>
            <a:srgbClr val="FFFF00"/>
          </a:solidFill>
          <a:ln w="126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endParaRPr lang="en-US" sz="1799">
              <a:solidFill>
                <a:srgbClr val="000000"/>
              </a:solidFill>
            </a:endParaRPr>
          </a:p>
        </p:txBody>
      </p:sp>
      <p:pic>
        <p:nvPicPr>
          <p:cNvPr id="1028" name="Picture 4" descr="ArUco-Gen">
            <a:extLst>
              <a:ext uri="{FF2B5EF4-FFF2-40B4-BE49-F238E27FC236}">
                <a16:creationId xmlns:a16="http://schemas.microsoft.com/office/drawing/2014/main" id="{7C421973-BE11-7F22-BB9A-C62DFECBA28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77147" y="2394036"/>
            <a:ext cx="276927" cy="276927"/>
          </a:xfrm>
          <a:prstGeom prst="rect">
            <a:avLst/>
          </a:prstGeom>
          <a:noFill/>
          <a:extLst>
            <a:ext uri="{909E8E84-426E-40DD-AFC4-6F175D3DCCD1}">
              <a14:hiddenFill xmlns:a14="http://schemas.microsoft.com/office/drawing/2010/main">
                <a:solidFill>
                  <a:srgbClr val="FFFFFF"/>
                </a:solidFill>
              </a14:hiddenFill>
            </a:ext>
          </a:extLst>
        </p:spPr>
      </p:pic>
      <p:grpSp>
        <p:nvGrpSpPr>
          <p:cNvPr id="1024" name="Group 1023">
            <a:extLst>
              <a:ext uri="{FF2B5EF4-FFF2-40B4-BE49-F238E27FC236}">
                <a16:creationId xmlns:a16="http://schemas.microsoft.com/office/drawing/2014/main" id="{3933DF60-92F0-F735-B618-90BECA123C66}"/>
              </a:ext>
            </a:extLst>
          </p:cNvPr>
          <p:cNvGrpSpPr/>
          <p:nvPr/>
        </p:nvGrpSpPr>
        <p:grpSpPr>
          <a:xfrm>
            <a:off x="9240321" y="811937"/>
            <a:ext cx="545664" cy="613916"/>
            <a:chOff x="5096711" y="3277699"/>
            <a:chExt cx="621281" cy="521523"/>
          </a:xfrm>
        </p:grpSpPr>
        <p:sp>
          <p:nvSpPr>
            <p:cNvPr id="1025" name="Hexagon 1024">
              <a:extLst>
                <a:ext uri="{FF2B5EF4-FFF2-40B4-BE49-F238E27FC236}">
                  <a16:creationId xmlns:a16="http://schemas.microsoft.com/office/drawing/2014/main" id="{D3860DDF-F43B-9911-34F7-A404564F53E9}"/>
                </a:ext>
              </a:extLst>
            </p:cNvPr>
            <p:cNvSpPr/>
            <p:nvPr/>
          </p:nvSpPr>
          <p:spPr>
            <a:xfrm>
              <a:off x="5096711" y="3348035"/>
              <a:ext cx="621281" cy="380854"/>
            </a:xfrm>
            <a:prstGeom prst="hexagon">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9"/>
            </a:p>
          </p:txBody>
        </p:sp>
        <p:pic>
          <p:nvPicPr>
            <p:cNvPr id="1027" name="Picture 1026" descr="DJI Mavic 3 Pro drone technical specification datasheet">
              <a:extLst>
                <a:ext uri="{FF2B5EF4-FFF2-40B4-BE49-F238E27FC236}">
                  <a16:creationId xmlns:a16="http://schemas.microsoft.com/office/drawing/2014/main" id="{91703835-4170-EE50-8275-3D381E47C74B}"/>
                </a:ext>
              </a:extLst>
            </p:cNvPr>
            <p:cNvPicPr>
              <a:picLocks noChangeAspect="1"/>
            </p:cNvPicPr>
            <p:nvPr/>
          </p:nvPicPr>
          <p:blipFill>
            <a:blip r:embed="rId4"/>
            <a:stretch>
              <a:fillRect/>
            </a:stretch>
          </p:blipFill>
          <p:spPr>
            <a:xfrm>
              <a:off x="5146589" y="3277699"/>
              <a:ext cx="521523" cy="521523"/>
            </a:xfrm>
            <a:prstGeom prst="rect">
              <a:avLst/>
            </a:prstGeom>
          </p:spPr>
        </p:pic>
      </p:grpSp>
      <p:cxnSp>
        <p:nvCxnSpPr>
          <p:cNvPr id="1051" name="Curved Connector 1050">
            <a:extLst>
              <a:ext uri="{FF2B5EF4-FFF2-40B4-BE49-F238E27FC236}">
                <a16:creationId xmlns:a16="http://schemas.microsoft.com/office/drawing/2014/main" id="{4CDF767B-CC7B-4C99-971B-2E60E1A5E671}"/>
              </a:ext>
            </a:extLst>
          </p:cNvPr>
          <p:cNvCxnSpPr>
            <a:cxnSpLocks/>
          </p:cNvCxnSpPr>
          <p:nvPr/>
        </p:nvCxnSpPr>
        <p:spPr>
          <a:xfrm flipV="1">
            <a:off x="7337775" y="1118895"/>
            <a:ext cx="1946354" cy="204492"/>
          </a:xfrm>
          <a:prstGeom prst="curvedConnector3">
            <a:avLst>
              <a:gd name="adj1" fmla="val 52349"/>
            </a:avLst>
          </a:prstGeom>
          <a:ln w="317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055" name="Oval 1054">
            <a:extLst>
              <a:ext uri="{FF2B5EF4-FFF2-40B4-BE49-F238E27FC236}">
                <a16:creationId xmlns:a16="http://schemas.microsoft.com/office/drawing/2014/main" id="{DBAC2EB8-F025-21E8-1F42-2C4B9C82FE8B}"/>
              </a:ext>
            </a:extLst>
          </p:cNvPr>
          <p:cNvSpPr/>
          <p:nvPr/>
        </p:nvSpPr>
        <p:spPr>
          <a:xfrm>
            <a:off x="8321951" y="1247313"/>
            <a:ext cx="280096" cy="264551"/>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99"/>
              <a:t>4</a:t>
            </a:r>
          </a:p>
        </p:txBody>
      </p:sp>
      <p:sp>
        <p:nvSpPr>
          <p:cNvPr id="1062" name="Oval 1061">
            <a:extLst>
              <a:ext uri="{FF2B5EF4-FFF2-40B4-BE49-F238E27FC236}">
                <a16:creationId xmlns:a16="http://schemas.microsoft.com/office/drawing/2014/main" id="{42FA108D-6A47-FD75-223E-5BF291CA0934}"/>
              </a:ext>
            </a:extLst>
          </p:cNvPr>
          <p:cNvSpPr/>
          <p:nvPr/>
        </p:nvSpPr>
        <p:spPr>
          <a:xfrm>
            <a:off x="9773009" y="795181"/>
            <a:ext cx="280096" cy="264551"/>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99"/>
              <a:t>5</a:t>
            </a:r>
          </a:p>
        </p:txBody>
      </p:sp>
      <p:cxnSp>
        <p:nvCxnSpPr>
          <p:cNvPr id="1064" name="Curved Connector 1063">
            <a:extLst>
              <a:ext uri="{FF2B5EF4-FFF2-40B4-BE49-F238E27FC236}">
                <a16:creationId xmlns:a16="http://schemas.microsoft.com/office/drawing/2014/main" id="{4E2098F5-50CE-42D7-AA6B-E445400BB2E5}"/>
              </a:ext>
            </a:extLst>
          </p:cNvPr>
          <p:cNvCxnSpPr>
            <a:cxnSpLocks/>
          </p:cNvCxnSpPr>
          <p:nvPr/>
        </p:nvCxnSpPr>
        <p:spPr>
          <a:xfrm rot="5400000">
            <a:off x="5593513" y="1204735"/>
            <a:ext cx="3698523" cy="4140759"/>
          </a:xfrm>
          <a:prstGeom prst="curvedConnector3">
            <a:avLst>
              <a:gd name="adj1" fmla="val 25592"/>
            </a:avLst>
          </a:prstGeom>
          <a:ln w="317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071" name="Oval 1070">
            <a:extLst>
              <a:ext uri="{FF2B5EF4-FFF2-40B4-BE49-F238E27FC236}">
                <a16:creationId xmlns:a16="http://schemas.microsoft.com/office/drawing/2014/main" id="{B0C1A7D9-C035-CB6C-DF5B-921366FC2559}"/>
              </a:ext>
            </a:extLst>
          </p:cNvPr>
          <p:cNvSpPr/>
          <p:nvPr/>
        </p:nvSpPr>
        <p:spPr>
          <a:xfrm>
            <a:off x="6083861" y="3135362"/>
            <a:ext cx="280096" cy="264551"/>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99"/>
              <a:t>6</a:t>
            </a:r>
          </a:p>
        </p:txBody>
      </p:sp>
      <p:sp>
        <p:nvSpPr>
          <p:cNvPr id="1096" name="TextBox 1095">
            <a:extLst>
              <a:ext uri="{FF2B5EF4-FFF2-40B4-BE49-F238E27FC236}">
                <a16:creationId xmlns:a16="http://schemas.microsoft.com/office/drawing/2014/main" id="{409CF1E4-391A-F8CF-DD69-DE56494C7C9B}"/>
              </a:ext>
            </a:extLst>
          </p:cNvPr>
          <p:cNvSpPr txBox="1"/>
          <p:nvPr/>
        </p:nvSpPr>
        <p:spPr>
          <a:xfrm>
            <a:off x="4212554" y="6053559"/>
            <a:ext cx="3009775" cy="282331"/>
          </a:xfrm>
          <a:prstGeom prst="rect">
            <a:avLst/>
          </a:prstGeom>
          <a:noFill/>
        </p:spPr>
        <p:txBody>
          <a:bodyPr wrap="square" rtlCol="0">
            <a:spAutoFit/>
          </a:bodyPr>
          <a:lstStyle/>
          <a:p>
            <a:r>
              <a:rPr lang="en-US" sz="1200"/>
              <a:t>(Autonomous, Manual Override)</a:t>
            </a:r>
          </a:p>
        </p:txBody>
      </p:sp>
      <p:sp>
        <p:nvSpPr>
          <p:cNvPr id="5" name="Rectangle: Rounded Corners 4">
            <a:extLst>
              <a:ext uri="{FF2B5EF4-FFF2-40B4-BE49-F238E27FC236}">
                <a16:creationId xmlns:a16="http://schemas.microsoft.com/office/drawing/2014/main" id="{19880B50-00CE-4781-4C2D-7151FB1AE69F}"/>
              </a:ext>
            </a:extLst>
          </p:cNvPr>
          <p:cNvSpPr/>
          <p:nvPr/>
        </p:nvSpPr>
        <p:spPr>
          <a:xfrm>
            <a:off x="627048" y="6041710"/>
            <a:ext cx="2675454" cy="25708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UAS Specific</a:t>
            </a:r>
          </a:p>
        </p:txBody>
      </p:sp>
      <p:sp>
        <p:nvSpPr>
          <p:cNvPr id="11" name="Rectangle: Rounded Corners 10">
            <a:extLst>
              <a:ext uri="{FF2B5EF4-FFF2-40B4-BE49-F238E27FC236}">
                <a16:creationId xmlns:a16="http://schemas.microsoft.com/office/drawing/2014/main" id="{FA96CEAF-089E-D814-CCB1-C3DE406CCC9F}"/>
              </a:ext>
            </a:extLst>
          </p:cNvPr>
          <p:cNvSpPr/>
          <p:nvPr/>
        </p:nvSpPr>
        <p:spPr>
          <a:xfrm>
            <a:off x="8046253" y="3483749"/>
            <a:ext cx="3762278" cy="19584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Rover</a:t>
            </a:r>
          </a:p>
        </p:txBody>
      </p:sp>
      <p:sp>
        <p:nvSpPr>
          <p:cNvPr id="13" name="Oval 12">
            <a:extLst>
              <a:ext uri="{FF2B5EF4-FFF2-40B4-BE49-F238E27FC236}">
                <a16:creationId xmlns:a16="http://schemas.microsoft.com/office/drawing/2014/main" id="{3CDA01B8-BD78-7088-56CB-58192505C75F}"/>
              </a:ext>
            </a:extLst>
          </p:cNvPr>
          <p:cNvSpPr/>
          <p:nvPr/>
        </p:nvSpPr>
        <p:spPr>
          <a:xfrm>
            <a:off x="5945315" y="4994180"/>
            <a:ext cx="280096" cy="264551"/>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750"/>
              <a:t>7</a:t>
            </a:r>
          </a:p>
        </p:txBody>
      </p:sp>
      <p:sp>
        <p:nvSpPr>
          <p:cNvPr id="22" name="TextBox 21">
            <a:extLst>
              <a:ext uri="{FF2B5EF4-FFF2-40B4-BE49-F238E27FC236}">
                <a16:creationId xmlns:a16="http://schemas.microsoft.com/office/drawing/2014/main" id="{6B73D5C7-AE36-CEF8-4881-CEFEA4D6CACC}"/>
              </a:ext>
            </a:extLst>
          </p:cNvPr>
          <p:cNvSpPr txBox="1"/>
          <p:nvPr/>
        </p:nvSpPr>
        <p:spPr>
          <a:xfrm>
            <a:off x="8967898" y="2053980"/>
            <a:ext cx="1499112" cy="276999"/>
          </a:xfrm>
          <a:prstGeom prst="rect">
            <a:avLst/>
          </a:prstGeom>
          <a:noFill/>
        </p:spPr>
        <p:txBody>
          <a:bodyPr wrap="square" lIns="91440" tIns="45720" rIns="91440" bIns="45720" rtlCol="0" anchor="t">
            <a:spAutoFit/>
          </a:bodyPr>
          <a:lstStyle/>
          <a:p>
            <a:r>
              <a:rPr lang="en-US" sz="1200"/>
              <a:t>Location of Interest</a:t>
            </a:r>
          </a:p>
        </p:txBody>
      </p:sp>
      <p:grpSp>
        <p:nvGrpSpPr>
          <p:cNvPr id="2" name="Progress Bar - 2 ConOps">
            <a:extLst>
              <a:ext uri="{FF2B5EF4-FFF2-40B4-BE49-F238E27FC236}">
                <a16:creationId xmlns:a16="http://schemas.microsoft.com/office/drawing/2014/main" id="{6CE1904A-1A67-4DBA-84E6-60F4009072F4}"/>
              </a:ext>
            </a:extLst>
          </p:cNvPr>
          <p:cNvGrpSpPr/>
          <p:nvPr/>
        </p:nvGrpSpPr>
        <p:grpSpPr>
          <a:xfrm>
            <a:off x="857037" y="6512757"/>
            <a:ext cx="10563297" cy="276999"/>
            <a:chOff x="790698" y="5902391"/>
            <a:chExt cx="10563297" cy="276999"/>
          </a:xfrm>
        </p:grpSpPr>
        <p:sp>
          <p:nvSpPr>
            <p:cNvPr id="14" name="Section 1 - Background">
              <a:extLst>
                <a:ext uri="{FF2B5EF4-FFF2-40B4-BE49-F238E27FC236}">
                  <a16:creationId xmlns:a16="http://schemas.microsoft.com/office/drawing/2014/main" id="{2FE33D3E-4914-8748-603C-FFC7E3458FCB}"/>
                </a:ext>
              </a:extLst>
            </p:cNvPr>
            <p:cNvSpPr/>
            <p:nvPr/>
          </p:nvSpPr>
          <p:spPr>
            <a:xfrm>
              <a:off x="790698" y="5902391"/>
              <a:ext cx="1374145" cy="276999"/>
            </a:xfrm>
            <a:prstGeom prst="homePlate">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0">
                  <a:solidFill>
                    <a:srgbClr val="FFFFFF"/>
                  </a:solidFill>
                  <a:latin typeface="Calibri"/>
                </a:rPr>
                <a:t>Background</a:t>
              </a:r>
            </a:p>
          </p:txBody>
        </p:sp>
        <p:sp>
          <p:nvSpPr>
            <p:cNvPr id="20" name="Section 2 - ConOps">
              <a:extLst>
                <a:ext uri="{FF2B5EF4-FFF2-40B4-BE49-F238E27FC236}">
                  <a16:creationId xmlns:a16="http://schemas.microsoft.com/office/drawing/2014/main" id="{F6028E89-4C14-B4BF-6542-45FB98FAEC2F}"/>
                </a:ext>
              </a:extLst>
            </p:cNvPr>
            <p:cNvSpPr/>
            <p:nvPr/>
          </p:nvSpPr>
          <p:spPr>
            <a:xfrm>
              <a:off x="2103434" y="5902391"/>
              <a:ext cx="1374145"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ConOps</a:t>
              </a:r>
            </a:p>
          </p:txBody>
        </p:sp>
        <p:sp>
          <p:nvSpPr>
            <p:cNvPr id="21" name="Section 3 - Block Diagrams">
              <a:extLst>
                <a:ext uri="{FF2B5EF4-FFF2-40B4-BE49-F238E27FC236}">
                  <a16:creationId xmlns:a16="http://schemas.microsoft.com/office/drawing/2014/main" id="{46C747D6-1721-3F1A-DCB2-CC36F7103E5E}"/>
                </a:ext>
              </a:extLst>
            </p:cNvPr>
            <p:cNvSpPr/>
            <p:nvPr/>
          </p:nvSpPr>
          <p:spPr>
            <a:xfrm>
              <a:off x="3416170" y="5902391"/>
              <a:ext cx="1374145"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Block Diagrams</a:t>
              </a:r>
            </a:p>
          </p:txBody>
        </p:sp>
        <p:sp>
          <p:nvSpPr>
            <p:cNvPr id="23" name="Section 4 - Key Requirements">
              <a:extLst>
                <a:ext uri="{FF2B5EF4-FFF2-40B4-BE49-F238E27FC236}">
                  <a16:creationId xmlns:a16="http://schemas.microsoft.com/office/drawing/2014/main" id="{AAF256C6-2AE0-1372-EC68-29DABE0ADF3F}"/>
                </a:ext>
              </a:extLst>
            </p:cNvPr>
            <p:cNvSpPr/>
            <p:nvPr/>
          </p:nvSpPr>
          <p:spPr>
            <a:xfrm>
              <a:off x="4728906" y="5902391"/>
              <a:ext cx="1484077"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Key Requirements</a:t>
              </a:r>
            </a:p>
          </p:txBody>
        </p:sp>
        <p:sp>
          <p:nvSpPr>
            <p:cNvPr id="24" name="Section 5 - Trade Studies">
              <a:extLst>
                <a:ext uri="{FF2B5EF4-FFF2-40B4-BE49-F238E27FC236}">
                  <a16:creationId xmlns:a16="http://schemas.microsoft.com/office/drawing/2014/main" id="{58209497-A4FB-D0DA-B446-773B71890EA2}"/>
                </a:ext>
              </a:extLst>
            </p:cNvPr>
            <p:cNvSpPr/>
            <p:nvPr/>
          </p:nvSpPr>
          <p:spPr>
            <a:xfrm>
              <a:off x="6151574" y="5902391"/>
              <a:ext cx="1374145"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Trade Studies</a:t>
              </a:r>
            </a:p>
          </p:txBody>
        </p:sp>
        <p:sp>
          <p:nvSpPr>
            <p:cNvPr id="28" name="Section 6 - Current Design Space">
              <a:extLst>
                <a:ext uri="{FF2B5EF4-FFF2-40B4-BE49-F238E27FC236}">
                  <a16:creationId xmlns:a16="http://schemas.microsoft.com/office/drawing/2014/main" id="{1D165D0F-1D36-1724-FAE4-1375B53FAB07}"/>
                </a:ext>
              </a:extLst>
            </p:cNvPr>
            <p:cNvSpPr/>
            <p:nvPr/>
          </p:nvSpPr>
          <p:spPr>
            <a:xfrm>
              <a:off x="7464310" y="5902391"/>
              <a:ext cx="1594008"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Current Design Space</a:t>
              </a:r>
            </a:p>
          </p:txBody>
        </p:sp>
        <p:sp>
          <p:nvSpPr>
            <p:cNvPr id="37" name="Section 7 - Moving Forward">
              <a:extLst>
                <a:ext uri="{FF2B5EF4-FFF2-40B4-BE49-F238E27FC236}">
                  <a16:creationId xmlns:a16="http://schemas.microsoft.com/office/drawing/2014/main" id="{A7750B4C-ED8E-8980-557B-831865CB4272}"/>
                </a:ext>
              </a:extLst>
            </p:cNvPr>
            <p:cNvSpPr/>
            <p:nvPr/>
          </p:nvSpPr>
          <p:spPr>
            <a:xfrm>
              <a:off x="8996909" y="5902391"/>
              <a:ext cx="1415369"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Moving Forward</a:t>
              </a:r>
            </a:p>
          </p:txBody>
        </p:sp>
        <p:sp>
          <p:nvSpPr>
            <p:cNvPr id="38" name="Section 8 - Q &amp; A">
              <a:extLst>
                <a:ext uri="{FF2B5EF4-FFF2-40B4-BE49-F238E27FC236}">
                  <a16:creationId xmlns:a16="http://schemas.microsoft.com/office/drawing/2014/main" id="{09BBD339-4265-E5D8-300C-0EA277060171}"/>
                </a:ext>
              </a:extLst>
            </p:cNvPr>
            <p:cNvSpPr/>
            <p:nvPr/>
          </p:nvSpPr>
          <p:spPr>
            <a:xfrm>
              <a:off x="10350869" y="5902391"/>
              <a:ext cx="1003126"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Q &amp; A</a:t>
              </a:r>
            </a:p>
          </p:txBody>
        </p:sp>
      </p:grpSp>
      <p:sp>
        <p:nvSpPr>
          <p:cNvPr id="39" name="Slide Number Placeholder 5">
            <a:extLst>
              <a:ext uri="{FF2B5EF4-FFF2-40B4-BE49-F238E27FC236}">
                <a16:creationId xmlns:a16="http://schemas.microsoft.com/office/drawing/2014/main" id="{7E7BF70A-7FEA-9AAB-187B-403C18727963}"/>
              </a:ext>
            </a:extLst>
          </p:cNvPr>
          <p:cNvSpPr txBox="1">
            <a:spLocks/>
          </p:cNvSpPr>
          <p:nvPr/>
        </p:nvSpPr>
        <p:spPr>
          <a:xfrm>
            <a:off x="10493217" y="6471287"/>
            <a:ext cx="27432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ACAF18C-C32B-5246-8B79-94468F598665}" type="slidenum">
              <a:rPr lang="en-US" smtClean="0"/>
              <a:pPr/>
              <a:t>9</a:t>
            </a:fld>
            <a:endParaRPr lang="en-US"/>
          </a:p>
        </p:txBody>
      </p:sp>
    </p:spTree>
    <p:extLst>
      <p:ext uri="{BB962C8B-B14F-4D97-AF65-F5344CB8AC3E}">
        <p14:creationId xmlns:p14="http://schemas.microsoft.com/office/powerpoint/2010/main" val="15741098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B2A28"/>
        </a:solidFill>
        <a:effectLst/>
      </p:bgPr>
    </p:bg>
    <p:spTree>
      <p:nvGrpSpPr>
        <p:cNvPr id="1" name="">
          <a:extLst>
            <a:ext uri="{FF2B5EF4-FFF2-40B4-BE49-F238E27FC236}">
              <a16:creationId xmlns:a16="http://schemas.microsoft.com/office/drawing/2014/main" id="{44982E34-2F11-B7E7-5F97-46CC8DB2BD9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9B143B5-B46A-6744-5601-2FD23C2D79B7}"/>
              </a:ext>
            </a:extLst>
          </p:cNvPr>
          <p:cNvSpPr/>
          <p:nvPr/>
        </p:nvSpPr>
        <p:spPr>
          <a:xfrm>
            <a:off x="9648508" y="4754880"/>
            <a:ext cx="408920" cy="408920"/>
          </a:xfrm>
          <a:prstGeom prst="rect">
            <a:avLst/>
          </a:prstGeom>
          <a:ln w="12700">
            <a:solidFill>
              <a:srgbClr val="C6890F">
                <a:alpha val="14000"/>
              </a:srgbClr>
            </a:solidFill>
            <a:prstDash val="solid"/>
          </a:ln>
        </p:spPr>
        <p:txBody>
          <a:bodyPr/>
          <a:lstStyle/>
          <a:p>
            <a:endParaRPr lang="en-US" sz="1800"/>
          </a:p>
        </p:txBody>
      </p:sp>
      <p:sp>
        <p:nvSpPr>
          <p:cNvPr id="3" name="Shape 1">
            <a:extLst>
              <a:ext uri="{FF2B5EF4-FFF2-40B4-BE49-F238E27FC236}">
                <a16:creationId xmlns:a16="http://schemas.microsoft.com/office/drawing/2014/main" id="{C3019785-83F9-A9C8-3CDD-160F39000BF1}"/>
              </a:ext>
            </a:extLst>
          </p:cNvPr>
          <p:cNvSpPr/>
          <p:nvPr/>
        </p:nvSpPr>
        <p:spPr>
          <a:xfrm>
            <a:off x="10123996" y="4754880"/>
            <a:ext cx="408920" cy="408920"/>
          </a:xfrm>
          <a:prstGeom prst="rect">
            <a:avLst/>
          </a:prstGeom>
          <a:ln w="12700">
            <a:solidFill>
              <a:srgbClr val="C6890F">
                <a:alpha val="14000"/>
              </a:srgbClr>
            </a:solidFill>
            <a:prstDash val="solid"/>
          </a:ln>
        </p:spPr>
        <p:txBody>
          <a:bodyPr/>
          <a:lstStyle/>
          <a:p>
            <a:endParaRPr lang="en-US" sz="1800"/>
          </a:p>
        </p:txBody>
      </p:sp>
      <p:sp>
        <p:nvSpPr>
          <p:cNvPr id="4" name="Shape 2">
            <a:extLst>
              <a:ext uri="{FF2B5EF4-FFF2-40B4-BE49-F238E27FC236}">
                <a16:creationId xmlns:a16="http://schemas.microsoft.com/office/drawing/2014/main" id="{2ABB12C9-69FC-8F23-9874-DD0C64917C94}"/>
              </a:ext>
            </a:extLst>
          </p:cNvPr>
          <p:cNvSpPr/>
          <p:nvPr/>
        </p:nvSpPr>
        <p:spPr>
          <a:xfrm>
            <a:off x="10599484" y="4754880"/>
            <a:ext cx="408920" cy="408920"/>
          </a:xfrm>
          <a:prstGeom prst="rect">
            <a:avLst/>
          </a:prstGeom>
          <a:ln w="12700">
            <a:solidFill>
              <a:srgbClr val="C6890F">
                <a:alpha val="14000"/>
              </a:srgbClr>
            </a:solidFill>
            <a:prstDash val="solid"/>
          </a:ln>
        </p:spPr>
        <p:txBody>
          <a:bodyPr/>
          <a:lstStyle/>
          <a:p>
            <a:endParaRPr lang="en-US" sz="1800"/>
          </a:p>
        </p:txBody>
      </p:sp>
      <p:sp>
        <p:nvSpPr>
          <p:cNvPr id="5" name="Shape 3">
            <a:extLst>
              <a:ext uri="{FF2B5EF4-FFF2-40B4-BE49-F238E27FC236}">
                <a16:creationId xmlns:a16="http://schemas.microsoft.com/office/drawing/2014/main" id="{4869DFAA-41CE-2863-C0E6-B593ED5B8590}"/>
              </a:ext>
            </a:extLst>
          </p:cNvPr>
          <p:cNvSpPr/>
          <p:nvPr/>
        </p:nvSpPr>
        <p:spPr>
          <a:xfrm>
            <a:off x="11074972" y="4754880"/>
            <a:ext cx="408920" cy="408920"/>
          </a:xfrm>
          <a:prstGeom prst="rect">
            <a:avLst/>
          </a:prstGeom>
          <a:ln w="12700">
            <a:solidFill>
              <a:srgbClr val="C6890F">
                <a:alpha val="14000"/>
              </a:srgbClr>
            </a:solidFill>
            <a:prstDash val="solid"/>
          </a:ln>
        </p:spPr>
        <p:txBody>
          <a:bodyPr/>
          <a:lstStyle/>
          <a:p>
            <a:endParaRPr lang="en-US" sz="1800"/>
          </a:p>
        </p:txBody>
      </p:sp>
      <p:sp>
        <p:nvSpPr>
          <p:cNvPr id="6" name="Shape 4">
            <a:extLst>
              <a:ext uri="{FF2B5EF4-FFF2-40B4-BE49-F238E27FC236}">
                <a16:creationId xmlns:a16="http://schemas.microsoft.com/office/drawing/2014/main" id="{06DE4CC9-9D1A-4D97-0FC1-ADC4A001CA1E}"/>
              </a:ext>
            </a:extLst>
          </p:cNvPr>
          <p:cNvSpPr/>
          <p:nvPr/>
        </p:nvSpPr>
        <p:spPr>
          <a:xfrm>
            <a:off x="9648508" y="5230368"/>
            <a:ext cx="408920" cy="408920"/>
          </a:xfrm>
          <a:prstGeom prst="rect">
            <a:avLst/>
          </a:prstGeom>
          <a:ln w="12700">
            <a:solidFill>
              <a:srgbClr val="C6890F">
                <a:alpha val="14000"/>
              </a:srgbClr>
            </a:solidFill>
            <a:prstDash val="solid"/>
          </a:ln>
        </p:spPr>
        <p:txBody>
          <a:bodyPr/>
          <a:lstStyle/>
          <a:p>
            <a:endParaRPr lang="en-US" sz="1800"/>
          </a:p>
        </p:txBody>
      </p:sp>
      <p:sp>
        <p:nvSpPr>
          <p:cNvPr id="7" name="Shape 5">
            <a:extLst>
              <a:ext uri="{FF2B5EF4-FFF2-40B4-BE49-F238E27FC236}">
                <a16:creationId xmlns:a16="http://schemas.microsoft.com/office/drawing/2014/main" id="{898FA9BF-FF78-24AF-153E-4F1332BBDD62}"/>
              </a:ext>
            </a:extLst>
          </p:cNvPr>
          <p:cNvSpPr/>
          <p:nvPr/>
        </p:nvSpPr>
        <p:spPr>
          <a:xfrm>
            <a:off x="10123996" y="5230368"/>
            <a:ext cx="408920" cy="408920"/>
          </a:xfrm>
          <a:prstGeom prst="rect">
            <a:avLst/>
          </a:prstGeom>
          <a:ln w="12700">
            <a:solidFill>
              <a:srgbClr val="C6890F">
                <a:alpha val="14000"/>
              </a:srgbClr>
            </a:solidFill>
            <a:prstDash val="solid"/>
          </a:ln>
        </p:spPr>
        <p:txBody>
          <a:bodyPr/>
          <a:lstStyle/>
          <a:p>
            <a:endParaRPr lang="en-US" sz="1800"/>
          </a:p>
        </p:txBody>
      </p:sp>
      <p:sp>
        <p:nvSpPr>
          <p:cNvPr id="8" name="Shape 6">
            <a:extLst>
              <a:ext uri="{FF2B5EF4-FFF2-40B4-BE49-F238E27FC236}">
                <a16:creationId xmlns:a16="http://schemas.microsoft.com/office/drawing/2014/main" id="{09D929A5-D41E-F4EE-4C79-DCBC10860A5C}"/>
              </a:ext>
            </a:extLst>
          </p:cNvPr>
          <p:cNvSpPr/>
          <p:nvPr/>
        </p:nvSpPr>
        <p:spPr>
          <a:xfrm>
            <a:off x="10599484" y="5230368"/>
            <a:ext cx="408920" cy="408920"/>
          </a:xfrm>
          <a:prstGeom prst="rect">
            <a:avLst/>
          </a:prstGeom>
          <a:ln w="12700">
            <a:solidFill>
              <a:srgbClr val="C6890F">
                <a:alpha val="14000"/>
              </a:srgbClr>
            </a:solidFill>
            <a:prstDash val="solid"/>
          </a:ln>
        </p:spPr>
        <p:txBody>
          <a:bodyPr/>
          <a:lstStyle/>
          <a:p>
            <a:endParaRPr lang="en-US" sz="1800"/>
          </a:p>
        </p:txBody>
      </p:sp>
      <p:sp>
        <p:nvSpPr>
          <p:cNvPr id="9" name="Shape 7">
            <a:extLst>
              <a:ext uri="{FF2B5EF4-FFF2-40B4-BE49-F238E27FC236}">
                <a16:creationId xmlns:a16="http://schemas.microsoft.com/office/drawing/2014/main" id="{D50C2F5C-E27D-1A9C-232B-CBDF4EF59264}"/>
              </a:ext>
            </a:extLst>
          </p:cNvPr>
          <p:cNvSpPr/>
          <p:nvPr/>
        </p:nvSpPr>
        <p:spPr>
          <a:xfrm>
            <a:off x="11074972" y="5230368"/>
            <a:ext cx="408920" cy="408920"/>
          </a:xfrm>
          <a:prstGeom prst="rect">
            <a:avLst/>
          </a:prstGeom>
          <a:ln w="12700">
            <a:solidFill>
              <a:srgbClr val="C6890F">
                <a:alpha val="14000"/>
              </a:srgbClr>
            </a:solidFill>
            <a:prstDash val="solid"/>
          </a:ln>
        </p:spPr>
        <p:txBody>
          <a:bodyPr/>
          <a:lstStyle/>
          <a:p>
            <a:endParaRPr lang="en-US" sz="1800"/>
          </a:p>
        </p:txBody>
      </p:sp>
      <p:sp>
        <p:nvSpPr>
          <p:cNvPr id="10" name="Shape 8">
            <a:extLst>
              <a:ext uri="{FF2B5EF4-FFF2-40B4-BE49-F238E27FC236}">
                <a16:creationId xmlns:a16="http://schemas.microsoft.com/office/drawing/2014/main" id="{C446BFBC-28DC-F14D-FE31-2137D2B43F2E}"/>
              </a:ext>
            </a:extLst>
          </p:cNvPr>
          <p:cNvSpPr/>
          <p:nvPr/>
        </p:nvSpPr>
        <p:spPr>
          <a:xfrm>
            <a:off x="9648508" y="5705856"/>
            <a:ext cx="408920" cy="408920"/>
          </a:xfrm>
          <a:prstGeom prst="rect">
            <a:avLst/>
          </a:prstGeom>
          <a:ln w="12700">
            <a:solidFill>
              <a:srgbClr val="C6890F">
                <a:alpha val="14000"/>
              </a:srgbClr>
            </a:solidFill>
            <a:prstDash val="solid"/>
          </a:ln>
        </p:spPr>
        <p:txBody>
          <a:bodyPr/>
          <a:lstStyle/>
          <a:p>
            <a:endParaRPr lang="en-US" sz="1800"/>
          </a:p>
        </p:txBody>
      </p:sp>
      <p:sp>
        <p:nvSpPr>
          <p:cNvPr id="11" name="Shape 9">
            <a:extLst>
              <a:ext uri="{FF2B5EF4-FFF2-40B4-BE49-F238E27FC236}">
                <a16:creationId xmlns:a16="http://schemas.microsoft.com/office/drawing/2014/main" id="{776F72F1-EDE0-D99C-C462-BA629003C0C0}"/>
              </a:ext>
            </a:extLst>
          </p:cNvPr>
          <p:cNvSpPr/>
          <p:nvPr/>
        </p:nvSpPr>
        <p:spPr>
          <a:xfrm>
            <a:off x="10123996" y="5705856"/>
            <a:ext cx="408920" cy="408920"/>
          </a:xfrm>
          <a:prstGeom prst="rect">
            <a:avLst/>
          </a:prstGeom>
          <a:ln w="12700">
            <a:solidFill>
              <a:srgbClr val="C6890F">
                <a:alpha val="14000"/>
              </a:srgbClr>
            </a:solidFill>
            <a:prstDash val="solid"/>
          </a:ln>
        </p:spPr>
        <p:txBody>
          <a:bodyPr/>
          <a:lstStyle/>
          <a:p>
            <a:endParaRPr lang="en-US" sz="1800"/>
          </a:p>
        </p:txBody>
      </p:sp>
      <p:sp>
        <p:nvSpPr>
          <p:cNvPr id="12" name="Shape 10">
            <a:extLst>
              <a:ext uri="{FF2B5EF4-FFF2-40B4-BE49-F238E27FC236}">
                <a16:creationId xmlns:a16="http://schemas.microsoft.com/office/drawing/2014/main" id="{A6273E43-DCDA-9B29-A807-7377E89BAE25}"/>
              </a:ext>
            </a:extLst>
          </p:cNvPr>
          <p:cNvSpPr/>
          <p:nvPr/>
        </p:nvSpPr>
        <p:spPr>
          <a:xfrm>
            <a:off x="10599484" y="5705856"/>
            <a:ext cx="408920" cy="408920"/>
          </a:xfrm>
          <a:prstGeom prst="rect">
            <a:avLst/>
          </a:prstGeom>
          <a:ln w="12700">
            <a:solidFill>
              <a:srgbClr val="C6890F">
                <a:alpha val="14000"/>
              </a:srgbClr>
            </a:solidFill>
            <a:prstDash val="solid"/>
          </a:ln>
        </p:spPr>
        <p:txBody>
          <a:bodyPr/>
          <a:lstStyle/>
          <a:p>
            <a:endParaRPr lang="en-US" sz="1800"/>
          </a:p>
        </p:txBody>
      </p:sp>
      <p:sp>
        <p:nvSpPr>
          <p:cNvPr id="13" name="Shape 11">
            <a:extLst>
              <a:ext uri="{FF2B5EF4-FFF2-40B4-BE49-F238E27FC236}">
                <a16:creationId xmlns:a16="http://schemas.microsoft.com/office/drawing/2014/main" id="{F8251FBC-08DA-7F36-CD39-53FCA4F8B00B}"/>
              </a:ext>
            </a:extLst>
          </p:cNvPr>
          <p:cNvSpPr/>
          <p:nvPr/>
        </p:nvSpPr>
        <p:spPr>
          <a:xfrm>
            <a:off x="11074972" y="5705856"/>
            <a:ext cx="408920" cy="408920"/>
          </a:xfrm>
          <a:prstGeom prst="rect">
            <a:avLst/>
          </a:prstGeom>
          <a:ln w="12700">
            <a:solidFill>
              <a:srgbClr val="C6890F">
                <a:alpha val="14000"/>
              </a:srgbClr>
            </a:solidFill>
            <a:prstDash val="solid"/>
          </a:ln>
        </p:spPr>
        <p:txBody>
          <a:bodyPr/>
          <a:lstStyle/>
          <a:p>
            <a:endParaRPr lang="en-US" sz="1800"/>
          </a:p>
        </p:txBody>
      </p:sp>
      <p:sp>
        <p:nvSpPr>
          <p:cNvPr id="14" name="Shape 12">
            <a:extLst>
              <a:ext uri="{FF2B5EF4-FFF2-40B4-BE49-F238E27FC236}">
                <a16:creationId xmlns:a16="http://schemas.microsoft.com/office/drawing/2014/main" id="{2C917032-BCB1-9F9D-9A24-5C1B74AC4763}"/>
              </a:ext>
            </a:extLst>
          </p:cNvPr>
          <p:cNvSpPr/>
          <p:nvPr/>
        </p:nvSpPr>
        <p:spPr>
          <a:xfrm>
            <a:off x="9785668"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5" name="Shape 13">
            <a:extLst>
              <a:ext uri="{FF2B5EF4-FFF2-40B4-BE49-F238E27FC236}">
                <a16:creationId xmlns:a16="http://schemas.microsoft.com/office/drawing/2014/main" id="{B0DCD071-9B12-1EE7-31AF-97CAEBCFD7A2}"/>
              </a:ext>
            </a:extLst>
          </p:cNvPr>
          <p:cNvSpPr/>
          <p:nvPr/>
        </p:nvSpPr>
        <p:spPr>
          <a:xfrm>
            <a:off x="9944408" y="798820"/>
            <a:ext cx="249448" cy="249448"/>
          </a:xfrm>
          <a:prstGeom prst="ellipse">
            <a:avLst/>
          </a:prstGeom>
          <a:ln w="28575">
            <a:solidFill>
              <a:srgbClr val="C6890F">
                <a:alpha val="85000"/>
              </a:srgbClr>
            </a:solidFill>
            <a:prstDash val="solid"/>
          </a:ln>
        </p:spPr>
        <p:txBody>
          <a:bodyPr/>
          <a:lstStyle/>
          <a:p>
            <a:endParaRPr lang="en-US" sz="1800"/>
          </a:p>
        </p:txBody>
      </p:sp>
      <p:sp>
        <p:nvSpPr>
          <p:cNvPr id="16" name="Shape 14">
            <a:extLst>
              <a:ext uri="{FF2B5EF4-FFF2-40B4-BE49-F238E27FC236}">
                <a16:creationId xmlns:a16="http://schemas.microsoft.com/office/drawing/2014/main" id="{5797E3F4-8D81-EA4A-EE43-3AABFA587DE2}"/>
              </a:ext>
            </a:extLst>
          </p:cNvPr>
          <p:cNvSpPr/>
          <p:nvPr/>
        </p:nvSpPr>
        <p:spPr>
          <a:xfrm>
            <a:off x="10511336"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7" name="Shape 15">
            <a:extLst>
              <a:ext uri="{FF2B5EF4-FFF2-40B4-BE49-F238E27FC236}">
                <a16:creationId xmlns:a16="http://schemas.microsoft.com/office/drawing/2014/main" id="{16337F5A-B4F3-7622-7476-CAC34F587403}"/>
              </a:ext>
            </a:extLst>
          </p:cNvPr>
          <p:cNvSpPr/>
          <p:nvPr/>
        </p:nvSpPr>
        <p:spPr>
          <a:xfrm>
            <a:off x="10670076" y="798820"/>
            <a:ext cx="249448" cy="249448"/>
          </a:xfrm>
          <a:prstGeom prst="ellipse">
            <a:avLst/>
          </a:prstGeom>
          <a:ln w="28575">
            <a:solidFill>
              <a:srgbClr val="C6890F">
                <a:alpha val="85000"/>
              </a:srgbClr>
            </a:solidFill>
            <a:prstDash val="solid"/>
          </a:ln>
        </p:spPr>
        <p:txBody>
          <a:bodyPr/>
          <a:lstStyle/>
          <a:p>
            <a:endParaRPr lang="en-US" sz="1800"/>
          </a:p>
        </p:txBody>
      </p:sp>
      <p:sp>
        <p:nvSpPr>
          <p:cNvPr id="18" name="Shape 16">
            <a:extLst>
              <a:ext uri="{FF2B5EF4-FFF2-40B4-BE49-F238E27FC236}">
                <a16:creationId xmlns:a16="http://schemas.microsoft.com/office/drawing/2014/main" id="{E6FB0030-729C-1CA0-C7FB-0AAC95315DAB}"/>
              </a:ext>
            </a:extLst>
          </p:cNvPr>
          <p:cNvSpPr/>
          <p:nvPr/>
        </p:nvSpPr>
        <p:spPr>
          <a:xfrm>
            <a:off x="10749446" y="878190"/>
            <a:ext cx="90708" cy="90708"/>
          </a:xfrm>
          <a:prstGeom prst="ellipse">
            <a:avLst/>
          </a:prstGeom>
          <a:solidFill>
            <a:srgbClr val="2E9BC4">
              <a:alpha val="85000"/>
            </a:srgbClr>
          </a:solidFill>
          <a:ln/>
        </p:spPr>
        <p:txBody>
          <a:bodyPr/>
          <a:lstStyle/>
          <a:p>
            <a:endParaRPr lang="en-US" sz="1800"/>
          </a:p>
        </p:txBody>
      </p:sp>
      <p:sp>
        <p:nvSpPr>
          <p:cNvPr id="22" name="Text 20">
            <a:extLst>
              <a:ext uri="{FF2B5EF4-FFF2-40B4-BE49-F238E27FC236}">
                <a16:creationId xmlns:a16="http://schemas.microsoft.com/office/drawing/2014/main" id="{45F95469-3143-353D-62D8-C5D8CFC77522}"/>
              </a:ext>
            </a:extLst>
          </p:cNvPr>
          <p:cNvSpPr txBox="1"/>
          <p:nvPr/>
        </p:nvSpPr>
        <p:spPr>
          <a:xfrm>
            <a:off x="605092" y="2651760"/>
            <a:ext cx="10515600" cy="1097280"/>
          </a:xfrm>
          <a:prstGeom prst="rect">
            <a:avLst/>
          </a:prstGeom>
          <a:noFill/>
          <a:ln/>
        </p:spPr>
        <p:txBody>
          <a:bodyPr wrap="square" lIns="0" tIns="0" rIns="0" bIns="0" rtlCol="0" anchor="ctr"/>
          <a:lstStyle/>
          <a:p>
            <a:r>
              <a:rPr lang="en-US" sz="5000" b="1">
                <a:solidFill>
                  <a:srgbClr val="C6890F"/>
                </a:solidFill>
                <a:latin typeface="Arial"/>
                <a:cs typeface="Arial"/>
              </a:rPr>
              <a:t>Block Diagrams</a:t>
            </a:r>
          </a:p>
        </p:txBody>
      </p:sp>
      <p:sp>
        <p:nvSpPr>
          <p:cNvPr id="23" name="Shape 21">
            <a:extLst>
              <a:ext uri="{FF2B5EF4-FFF2-40B4-BE49-F238E27FC236}">
                <a16:creationId xmlns:a16="http://schemas.microsoft.com/office/drawing/2014/main" id="{FED361D5-2623-7B7B-13CD-66AEB3EAD7B9}"/>
              </a:ext>
            </a:extLst>
          </p:cNvPr>
          <p:cNvSpPr/>
          <p:nvPr/>
        </p:nvSpPr>
        <p:spPr>
          <a:xfrm>
            <a:off x="659956" y="3886200"/>
            <a:ext cx="3108960" cy="0"/>
          </a:xfrm>
          <a:prstGeom prst="line">
            <a:avLst/>
          </a:prstGeom>
          <a:noFill/>
          <a:ln w="25400">
            <a:solidFill>
              <a:srgbClr val="C6890F"/>
            </a:solidFill>
            <a:prstDash val="solid"/>
          </a:ln>
        </p:spPr>
        <p:txBody>
          <a:bodyPr/>
          <a:lstStyle/>
          <a:p>
            <a:endParaRPr lang="en-US" sz="1800"/>
          </a:p>
        </p:txBody>
      </p:sp>
      <p:sp>
        <p:nvSpPr>
          <p:cNvPr id="24" name="Slide Number Placeholder 23">
            <a:extLst>
              <a:ext uri="{FF2B5EF4-FFF2-40B4-BE49-F238E27FC236}">
                <a16:creationId xmlns:a16="http://schemas.microsoft.com/office/drawing/2014/main" id="{112095B7-9101-EA99-8B4A-D616E4F652CE}"/>
              </a:ext>
            </a:extLst>
          </p:cNvPr>
          <p:cNvSpPr>
            <a:spLocks noGrp="1"/>
          </p:cNvSpPr>
          <p:nvPr>
            <p:ph type="sldNum" sz="quarter" idx="11"/>
          </p:nvPr>
        </p:nvSpPr>
        <p:spPr/>
        <p:txBody>
          <a:bodyPr/>
          <a:lstStyle/>
          <a:p>
            <a:fld id="{6ACAF18C-C32B-5246-8B79-94468F598665}" type="slidenum">
              <a:rPr lang="en-US" dirty="0" smtClean="0">
                <a:solidFill>
                  <a:schemeClr val="bg1">
                    <a:lumMod val="85000"/>
                  </a:schemeClr>
                </a:solidFill>
              </a:rPr>
              <a:t>10</a:t>
            </a:fld>
            <a:endParaRPr lang="en-US">
              <a:solidFill>
                <a:schemeClr val="bg1">
                  <a:lumMod val="85000"/>
                </a:schemeClr>
              </a:solidFill>
            </a:endParaRPr>
          </a:p>
        </p:txBody>
      </p:sp>
      <p:sp>
        <p:nvSpPr>
          <p:cNvPr id="19" name="Text 19">
            <a:extLst>
              <a:ext uri="{FF2B5EF4-FFF2-40B4-BE49-F238E27FC236}">
                <a16:creationId xmlns:a16="http://schemas.microsoft.com/office/drawing/2014/main" id="{8255F8C1-C09B-8CE4-E939-FDFD5E6BCDF6}"/>
              </a:ext>
            </a:extLst>
          </p:cNvPr>
          <p:cNvSpPr txBox="1"/>
          <p:nvPr/>
        </p:nvSpPr>
        <p:spPr>
          <a:xfrm>
            <a:off x="641500" y="2194881"/>
            <a:ext cx="8227457" cy="36566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kern="0" spc="300">
                <a:solidFill>
                  <a:srgbClr val="2E9BC4"/>
                </a:solidFill>
                <a:latin typeface="Arial"/>
                <a:ea typeface="Arial" pitchFamily="34" charset="-122"/>
                <a:cs typeface="Arial"/>
              </a:rPr>
              <a:t>ASEN 4018-013</a:t>
            </a:r>
            <a:endParaRPr lang="en-US" sz="1400">
              <a:latin typeface="Arial"/>
              <a:cs typeface="Arial"/>
            </a:endParaRPr>
          </a:p>
        </p:txBody>
      </p:sp>
    </p:spTree>
    <p:extLst>
      <p:ext uri="{BB962C8B-B14F-4D97-AF65-F5344CB8AC3E}">
        <p14:creationId xmlns:p14="http://schemas.microsoft.com/office/powerpoint/2010/main" val="27663711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19E01-1E93-CB3D-D13A-2187EBABA8F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FA4471D-DACE-F455-3340-CDFD1323D863}"/>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856C8769-9CFE-8294-45C5-DC87746790B5}"/>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AAFDD31C-497D-87CC-B443-6E6DB2B94566}"/>
              </a:ext>
            </a:extLst>
          </p:cNvPr>
          <p:cNvSpPr txBox="1"/>
          <p:nvPr/>
        </p:nvSpPr>
        <p:spPr>
          <a:xfrm>
            <a:off x="1281748" y="365760"/>
            <a:ext cx="7680960" cy="658368"/>
          </a:xfrm>
          <a:prstGeom prst="rect">
            <a:avLst/>
          </a:prstGeom>
          <a:noFill/>
          <a:ln/>
        </p:spPr>
        <p:txBody>
          <a:bodyPr wrap="square" lIns="0" tIns="0" rIns="0" bIns="0" rtlCol="0" anchor="ctr"/>
          <a:lstStyle/>
          <a:p>
            <a:r>
              <a:rPr lang="en-US" sz="2800" b="1">
                <a:latin typeface="Arial"/>
                <a:cs typeface="Arial"/>
              </a:rPr>
              <a:t>Functional Block Diagram</a:t>
            </a:r>
            <a:endParaRPr lang="en-US" sz="1800"/>
          </a:p>
        </p:txBody>
      </p:sp>
      <p:sp>
        <p:nvSpPr>
          <p:cNvPr id="6" name="Slide Number Placeholder 5">
            <a:extLst>
              <a:ext uri="{FF2B5EF4-FFF2-40B4-BE49-F238E27FC236}">
                <a16:creationId xmlns:a16="http://schemas.microsoft.com/office/drawing/2014/main" id="{03CDF488-7428-F207-AE2C-54F49DA59E58}"/>
              </a:ext>
            </a:extLst>
          </p:cNvPr>
          <p:cNvSpPr>
            <a:spLocks noGrp="1"/>
          </p:cNvSpPr>
          <p:nvPr>
            <p:ph type="sldNum" sz="quarter" idx="11"/>
          </p:nvPr>
        </p:nvSpPr>
        <p:spPr>
          <a:xfrm>
            <a:off x="9223126" y="6524298"/>
            <a:ext cx="2743200" cy="365125"/>
          </a:xfrm>
        </p:spPr>
        <p:txBody>
          <a:bodyPr/>
          <a:lstStyle/>
          <a:p>
            <a:fld id="{6ACAF18C-C32B-5246-8B79-94468F598665}" type="slidenum">
              <a:rPr lang="en-US" smtClean="0"/>
              <a:t>11</a:t>
            </a:fld>
            <a:endParaRPr lang="en-US"/>
          </a:p>
        </p:txBody>
      </p:sp>
      <p:sp>
        <p:nvSpPr>
          <p:cNvPr id="9" name="TextBox 8">
            <a:extLst>
              <a:ext uri="{FF2B5EF4-FFF2-40B4-BE49-F238E27FC236}">
                <a16:creationId xmlns:a16="http://schemas.microsoft.com/office/drawing/2014/main" id="{4664E14A-5DC1-D0E7-8954-3C353D721360}"/>
              </a:ext>
            </a:extLst>
          </p:cNvPr>
          <p:cNvSpPr txBox="1"/>
          <p:nvPr/>
        </p:nvSpPr>
        <p:spPr>
          <a:xfrm>
            <a:off x="7208837" y="1472471"/>
            <a:ext cx="4555778"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r>
              <a:rPr lang="en-US" b="1">
                <a:latin typeface="Arial"/>
                <a:ea typeface="Calibri"/>
                <a:cs typeface="Arial"/>
              </a:rPr>
              <a:t>Required Functions:</a:t>
            </a:r>
          </a:p>
          <a:p>
            <a:pPr marL="742950" lvl="1" indent="-285750">
              <a:buFont typeface="Arial"/>
              <a:buChar char="•"/>
            </a:pPr>
            <a:r>
              <a:rPr lang="en-US">
                <a:latin typeface="Arial"/>
                <a:ea typeface="Calibri"/>
                <a:cs typeface="Arial"/>
              </a:rPr>
              <a:t>Dynamics simulation and execution</a:t>
            </a:r>
          </a:p>
          <a:p>
            <a:pPr marL="742950" lvl="1" indent="-285750">
              <a:buFont typeface="Arial"/>
              <a:buChar char="•"/>
            </a:pPr>
            <a:r>
              <a:rPr lang="en-US">
                <a:latin typeface="Arial"/>
                <a:ea typeface="Calibri"/>
                <a:cs typeface="Arial"/>
              </a:rPr>
              <a:t>Flight path simulation and execution</a:t>
            </a:r>
          </a:p>
          <a:p>
            <a:pPr marL="742950" lvl="1" indent="-285750">
              <a:buFont typeface="Arial"/>
              <a:buChar char="•"/>
            </a:pPr>
            <a:r>
              <a:rPr lang="en-US">
                <a:latin typeface="Arial"/>
                <a:ea typeface="Calibri"/>
                <a:cs typeface="Arial"/>
              </a:rPr>
              <a:t>Search path simulation and execution</a:t>
            </a:r>
          </a:p>
          <a:p>
            <a:pPr marL="742950" lvl="1" indent="-285750">
              <a:buFont typeface="Arial"/>
              <a:buChar char="•"/>
            </a:pPr>
            <a:r>
              <a:rPr lang="en-US">
                <a:latin typeface="Arial"/>
                <a:ea typeface="Calibri"/>
                <a:cs typeface="Arial"/>
              </a:rPr>
              <a:t>Communication with Ground Station</a:t>
            </a:r>
          </a:p>
          <a:p>
            <a:pPr marL="742950" lvl="1" indent="-285750">
              <a:buFont typeface="Arial"/>
              <a:buChar char="•"/>
            </a:pPr>
            <a:r>
              <a:rPr lang="en-US">
                <a:latin typeface="Arial"/>
                <a:ea typeface="Calibri"/>
                <a:cs typeface="Arial"/>
              </a:rPr>
              <a:t>Manual override</a:t>
            </a:r>
          </a:p>
          <a:p>
            <a:pPr marL="742950" lvl="1" indent="-285750">
              <a:buFont typeface="Arial"/>
              <a:buChar char="•"/>
            </a:pPr>
            <a:endParaRPr lang="en-US">
              <a:latin typeface="Arial"/>
              <a:ea typeface="Calibri"/>
              <a:cs typeface="Arial"/>
            </a:endParaRPr>
          </a:p>
        </p:txBody>
      </p:sp>
      <p:sp>
        <p:nvSpPr>
          <p:cNvPr id="8" name="Shape 2">
            <a:extLst>
              <a:ext uri="{FF2B5EF4-FFF2-40B4-BE49-F238E27FC236}">
                <a16:creationId xmlns:a16="http://schemas.microsoft.com/office/drawing/2014/main" id="{F01C224C-5F65-33E8-59B3-CF1E107E2BD0}"/>
              </a:ext>
            </a:extLst>
          </p:cNvPr>
          <p:cNvSpPr/>
          <p:nvPr/>
        </p:nvSpPr>
        <p:spPr>
          <a:xfrm>
            <a:off x="9998110" y="457200"/>
            <a:ext cx="1735230" cy="329184"/>
          </a:xfrm>
          <a:prstGeom prst="roundRect">
            <a:avLst>
              <a:gd name="adj" fmla="val 50000"/>
            </a:avLst>
          </a:prstGeom>
          <a:solidFill>
            <a:srgbClr val="C6890F"/>
          </a:solidFill>
          <a:ln/>
        </p:spPr>
        <p:txBody>
          <a:bodyPr lIns="91440" tIns="45720" rIns="91440" bIns="45720" anchor="ctr"/>
          <a:lstStyle/>
          <a:p>
            <a:pPr algn="ctr"/>
            <a:r>
              <a:rPr lang="en-US" sz="1000" b="1">
                <a:latin typeface="Arial"/>
                <a:cs typeface="Arial"/>
              </a:rPr>
              <a:t>Block Diagrams</a:t>
            </a:r>
            <a:endParaRPr lang="en-US" sz="1000" b="1">
              <a:latin typeface="Arial" panose="020B0604020202020204" pitchFamily="34" charset="0"/>
              <a:cs typeface="Arial" panose="020B0604020202020204" pitchFamily="34" charset="0"/>
            </a:endParaRPr>
          </a:p>
        </p:txBody>
      </p:sp>
      <p:pic>
        <p:nvPicPr>
          <p:cNvPr id="11" name="Picture 10" descr="A screenshot of a computer screen&#10;&#10;AI-generated content may be incorrect.">
            <a:extLst>
              <a:ext uri="{FF2B5EF4-FFF2-40B4-BE49-F238E27FC236}">
                <a16:creationId xmlns:a16="http://schemas.microsoft.com/office/drawing/2014/main" id="{6A1ED78B-169D-E04F-4D6F-21F0EAFD9703}"/>
              </a:ext>
            </a:extLst>
          </p:cNvPr>
          <p:cNvPicPr>
            <a:picLocks noChangeAspect="1"/>
          </p:cNvPicPr>
          <p:nvPr/>
        </p:nvPicPr>
        <p:blipFill>
          <a:blip r:embed="rId4"/>
          <a:stretch>
            <a:fillRect/>
          </a:stretch>
        </p:blipFill>
        <p:spPr>
          <a:xfrm>
            <a:off x="1317423" y="1049931"/>
            <a:ext cx="5365347" cy="5353563"/>
          </a:xfrm>
          <a:prstGeom prst="rect">
            <a:avLst/>
          </a:prstGeom>
        </p:spPr>
      </p:pic>
      <p:grpSp>
        <p:nvGrpSpPr>
          <p:cNvPr id="7" name="Progress Bar - 3 Block Diagrams">
            <a:extLst>
              <a:ext uri="{FF2B5EF4-FFF2-40B4-BE49-F238E27FC236}">
                <a16:creationId xmlns:a16="http://schemas.microsoft.com/office/drawing/2014/main" id="{621A65CA-DE17-0E05-0DC1-EAA27051EB10}"/>
              </a:ext>
            </a:extLst>
          </p:cNvPr>
          <p:cNvGrpSpPr/>
          <p:nvPr/>
        </p:nvGrpSpPr>
        <p:grpSpPr>
          <a:xfrm>
            <a:off x="814351" y="6569751"/>
            <a:ext cx="10563297" cy="276999"/>
            <a:chOff x="790698" y="5902391"/>
            <a:chExt cx="10563297" cy="276999"/>
          </a:xfrm>
        </p:grpSpPr>
        <p:sp>
          <p:nvSpPr>
            <p:cNvPr id="10" name="Section 1 - Background">
              <a:extLst>
                <a:ext uri="{FF2B5EF4-FFF2-40B4-BE49-F238E27FC236}">
                  <a16:creationId xmlns:a16="http://schemas.microsoft.com/office/drawing/2014/main" id="{0780BD27-B894-AF7D-FE38-BAE14D8B5723}"/>
                </a:ext>
              </a:extLst>
            </p:cNvPr>
            <p:cNvSpPr/>
            <p:nvPr/>
          </p:nvSpPr>
          <p:spPr>
            <a:xfrm>
              <a:off x="790698" y="5902391"/>
              <a:ext cx="1374145" cy="276999"/>
            </a:xfrm>
            <a:prstGeom prst="homePlate">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0">
                  <a:solidFill>
                    <a:srgbClr val="FFFFFF"/>
                  </a:solidFill>
                  <a:latin typeface="Calibri"/>
                </a:rPr>
                <a:t>Background</a:t>
              </a:r>
            </a:p>
          </p:txBody>
        </p:sp>
        <p:sp>
          <p:nvSpPr>
            <p:cNvPr id="12" name="Section 2 - ConOps">
              <a:extLst>
                <a:ext uri="{FF2B5EF4-FFF2-40B4-BE49-F238E27FC236}">
                  <a16:creationId xmlns:a16="http://schemas.microsoft.com/office/drawing/2014/main" id="{ADAA76D3-B604-4E3B-2376-C88934656E95}"/>
                </a:ext>
              </a:extLst>
            </p:cNvPr>
            <p:cNvSpPr/>
            <p:nvPr/>
          </p:nvSpPr>
          <p:spPr>
            <a:xfrm>
              <a:off x="2103434"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ConOps</a:t>
              </a:r>
            </a:p>
          </p:txBody>
        </p:sp>
        <p:sp>
          <p:nvSpPr>
            <p:cNvPr id="13" name="Section 3 - Block Diagrams">
              <a:extLst>
                <a:ext uri="{FF2B5EF4-FFF2-40B4-BE49-F238E27FC236}">
                  <a16:creationId xmlns:a16="http://schemas.microsoft.com/office/drawing/2014/main" id="{D937055D-2A2B-EA6D-DF6D-6F2BFADB1D16}"/>
                </a:ext>
              </a:extLst>
            </p:cNvPr>
            <p:cNvSpPr/>
            <p:nvPr/>
          </p:nvSpPr>
          <p:spPr>
            <a:xfrm>
              <a:off x="3416170" y="5902391"/>
              <a:ext cx="1374145"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Block Diagrams</a:t>
              </a:r>
            </a:p>
          </p:txBody>
        </p:sp>
        <p:sp>
          <p:nvSpPr>
            <p:cNvPr id="14" name="Section 4 - Key Requirements">
              <a:extLst>
                <a:ext uri="{FF2B5EF4-FFF2-40B4-BE49-F238E27FC236}">
                  <a16:creationId xmlns:a16="http://schemas.microsoft.com/office/drawing/2014/main" id="{8D0849CA-A569-6EFD-3C68-22D285A6AFA3}"/>
                </a:ext>
              </a:extLst>
            </p:cNvPr>
            <p:cNvSpPr/>
            <p:nvPr/>
          </p:nvSpPr>
          <p:spPr>
            <a:xfrm>
              <a:off x="4728906" y="5902391"/>
              <a:ext cx="1484077"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Key Requirements</a:t>
              </a:r>
            </a:p>
          </p:txBody>
        </p:sp>
        <p:sp>
          <p:nvSpPr>
            <p:cNvPr id="15" name="Section 5 - Trade Studies">
              <a:extLst>
                <a:ext uri="{FF2B5EF4-FFF2-40B4-BE49-F238E27FC236}">
                  <a16:creationId xmlns:a16="http://schemas.microsoft.com/office/drawing/2014/main" id="{C192C8F6-8CCD-E89C-44F7-9C10C2A3E394}"/>
                </a:ext>
              </a:extLst>
            </p:cNvPr>
            <p:cNvSpPr/>
            <p:nvPr/>
          </p:nvSpPr>
          <p:spPr>
            <a:xfrm>
              <a:off x="6151574" y="5902391"/>
              <a:ext cx="1374145"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Trade Studies</a:t>
              </a:r>
            </a:p>
          </p:txBody>
        </p:sp>
        <p:sp>
          <p:nvSpPr>
            <p:cNvPr id="16" name="Section 6 - Current Design Space">
              <a:extLst>
                <a:ext uri="{FF2B5EF4-FFF2-40B4-BE49-F238E27FC236}">
                  <a16:creationId xmlns:a16="http://schemas.microsoft.com/office/drawing/2014/main" id="{79BCEDCB-FC9F-DF2C-5783-7E928302C10B}"/>
                </a:ext>
              </a:extLst>
            </p:cNvPr>
            <p:cNvSpPr/>
            <p:nvPr/>
          </p:nvSpPr>
          <p:spPr>
            <a:xfrm>
              <a:off x="7464310" y="5902391"/>
              <a:ext cx="1594008"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Current Design Space</a:t>
              </a:r>
            </a:p>
          </p:txBody>
        </p:sp>
        <p:sp>
          <p:nvSpPr>
            <p:cNvPr id="17" name="Section 7 - Moving Forward">
              <a:extLst>
                <a:ext uri="{FF2B5EF4-FFF2-40B4-BE49-F238E27FC236}">
                  <a16:creationId xmlns:a16="http://schemas.microsoft.com/office/drawing/2014/main" id="{45864DD9-1A7C-E311-DAEC-91B35CC65200}"/>
                </a:ext>
              </a:extLst>
            </p:cNvPr>
            <p:cNvSpPr/>
            <p:nvPr/>
          </p:nvSpPr>
          <p:spPr>
            <a:xfrm>
              <a:off x="8996909" y="5902391"/>
              <a:ext cx="1415369"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Moving Forward</a:t>
              </a:r>
            </a:p>
          </p:txBody>
        </p:sp>
        <p:sp>
          <p:nvSpPr>
            <p:cNvPr id="18" name="Section 8 - Q &amp; A">
              <a:extLst>
                <a:ext uri="{FF2B5EF4-FFF2-40B4-BE49-F238E27FC236}">
                  <a16:creationId xmlns:a16="http://schemas.microsoft.com/office/drawing/2014/main" id="{228E8293-9854-09C1-7600-CDB9274E8E02}"/>
                </a:ext>
              </a:extLst>
            </p:cNvPr>
            <p:cNvSpPr/>
            <p:nvPr/>
          </p:nvSpPr>
          <p:spPr>
            <a:xfrm>
              <a:off x="10350869" y="5902391"/>
              <a:ext cx="1003126"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Q &amp; A</a:t>
              </a:r>
            </a:p>
          </p:txBody>
        </p:sp>
      </p:grpSp>
    </p:spTree>
    <p:extLst>
      <p:ext uri="{BB962C8B-B14F-4D97-AF65-F5344CB8AC3E}">
        <p14:creationId xmlns:p14="http://schemas.microsoft.com/office/powerpoint/2010/main" val="18838079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6AADF-A674-AAC3-C63D-B460CFD4702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A7E76A1-B2E2-6F13-3DA8-85845124D421}"/>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6380595C-EB3B-578E-8A65-75863243502E}"/>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C1351BCA-CDC1-6CBE-B246-A8FA3D2B8E3A}"/>
              </a:ext>
            </a:extLst>
          </p:cNvPr>
          <p:cNvSpPr txBox="1"/>
          <p:nvPr/>
        </p:nvSpPr>
        <p:spPr>
          <a:xfrm>
            <a:off x="1281748" y="365760"/>
            <a:ext cx="7680960" cy="658368"/>
          </a:xfrm>
          <a:prstGeom prst="rect">
            <a:avLst/>
          </a:prstGeom>
          <a:noFill/>
          <a:ln/>
        </p:spPr>
        <p:txBody>
          <a:bodyPr wrap="square" lIns="0" tIns="0" rIns="0" bIns="0" rtlCol="0" anchor="ctr"/>
          <a:lstStyle/>
          <a:p>
            <a:r>
              <a:rPr lang="en-US" sz="2800" b="1">
                <a:latin typeface="Arial"/>
                <a:cs typeface="Arial"/>
              </a:rPr>
              <a:t>Physical Block Diagram</a:t>
            </a:r>
            <a:endParaRPr lang="en-US" sz="1800"/>
          </a:p>
        </p:txBody>
      </p:sp>
      <p:sp>
        <p:nvSpPr>
          <p:cNvPr id="5" name="Shape 2">
            <a:extLst>
              <a:ext uri="{FF2B5EF4-FFF2-40B4-BE49-F238E27FC236}">
                <a16:creationId xmlns:a16="http://schemas.microsoft.com/office/drawing/2014/main" id="{27F18485-2C41-A2C2-FBA7-1CC3374D2EA8}"/>
              </a:ext>
            </a:extLst>
          </p:cNvPr>
          <p:cNvSpPr/>
          <p:nvPr/>
        </p:nvSpPr>
        <p:spPr>
          <a:xfrm>
            <a:off x="9998110" y="457200"/>
            <a:ext cx="1735230" cy="329184"/>
          </a:xfrm>
          <a:prstGeom prst="roundRect">
            <a:avLst>
              <a:gd name="adj" fmla="val 50000"/>
            </a:avLst>
          </a:prstGeom>
          <a:solidFill>
            <a:srgbClr val="C6890F"/>
          </a:solidFill>
          <a:ln/>
        </p:spPr>
        <p:txBody>
          <a:bodyPr lIns="91440" tIns="45720" rIns="91440" bIns="45720" anchor="ctr"/>
          <a:lstStyle/>
          <a:p>
            <a:pPr algn="ctr"/>
            <a:r>
              <a:rPr lang="en-US" sz="1000" b="1">
                <a:latin typeface="Arial"/>
                <a:cs typeface="Arial"/>
              </a:rPr>
              <a:t>Block Diagrams</a:t>
            </a:r>
            <a:endParaRPr lang="en-US" sz="1000" b="1">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C49AD98F-E701-0744-B977-1F9F4E19C307}"/>
              </a:ext>
            </a:extLst>
          </p:cNvPr>
          <p:cNvSpPr txBox="1"/>
          <p:nvPr/>
        </p:nvSpPr>
        <p:spPr>
          <a:xfrm>
            <a:off x="7340917" y="1472471"/>
            <a:ext cx="4555778"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r>
              <a:rPr lang="en-US" sz="1800" b="1">
                <a:latin typeface="Arial" panose="020B0604020202020204" pitchFamily="34" charset="0"/>
                <a:ea typeface="Calibri"/>
                <a:cs typeface="Arial" panose="020B0604020202020204" pitchFamily="34" charset="0"/>
              </a:rPr>
              <a:t>System Components:</a:t>
            </a:r>
          </a:p>
          <a:p>
            <a:pPr marL="742950" lvl="1" indent="-285750">
              <a:buFont typeface="Arial"/>
              <a:buChar char="•"/>
            </a:pPr>
            <a:r>
              <a:rPr lang="en-US" sz="1800">
                <a:latin typeface="Arial" panose="020B0604020202020204" pitchFamily="34" charset="0"/>
                <a:ea typeface="Calibri"/>
                <a:cs typeface="Arial" panose="020B0604020202020204" pitchFamily="34" charset="0"/>
              </a:rPr>
              <a:t>Airframe</a:t>
            </a:r>
          </a:p>
          <a:p>
            <a:pPr marL="742950" lvl="1" indent="-285750">
              <a:buFont typeface="Arial"/>
              <a:buChar char="•"/>
            </a:pPr>
            <a:r>
              <a:rPr lang="en-US" sz="1800">
                <a:latin typeface="Arial" panose="020B0604020202020204" pitchFamily="34" charset="0"/>
                <a:ea typeface="Calibri"/>
                <a:cs typeface="Arial" panose="020B0604020202020204" pitchFamily="34" charset="0"/>
              </a:rPr>
              <a:t>Avionics</a:t>
            </a:r>
          </a:p>
          <a:p>
            <a:pPr marL="1200150" lvl="2" indent="-285750">
              <a:buFont typeface="Wingdings"/>
              <a:buChar char="§"/>
            </a:pPr>
            <a:r>
              <a:rPr lang="en-US" sz="1800">
                <a:latin typeface="Arial" panose="020B0604020202020204" pitchFamily="34" charset="0"/>
                <a:ea typeface="Calibri"/>
                <a:cs typeface="Arial" panose="020B0604020202020204" pitchFamily="34" charset="0"/>
              </a:rPr>
              <a:t>Communications</a:t>
            </a:r>
          </a:p>
          <a:p>
            <a:pPr marL="1200150" lvl="2" indent="-285750">
              <a:buFont typeface="Wingdings"/>
              <a:buChar char="§"/>
            </a:pPr>
            <a:r>
              <a:rPr lang="en-US" sz="1800">
                <a:latin typeface="Arial" panose="020B0604020202020204" pitchFamily="34" charset="0"/>
                <a:ea typeface="Calibri"/>
                <a:cs typeface="Arial" panose="020B0604020202020204" pitchFamily="34" charset="0"/>
              </a:rPr>
              <a:t>Sensor suite</a:t>
            </a:r>
          </a:p>
          <a:p>
            <a:pPr marL="742950" lvl="1" indent="-285750">
              <a:buFont typeface="Arial"/>
              <a:buChar char="•"/>
            </a:pPr>
            <a:r>
              <a:rPr lang="en-US" sz="1800">
                <a:latin typeface="Arial" panose="020B0604020202020204" pitchFamily="34" charset="0"/>
                <a:ea typeface="Calibri"/>
                <a:cs typeface="Arial" panose="020B0604020202020204" pitchFamily="34" charset="0"/>
              </a:rPr>
              <a:t>GNC</a:t>
            </a:r>
          </a:p>
          <a:p>
            <a:pPr marL="1200150" lvl="2" indent="-285750">
              <a:buFont typeface="Wingdings"/>
              <a:buChar char="§"/>
            </a:pPr>
            <a:r>
              <a:rPr lang="en-US" sz="1800">
                <a:latin typeface="Arial" panose="020B0604020202020204" pitchFamily="34" charset="0"/>
                <a:ea typeface="Calibri"/>
                <a:cs typeface="Arial" panose="020B0604020202020204" pitchFamily="34" charset="0"/>
              </a:rPr>
              <a:t>Guidance and Navigation</a:t>
            </a:r>
          </a:p>
          <a:p>
            <a:pPr marL="1657350" lvl="3" indent="-285750">
              <a:buFont typeface="Arial"/>
              <a:buChar char="•"/>
            </a:pPr>
            <a:r>
              <a:rPr lang="en-US" sz="1800">
                <a:latin typeface="Arial" panose="020B0604020202020204" pitchFamily="34" charset="0"/>
                <a:ea typeface="Calibri"/>
                <a:cs typeface="Arial" panose="020B0604020202020204" pitchFamily="34" charset="0"/>
              </a:rPr>
              <a:t>Flight computer</a:t>
            </a:r>
          </a:p>
          <a:p>
            <a:pPr marL="1200150" lvl="2" indent="-285750">
              <a:buFont typeface="Wingdings"/>
              <a:buChar char="§"/>
            </a:pPr>
            <a:r>
              <a:rPr lang="en-US" sz="1800">
                <a:latin typeface="Arial" panose="020B0604020202020204" pitchFamily="34" charset="0"/>
                <a:ea typeface="Calibri"/>
                <a:cs typeface="Arial" panose="020B0604020202020204" pitchFamily="34" charset="0"/>
              </a:rPr>
              <a:t>Dynamics and Control</a:t>
            </a:r>
          </a:p>
          <a:p>
            <a:pPr marL="1657350" lvl="3" indent="-285750">
              <a:buFont typeface="Arial"/>
              <a:buChar char="•"/>
            </a:pPr>
            <a:r>
              <a:rPr lang="en-US" sz="1800">
                <a:latin typeface="Arial" panose="020B0604020202020204" pitchFamily="34" charset="0"/>
                <a:ea typeface="Calibri"/>
                <a:cs typeface="Arial" panose="020B0604020202020204" pitchFamily="34" charset="0"/>
              </a:rPr>
              <a:t>Flight controller</a:t>
            </a:r>
          </a:p>
          <a:p>
            <a:pPr marL="742950" lvl="1" indent="-285750">
              <a:buFont typeface="Arial"/>
              <a:buChar char="•"/>
            </a:pPr>
            <a:r>
              <a:rPr lang="en-US" sz="1800">
                <a:latin typeface="Arial" panose="020B0604020202020204" pitchFamily="34" charset="0"/>
                <a:ea typeface="Calibri"/>
                <a:cs typeface="Arial" panose="020B0604020202020204" pitchFamily="34" charset="0"/>
              </a:rPr>
              <a:t>Power Systems</a:t>
            </a:r>
          </a:p>
          <a:p>
            <a:pPr marL="1200150" lvl="2" indent="-285750">
              <a:buFont typeface="Wingdings"/>
              <a:buChar char="§"/>
            </a:pPr>
            <a:r>
              <a:rPr lang="en-US" sz="1800">
                <a:latin typeface="Arial" panose="020B0604020202020204" pitchFamily="34" charset="0"/>
                <a:ea typeface="Calibri"/>
                <a:cs typeface="Arial" panose="020B0604020202020204" pitchFamily="34" charset="0"/>
              </a:rPr>
              <a:t>Power supply</a:t>
            </a:r>
          </a:p>
          <a:p>
            <a:pPr marL="1200150" lvl="2" indent="-285750">
              <a:buFont typeface="Wingdings"/>
              <a:buChar char="§"/>
            </a:pPr>
            <a:r>
              <a:rPr lang="en-US" sz="1800">
                <a:latin typeface="Arial" panose="020B0604020202020204" pitchFamily="34" charset="0"/>
                <a:ea typeface="Calibri"/>
                <a:cs typeface="Arial" panose="020B0604020202020204" pitchFamily="34" charset="0"/>
              </a:rPr>
              <a:t>Power converter</a:t>
            </a:r>
          </a:p>
          <a:p>
            <a:pPr marL="742950" lvl="1" indent="-285750">
              <a:buFont typeface="Arial"/>
              <a:buChar char="•"/>
            </a:pPr>
            <a:r>
              <a:rPr lang="en-US" sz="1800">
                <a:latin typeface="Arial" panose="020B0604020202020204" pitchFamily="34" charset="0"/>
                <a:ea typeface="Calibri"/>
                <a:cs typeface="Arial" panose="020B0604020202020204" pitchFamily="34" charset="0"/>
              </a:rPr>
              <a:t>Propulsion</a:t>
            </a:r>
          </a:p>
          <a:p>
            <a:pPr marL="1200150" lvl="2" indent="-285750">
              <a:buFont typeface="Wingdings"/>
              <a:buChar char="§"/>
            </a:pPr>
            <a:r>
              <a:rPr lang="en-US" sz="1800">
                <a:latin typeface="Arial" panose="020B0604020202020204" pitchFamily="34" charset="0"/>
                <a:ea typeface="Calibri"/>
                <a:cs typeface="Arial" panose="020B0604020202020204" pitchFamily="34" charset="0"/>
              </a:rPr>
              <a:t>Motors</a:t>
            </a:r>
          </a:p>
          <a:p>
            <a:pPr marL="1200150" lvl="2" indent="-285750">
              <a:buFont typeface="Wingdings"/>
              <a:buChar char="§"/>
            </a:pPr>
            <a:r>
              <a:rPr lang="en-US" sz="1800">
                <a:latin typeface="Arial" panose="020B0604020202020204" pitchFamily="34" charset="0"/>
                <a:ea typeface="Calibri"/>
                <a:cs typeface="Arial" panose="020B0604020202020204" pitchFamily="34" charset="0"/>
              </a:rPr>
              <a:t>Electronic speed controllers</a:t>
            </a:r>
          </a:p>
        </p:txBody>
      </p:sp>
      <p:pic>
        <p:nvPicPr>
          <p:cNvPr id="14" name="Picture 13" descr="A computer screen shot of a diagram&#10;&#10;AI-generated content may be incorrect.">
            <a:extLst>
              <a:ext uri="{FF2B5EF4-FFF2-40B4-BE49-F238E27FC236}">
                <a16:creationId xmlns:a16="http://schemas.microsoft.com/office/drawing/2014/main" id="{346CCECD-3BB2-0F93-5EB2-26A5AB63BB8D}"/>
              </a:ext>
            </a:extLst>
          </p:cNvPr>
          <p:cNvPicPr>
            <a:picLocks noChangeAspect="1"/>
          </p:cNvPicPr>
          <p:nvPr/>
        </p:nvPicPr>
        <p:blipFill>
          <a:blip r:embed="rId4"/>
          <a:stretch>
            <a:fillRect/>
          </a:stretch>
        </p:blipFill>
        <p:spPr>
          <a:xfrm>
            <a:off x="940494" y="1015363"/>
            <a:ext cx="6633093" cy="5555093"/>
          </a:xfrm>
          <a:prstGeom prst="rect">
            <a:avLst/>
          </a:prstGeom>
        </p:spPr>
      </p:pic>
      <p:sp>
        <p:nvSpPr>
          <p:cNvPr id="10" name="Slide Number Placeholder 5">
            <a:extLst>
              <a:ext uri="{FF2B5EF4-FFF2-40B4-BE49-F238E27FC236}">
                <a16:creationId xmlns:a16="http://schemas.microsoft.com/office/drawing/2014/main" id="{B8937E62-63B2-330F-C7E2-6D7BD2678A75}"/>
              </a:ext>
            </a:extLst>
          </p:cNvPr>
          <p:cNvSpPr>
            <a:spLocks noGrp="1"/>
          </p:cNvSpPr>
          <p:nvPr>
            <p:ph type="sldNum" sz="quarter" idx="11"/>
          </p:nvPr>
        </p:nvSpPr>
        <p:spPr>
          <a:xfrm>
            <a:off x="9223126" y="6524298"/>
            <a:ext cx="2743200" cy="365125"/>
          </a:xfrm>
        </p:spPr>
        <p:txBody>
          <a:bodyPr/>
          <a:lstStyle/>
          <a:p>
            <a:fld id="{6ACAF18C-C32B-5246-8B79-94468F598665}" type="slidenum">
              <a:rPr lang="en-US" smtClean="0"/>
              <a:t>12</a:t>
            </a:fld>
            <a:endParaRPr lang="en-US"/>
          </a:p>
        </p:txBody>
      </p:sp>
      <p:grpSp>
        <p:nvGrpSpPr>
          <p:cNvPr id="11" name="Progress Bar - 3 Block Diagrams">
            <a:extLst>
              <a:ext uri="{FF2B5EF4-FFF2-40B4-BE49-F238E27FC236}">
                <a16:creationId xmlns:a16="http://schemas.microsoft.com/office/drawing/2014/main" id="{46234659-351A-23CA-7E67-17417D55E04F}"/>
              </a:ext>
            </a:extLst>
          </p:cNvPr>
          <p:cNvGrpSpPr/>
          <p:nvPr/>
        </p:nvGrpSpPr>
        <p:grpSpPr>
          <a:xfrm>
            <a:off x="814351" y="6569751"/>
            <a:ext cx="10563297" cy="276999"/>
            <a:chOff x="790698" y="5902391"/>
            <a:chExt cx="10563297" cy="276999"/>
          </a:xfrm>
        </p:grpSpPr>
        <p:sp>
          <p:nvSpPr>
            <p:cNvPr id="12" name="Section 1 - Background">
              <a:extLst>
                <a:ext uri="{FF2B5EF4-FFF2-40B4-BE49-F238E27FC236}">
                  <a16:creationId xmlns:a16="http://schemas.microsoft.com/office/drawing/2014/main" id="{79E20C77-38E8-84CF-1AEA-B49A15E22B71}"/>
                </a:ext>
              </a:extLst>
            </p:cNvPr>
            <p:cNvSpPr/>
            <p:nvPr/>
          </p:nvSpPr>
          <p:spPr>
            <a:xfrm>
              <a:off x="790698" y="5902391"/>
              <a:ext cx="1374145" cy="276999"/>
            </a:xfrm>
            <a:prstGeom prst="homePlate">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0">
                  <a:solidFill>
                    <a:srgbClr val="FFFFFF"/>
                  </a:solidFill>
                  <a:latin typeface="Calibri"/>
                </a:rPr>
                <a:t>Background</a:t>
              </a:r>
            </a:p>
          </p:txBody>
        </p:sp>
        <p:sp>
          <p:nvSpPr>
            <p:cNvPr id="13" name="Section 2 - ConOps">
              <a:extLst>
                <a:ext uri="{FF2B5EF4-FFF2-40B4-BE49-F238E27FC236}">
                  <a16:creationId xmlns:a16="http://schemas.microsoft.com/office/drawing/2014/main" id="{B2C0F730-875C-BC1F-AF13-A8E4FF724F9A}"/>
                </a:ext>
              </a:extLst>
            </p:cNvPr>
            <p:cNvSpPr/>
            <p:nvPr/>
          </p:nvSpPr>
          <p:spPr>
            <a:xfrm>
              <a:off x="2103434"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ConOps</a:t>
              </a:r>
            </a:p>
          </p:txBody>
        </p:sp>
        <p:sp>
          <p:nvSpPr>
            <p:cNvPr id="15" name="Section 3 - Block Diagrams">
              <a:extLst>
                <a:ext uri="{FF2B5EF4-FFF2-40B4-BE49-F238E27FC236}">
                  <a16:creationId xmlns:a16="http://schemas.microsoft.com/office/drawing/2014/main" id="{55B6D47C-F1BE-8177-1EAA-65A63BF3CF08}"/>
                </a:ext>
              </a:extLst>
            </p:cNvPr>
            <p:cNvSpPr/>
            <p:nvPr/>
          </p:nvSpPr>
          <p:spPr>
            <a:xfrm>
              <a:off x="3416170" y="5902391"/>
              <a:ext cx="1374145"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Block Diagrams</a:t>
              </a:r>
            </a:p>
          </p:txBody>
        </p:sp>
        <p:sp>
          <p:nvSpPr>
            <p:cNvPr id="16" name="Section 4 - Key Requirements">
              <a:extLst>
                <a:ext uri="{FF2B5EF4-FFF2-40B4-BE49-F238E27FC236}">
                  <a16:creationId xmlns:a16="http://schemas.microsoft.com/office/drawing/2014/main" id="{ACF040D5-5939-B1EE-F018-15AE8578A973}"/>
                </a:ext>
              </a:extLst>
            </p:cNvPr>
            <p:cNvSpPr/>
            <p:nvPr/>
          </p:nvSpPr>
          <p:spPr>
            <a:xfrm>
              <a:off x="4728906" y="5902391"/>
              <a:ext cx="1484077"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Key Requirements</a:t>
              </a:r>
            </a:p>
          </p:txBody>
        </p:sp>
        <p:sp>
          <p:nvSpPr>
            <p:cNvPr id="17" name="Section 5 - Trade Studies">
              <a:extLst>
                <a:ext uri="{FF2B5EF4-FFF2-40B4-BE49-F238E27FC236}">
                  <a16:creationId xmlns:a16="http://schemas.microsoft.com/office/drawing/2014/main" id="{058F7792-2E4E-22AC-64C3-C35E95500DB0}"/>
                </a:ext>
              </a:extLst>
            </p:cNvPr>
            <p:cNvSpPr/>
            <p:nvPr/>
          </p:nvSpPr>
          <p:spPr>
            <a:xfrm>
              <a:off x="6151574" y="5902391"/>
              <a:ext cx="1374145"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Trade Studies</a:t>
              </a:r>
            </a:p>
          </p:txBody>
        </p:sp>
        <p:sp>
          <p:nvSpPr>
            <p:cNvPr id="18" name="Section 6 - Current Design Space">
              <a:extLst>
                <a:ext uri="{FF2B5EF4-FFF2-40B4-BE49-F238E27FC236}">
                  <a16:creationId xmlns:a16="http://schemas.microsoft.com/office/drawing/2014/main" id="{20CCCD91-95B0-6556-C559-B88D517032F9}"/>
                </a:ext>
              </a:extLst>
            </p:cNvPr>
            <p:cNvSpPr/>
            <p:nvPr/>
          </p:nvSpPr>
          <p:spPr>
            <a:xfrm>
              <a:off x="7464310" y="5902391"/>
              <a:ext cx="1594008"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Current Design Space</a:t>
              </a:r>
            </a:p>
          </p:txBody>
        </p:sp>
        <p:sp>
          <p:nvSpPr>
            <p:cNvPr id="19" name="Section 7 - Moving Forward">
              <a:extLst>
                <a:ext uri="{FF2B5EF4-FFF2-40B4-BE49-F238E27FC236}">
                  <a16:creationId xmlns:a16="http://schemas.microsoft.com/office/drawing/2014/main" id="{C2A58E86-A09D-AD43-144F-8D048E8A8204}"/>
                </a:ext>
              </a:extLst>
            </p:cNvPr>
            <p:cNvSpPr/>
            <p:nvPr/>
          </p:nvSpPr>
          <p:spPr>
            <a:xfrm>
              <a:off x="8996909" y="5902391"/>
              <a:ext cx="1415369"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Moving Forward</a:t>
              </a:r>
            </a:p>
          </p:txBody>
        </p:sp>
        <p:sp>
          <p:nvSpPr>
            <p:cNvPr id="20" name="Section 8 - Q &amp; A">
              <a:extLst>
                <a:ext uri="{FF2B5EF4-FFF2-40B4-BE49-F238E27FC236}">
                  <a16:creationId xmlns:a16="http://schemas.microsoft.com/office/drawing/2014/main" id="{2CD021C8-864B-CEE3-24B5-1E8DF4ACA07E}"/>
                </a:ext>
              </a:extLst>
            </p:cNvPr>
            <p:cNvSpPr/>
            <p:nvPr/>
          </p:nvSpPr>
          <p:spPr>
            <a:xfrm>
              <a:off x="10350869" y="5902391"/>
              <a:ext cx="1003126"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Q &amp; A</a:t>
              </a:r>
            </a:p>
          </p:txBody>
        </p:sp>
      </p:grpSp>
    </p:spTree>
    <p:extLst>
      <p:ext uri="{BB962C8B-B14F-4D97-AF65-F5344CB8AC3E}">
        <p14:creationId xmlns:p14="http://schemas.microsoft.com/office/powerpoint/2010/main" val="11822513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B2A28"/>
        </a:solidFill>
        <a:effectLst/>
      </p:bgPr>
    </p:bg>
    <p:spTree>
      <p:nvGrpSpPr>
        <p:cNvPr id="1" name="">
          <a:extLst>
            <a:ext uri="{FF2B5EF4-FFF2-40B4-BE49-F238E27FC236}">
              <a16:creationId xmlns:a16="http://schemas.microsoft.com/office/drawing/2014/main" id="{096E149E-863E-EFE9-7EB9-CCFDCD8AECC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4FFA9C9-BD12-4A41-BC40-907B88437A56}"/>
              </a:ext>
            </a:extLst>
          </p:cNvPr>
          <p:cNvSpPr/>
          <p:nvPr/>
        </p:nvSpPr>
        <p:spPr>
          <a:xfrm>
            <a:off x="9648508" y="4754880"/>
            <a:ext cx="408920" cy="408920"/>
          </a:xfrm>
          <a:prstGeom prst="rect">
            <a:avLst/>
          </a:prstGeom>
          <a:ln w="12700">
            <a:solidFill>
              <a:srgbClr val="C6890F">
                <a:alpha val="14000"/>
              </a:srgbClr>
            </a:solidFill>
            <a:prstDash val="solid"/>
          </a:ln>
        </p:spPr>
        <p:txBody>
          <a:bodyPr/>
          <a:lstStyle/>
          <a:p>
            <a:endParaRPr lang="en-US" sz="1800"/>
          </a:p>
        </p:txBody>
      </p:sp>
      <p:sp>
        <p:nvSpPr>
          <p:cNvPr id="3" name="Shape 1">
            <a:extLst>
              <a:ext uri="{FF2B5EF4-FFF2-40B4-BE49-F238E27FC236}">
                <a16:creationId xmlns:a16="http://schemas.microsoft.com/office/drawing/2014/main" id="{5A592FCE-3162-D49A-32E0-75BD3103DB13}"/>
              </a:ext>
            </a:extLst>
          </p:cNvPr>
          <p:cNvSpPr/>
          <p:nvPr/>
        </p:nvSpPr>
        <p:spPr>
          <a:xfrm>
            <a:off x="10123996" y="4754880"/>
            <a:ext cx="408920" cy="408920"/>
          </a:xfrm>
          <a:prstGeom prst="rect">
            <a:avLst/>
          </a:prstGeom>
          <a:ln w="12700">
            <a:solidFill>
              <a:srgbClr val="C6890F">
                <a:alpha val="14000"/>
              </a:srgbClr>
            </a:solidFill>
            <a:prstDash val="solid"/>
          </a:ln>
        </p:spPr>
        <p:txBody>
          <a:bodyPr/>
          <a:lstStyle/>
          <a:p>
            <a:endParaRPr lang="en-US" sz="1800"/>
          </a:p>
        </p:txBody>
      </p:sp>
      <p:sp>
        <p:nvSpPr>
          <p:cNvPr id="4" name="Shape 2">
            <a:extLst>
              <a:ext uri="{FF2B5EF4-FFF2-40B4-BE49-F238E27FC236}">
                <a16:creationId xmlns:a16="http://schemas.microsoft.com/office/drawing/2014/main" id="{CFF41D25-7B79-646E-A742-F94EC0BA6CAF}"/>
              </a:ext>
            </a:extLst>
          </p:cNvPr>
          <p:cNvSpPr/>
          <p:nvPr/>
        </p:nvSpPr>
        <p:spPr>
          <a:xfrm>
            <a:off x="10599484" y="4754880"/>
            <a:ext cx="408920" cy="408920"/>
          </a:xfrm>
          <a:prstGeom prst="rect">
            <a:avLst/>
          </a:prstGeom>
          <a:ln w="12700">
            <a:solidFill>
              <a:srgbClr val="C6890F">
                <a:alpha val="14000"/>
              </a:srgbClr>
            </a:solidFill>
            <a:prstDash val="solid"/>
          </a:ln>
        </p:spPr>
        <p:txBody>
          <a:bodyPr/>
          <a:lstStyle/>
          <a:p>
            <a:endParaRPr lang="en-US" sz="1800"/>
          </a:p>
        </p:txBody>
      </p:sp>
      <p:sp>
        <p:nvSpPr>
          <p:cNvPr id="5" name="Shape 3">
            <a:extLst>
              <a:ext uri="{FF2B5EF4-FFF2-40B4-BE49-F238E27FC236}">
                <a16:creationId xmlns:a16="http://schemas.microsoft.com/office/drawing/2014/main" id="{F7600466-D16D-33D0-305D-0646B09CC9B9}"/>
              </a:ext>
            </a:extLst>
          </p:cNvPr>
          <p:cNvSpPr/>
          <p:nvPr/>
        </p:nvSpPr>
        <p:spPr>
          <a:xfrm>
            <a:off x="11074972" y="4754880"/>
            <a:ext cx="408920" cy="408920"/>
          </a:xfrm>
          <a:prstGeom prst="rect">
            <a:avLst/>
          </a:prstGeom>
          <a:ln w="12700">
            <a:solidFill>
              <a:srgbClr val="C6890F">
                <a:alpha val="14000"/>
              </a:srgbClr>
            </a:solidFill>
            <a:prstDash val="solid"/>
          </a:ln>
        </p:spPr>
        <p:txBody>
          <a:bodyPr/>
          <a:lstStyle/>
          <a:p>
            <a:endParaRPr lang="en-US" sz="1800"/>
          </a:p>
        </p:txBody>
      </p:sp>
      <p:sp>
        <p:nvSpPr>
          <p:cNvPr id="6" name="Shape 4">
            <a:extLst>
              <a:ext uri="{FF2B5EF4-FFF2-40B4-BE49-F238E27FC236}">
                <a16:creationId xmlns:a16="http://schemas.microsoft.com/office/drawing/2014/main" id="{2E6114CB-720C-0133-505D-718289D90EDC}"/>
              </a:ext>
            </a:extLst>
          </p:cNvPr>
          <p:cNvSpPr/>
          <p:nvPr/>
        </p:nvSpPr>
        <p:spPr>
          <a:xfrm>
            <a:off x="9648508" y="5230368"/>
            <a:ext cx="408920" cy="408920"/>
          </a:xfrm>
          <a:prstGeom prst="rect">
            <a:avLst/>
          </a:prstGeom>
          <a:ln w="12700">
            <a:solidFill>
              <a:srgbClr val="C6890F">
                <a:alpha val="14000"/>
              </a:srgbClr>
            </a:solidFill>
            <a:prstDash val="solid"/>
          </a:ln>
        </p:spPr>
        <p:txBody>
          <a:bodyPr/>
          <a:lstStyle/>
          <a:p>
            <a:endParaRPr lang="en-US" sz="1800"/>
          </a:p>
        </p:txBody>
      </p:sp>
      <p:sp>
        <p:nvSpPr>
          <p:cNvPr id="7" name="Shape 5">
            <a:extLst>
              <a:ext uri="{FF2B5EF4-FFF2-40B4-BE49-F238E27FC236}">
                <a16:creationId xmlns:a16="http://schemas.microsoft.com/office/drawing/2014/main" id="{4D0A0341-8598-8FDB-E407-A5DDDBE57DD0}"/>
              </a:ext>
            </a:extLst>
          </p:cNvPr>
          <p:cNvSpPr/>
          <p:nvPr/>
        </p:nvSpPr>
        <p:spPr>
          <a:xfrm>
            <a:off x="10123996" y="5230368"/>
            <a:ext cx="408920" cy="408920"/>
          </a:xfrm>
          <a:prstGeom prst="rect">
            <a:avLst/>
          </a:prstGeom>
          <a:ln w="12700">
            <a:solidFill>
              <a:srgbClr val="C6890F">
                <a:alpha val="14000"/>
              </a:srgbClr>
            </a:solidFill>
            <a:prstDash val="solid"/>
          </a:ln>
        </p:spPr>
        <p:txBody>
          <a:bodyPr/>
          <a:lstStyle/>
          <a:p>
            <a:endParaRPr lang="en-US" sz="1800"/>
          </a:p>
        </p:txBody>
      </p:sp>
      <p:sp>
        <p:nvSpPr>
          <p:cNvPr id="8" name="Shape 6">
            <a:extLst>
              <a:ext uri="{FF2B5EF4-FFF2-40B4-BE49-F238E27FC236}">
                <a16:creationId xmlns:a16="http://schemas.microsoft.com/office/drawing/2014/main" id="{E42C9AAF-61E0-C398-E92A-83613141E336}"/>
              </a:ext>
            </a:extLst>
          </p:cNvPr>
          <p:cNvSpPr/>
          <p:nvPr/>
        </p:nvSpPr>
        <p:spPr>
          <a:xfrm>
            <a:off x="10599484" y="5230368"/>
            <a:ext cx="408920" cy="408920"/>
          </a:xfrm>
          <a:prstGeom prst="rect">
            <a:avLst/>
          </a:prstGeom>
          <a:ln w="12700">
            <a:solidFill>
              <a:srgbClr val="C6890F">
                <a:alpha val="14000"/>
              </a:srgbClr>
            </a:solidFill>
            <a:prstDash val="solid"/>
          </a:ln>
        </p:spPr>
        <p:txBody>
          <a:bodyPr/>
          <a:lstStyle/>
          <a:p>
            <a:endParaRPr lang="en-US" sz="1800"/>
          </a:p>
        </p:txBody>
      </p:sp>
      <p:sp>
        <p:nvSpPr>
          <p:cNvPr id="9" name="Shape 7">
            <a:extLst>
              <a:ext uri="{FF2B5EF4-FFF2-40B4-BE49-F238E27FC236}">
                <a16:creationId xmlns:a16="http://schemas.microsoft.com/office/drawing/2014/main" id="{D7F3CF84-11DE-844B-CF58-1D79B557B528}"/>
              </a:ext>
            </a:extLst>
          </p:cNvPr>
          <p:cNvSpPr/>
          <p:nvPr/>
        </p:nvSpPr>
        <p:spPr>
          <a:xfrm>
            <a:off x="11074972" y="5230368"/>
            <a:ext cx="408920" cy="408920"/>
          </a:xfrm>
          <a:prstGeom prst="rect">
            <a:avLst/>
          </a:prstGeom>
          <a:ln w="12700">
            <a:solidFill>
              <a:srgbClr val="C6890F">
                <a:alpha val="14000"/>
              </a:srgbClr>
            </a:solidFill>
            <a:prstDash val="solid"/>
          </a:ln>
        </p:spPr>
        <p:txBody>
          <a:bodyPr/>
          <a:lstStyle/>
          <a:p>
            <a:endParaRPr lang="en-US" sz="1800"/>
          </a:p>
        </p:txBody>
      </p:sp>
      <p:sp>
        <p:nvSpPr>
          <p:cNvPr id="10" name="Shape 8">
            <a:extLst>
              <a:ext uri="{FF2B5EF4-FFF2-40B4-BE49-F238E27FC236}">
                <a16:creationId xmlns:a16="http://schemas.microsoft.com/office/drawing/2014/main" id="{1FA6E8A3-C255-6C4C-F5BA-E7AF2410F1B7}"/>
              </a:ext>
            </a:extLst>
          </p:cNvPr>
          <p:cNvSpPr/>
          <p:nvPr/>
        </p:nvSpPr>
        <p:spPr>
          <a:xfrm>
            <a:off x="9648508" y="5705856"/>
            <a:ext cx="408920" cy="408920"/>
          </a:xfrm>
          <a:prstGeom prst="rect">
            <a:avLst/>
          </a:prstGeom>
          <a:ln w="12700">
            <a:solidFill>
              <a:srgbClr val="C6890F">
                <a:alpha val="14000"/>
              </a:srgbClr>
            </a:solidFill>
            <a:prstDash val="solid"/>
          </a:ln>
        </p:spPr>
        <p:txBody>
          <a:bodyPr/>
          <a:lstStyle/>
          <a:p>
            <a:endParaRPr lang="en-US" sz="1800"/>
          </a:p>
        </p:txBody>
      </p:sp>
      <p:sp>
        <p:nvSpPr>
          <p:cNvPr id="11" name="Shape 9">
            <a:extLst>
              <a:ext uri="{FF2B5EF4-FFF2-40B4-BE49-F238E27FC236}">
                <a16:creationId xmlns:a16="http://schemas.microsoft.com/office/drawing/2014/main" id="{0041A8FA-6B66-EC17-0436-C8DCDC002B35}"/>
              </a:ext>
            </a:extLst>
          </p:cNvPr>
          <p:cNvSpPr/>
          <p:nvPr/>
        </p:nvSpPr>
        <p:spPr>
          <a:xfrm>
            <a:off x="10123996" y="5705856"/>
            <a:ext cx="408920" cy="408920"/>
          </a:xfrm>
          <a:prstGeom prst="rect">
            <a:avLst/>
          </a:prstGeom>
          <a:ln w="12700">
            <a:solidFill>
              <a:srgbClr val="C6890F">
                <a:alpha val="14000"/>
              </a:srgbClr>
            </a:solidFill>
            <a:prstDash val="solid"/>
          </a:ln>
        </p:spPr>
        <p:txBody>
          <a:bodyPr/>
          <a:lstStyle/>
          <a:p>
            <a:endParaRPr lang="en-US" sz="1800"/>
          </a:p>
        </p:txBody>
      </p:sp>
      <p:sp>
        <p:nvSpPr>
          <p:cNvPr id="12" name="Shape 10">
            <a:extLst>
              <a:ext uri="{FF2B5EF4-FFF2-40B4-BE49-F238E27FC236}">
                <a16:creationId xmlns:a16="http://schemas.microsoft.com/office/drawing/2014/main" id="{444A3CC8-BA68-A200-9168-76B29091BCA0}"/>
              </a:ext>
            </a:extLst>
          </p:cNvPr>
          <p:cNvSpPr/>
          <p:nvPr/>
        </p:nvSpPr>
        <p:spPr>
          <a:xfrm>
            <a:off x="10599484" y="5705856"/>
            <a:ext cx="408920" cy="408920"/>
          </a:xfrm>
          <a:prstGeom prst="rect">
            <a:avLst/>
          </a:prstGeom>
          <a:ln w="12700">
            <a:solidFill>
              <a:srgbClr val="C6890F">
                <a:alpha val="14000"/>
              </a:srgbClr>
            </a:solidFill>
            <a:prstDash val="solid"/>
          </a:ln>
        </p:spPr>
        <p:txBody>
          <a:bodyPr/>
          <a:lstStyle/>
          <a:p>
            <a:endParaRPr lang="en-US" sz="1800"/>
          </a:p>
        </p:txBody>
      </p:sp>
      <p:sp>
        <p:nvSpPr>
          <p:cNvPr id="13" name="Shape 11">
            <a:extLst>
              <a:ext uri="{FF2B5EF4-FFF2-40B4-BE49-F238E27FC236}">
                <a16:creationId xmlns:a16="http://schemas.microsoft.com/office/drawing/2014/main" id="{1A5AB679-7988-A3CE-226E-9C61F4096137}"/>
              </a:ext>
            </a:extLst>
          </p:cNvPr>
          <p:cNvSpPr/>
          <p:nvPr/>
        </p:nvSpPr>
        <p:spPr>
          <a:xfrm>
            <a:off x="11074972" y="5705856"/>
            <a:ext cx="408920" cy="408920"/>
          </a:xfrm>
          <a:prstGeom prst="rect">
            <a:avLst/>
          </a:prstGeom>
          <a:ln w="12700">
            <a:solidFill>
              <a:srgbClr val="C6890F">
                <a:alpha val="14000"/>
              </a:srgbClr>
            </a:solidFill>
            <a:prstDash val="solid"/>
          </a:ln>
        </p:spPr>
        <p:txBody>
          <a:bodyPr/>
          <a:lstStyle/>
          <a:p>
            <a:endParaRPr lang="en-US" sz="1800"/>
          </a:p>
        </p:txBody>
      </p:sp>
      <p:sp>
        <p:nvSpPr>
          <p:cNvPr id="14" name="Shape 12">
            <a:extLst>
              <a:ext uri="{FF2B5EF4-FFF2-40B4-BE49-F238E27FC236}">
                <a16:creationId xmlns:a16="http://schemas.microsoft.com/office/drawing/2014/main" id="{BB3E4C68-0EC4-3C06-B4E0-736820783D56}"/>
              </a:ext>
            </a:extLst>
          </p:cNvPr>
          <p:cNvSpPr/>
          <p:nvPr/>
        </p:nvSpPr>
        <p:spPr>
          <a:xfrm>
            <a:off x="9785668"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5" name="Shape 13">
            <a:extLst>
              <a:ext uri="{FF2B5EF4-FFF2-40B4-BE49-F238E27FC236}">
                <a16:creationId xmlns:a16="http://schemas.microsoft.com/office/drawing/2014/main" id="{2B2DA86E-B60A-FAE8-D380-C48AEBD1B13A}"/>
              </a:ext>
            </a:extLst>
          </p:cNvPr>
          <p:cNvSpPr/>
          <p:nvPr/>
        </p:nvSpPr>
        <p:spPr>
          <a:xfrm>
            <a:off x="9944408" y="798820"/>
            <a:ext cx="249448" cy="249448"/>
          </a:xfrm>
          <a:prstGeom prst="ellipse">
            <a:avLst/>
          </a:prstGeom>
          <a:ln w="28575">
            <a:solidFill>
              <a:srgbClr val="C6890F">
                <a:alpha val="85000"/>
              </a:srgbClr>
            </a:solidFill>
            <a:prstDash val="solid"/>
          </a:ln>
        </p:spPr>
        <p:txBody>
          <a:bodyPr/>
          <a:lstStyle/>
          <a:p>
            <a:endParaRPr lang="en-US" sz="1800"/>
          </a:p>
        </p:txBody>
      </p:sp>
      <p:sp>
        <p:nvSpPr>
          <p:cNvPr id="16" name="Shape 14">
            <a:extLst>
              <a:ext uri="{FF2B5EF4-FFF2-40B4-BE49-F238E27FC236}">
                <a16:creationId xmlns:a16="http://schemas.microsoft.com/office/drawing/2014/main" id="{496EBA41-A758-2D04-A056-436FA94F9548}"/>
              </a:ext>
            </a:extLst>
          </p:cNvPr>
          <p:cNvSpPr/>
          <p:nvPr/>
        </p:nvSpPr>
        <p:spPr>
          <a:xfrm>
            <a:off x="10511336"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7" name="Shape 15">
            <a:extLst>
              <a:ext uri="{FF2B5EF4-FFF2-40B4-BE49-F238E27FC236}">
                <a16:creationId xmlns:a16="http://schemas.microsoft.com/office/drawing/2014/main" id="{3C165860-4687-5B0C-583B-199D2A72C351}"/>
              </a:ext>
            </a:extLst>
          </p:cNvPr>
          <p:cNvSpPr/>
          <p:nvPr/>
        </p:nvSpPr>
        <p:spPr>
          <a:xfrm>
            <a:off x="10670076" y="798820"/>
            <a:ext cx="249448" cy="249448"/>
          </a:xfrm>
          <a:prstGeom prst="ellipse">
            <a:avLst/>
          </a:prstGeom>
          <a:ln w="28575">
            <a:solidFill>
              <a:srgbClr val="C6890F">
                <a:alpha val="85000"/>
              </a:srgbClr>
            </a:solidFill>
            <a:prstDash val="solid"/>
          </a:ln>
        </p:spPr>
        <p:txBody>
          <a:bodyPr/>
          <a:lstStyle/>
          <a:p>
            <a:endParaRPr lang="en-US" sz="1800"/>
          </a:p>
        </p:txBody>
      </p:sp>
      <p:sp>
        <p:nvSpPr>
          <p:cNvPr id="18" name="Shape 16">
            <a:extLst>
              <a:ext uri="{FF2B5EF4-FFF2-40B4-BE49-F238E27FC236}">
                <a16:creationId xmlns:a16="http://schemas.microsoft.com/office/drawing/2014/main" id="{1A5D0D34-3FC9-E2A8-5514-A1210D0392F3}"/>
              </a:ext>
            </a:extLst>
          </p:cNvPr>
          <p:cNvSpPr/>
          <p:nvPr/>
        </p:nvSpPr>
        <p:spPr>
          <a:xfrm>
            <a:off x="10749446" y="878190"/>
            <a:ext cx="90708" cy="90708"/>
          </a:xfrm>
          <a:prstGeom prst="ellipse">
            <a:avLst/>
          </a:prstGeom>
          <a:solidFill>
            <a:srgbClr val="2E9BC4">
              <a:alpha val="85000"/>
            </a:srgbClr>
          </a:solidFill>
          <a:ln/>
        </p:spPr>
        <p:txBody>
          <a:bodyPr/>
          <a:lstStyle/>
          <a:p>
            <a:endParaRPr lang="en-US" sz="1800"/>
          </a:p>
        </p:txBody>
      </p:sp>
      <p:sp>
        <p:nvSpPr>
          <p:cNvPr id="22" name="Text 20">
            <a:extLst>
              <a:ext uri="{FF2B5EF4-FFF2-40B4-BE49-F238E27FC236}">
                <a16:creationId xmlns:a16="http://schemas.microsoft.com/office/drawing/2014/main" id="{D447DEB4-DA24-D05E-3562-60DED0B34961}"/>
              </a:ext>
            </a:extLst>
          </p:cNvPr>
          <p:cNvSpPr txBox="1"/>
          <p:nvPr/>
        </p:nvSpPr>
        <p:spPr>
          <a:xfrm>
            <a:off x="605092" y="2651760"/>
            <a:ext cx="10515600" cy="1097280"/>
          </a:xfrm>
          <a:prstGeom prst="rect">
            <a:avLst/>
          </a:prstGeom>
          <a:noFill/>
          <a:ln/>
        </p:spPr>
        <p:txBody>
          <a:bodyPr wrap="square" lIns="0" tIns="0" rIns="0" bIns="0" rtlCol="0" anchor="ctr"/>
          <a:lstStyle/>
          <a:p>
            <a:r>
              <a:rPr lang="en-US" sz="5000" b="1">
                <a:solidFill>
                  <a:srgbClr val="C6890F"/>
                </a:solidFill>
                <a:latin typeface="Arial"/>
                <a:cs typeface="Arial"/>
              </a:rPr>
              <a:t>Key Requirements</a:t>
            </a:r>
          </a:p>
        </p:txBody>
      </p:sp>
      <p:sp>
        <p:nvSpPr>
          <p:cNvPr id="23" name="Shape 21">
            <a:extLst>
              <a:ext uri="{FF2B5EF4-FFF2-40B4-BE49-F238E27FC236}">
                <a16:creationId xmlns:a16="http://schemas.microsoft.com/office/drawing/2014/main" id="{3879DC29-3585-B458-F226-63A598978FEE}"/>
              </a:ext>
            </a:extLst>
          </p:cNvPr>
          <p:cNvSpPr/>
          <p:nvPr/>
        </p:nvSpPr>
        <p:spPr>
          <a:xfrm>
            <a:off x="659956" y="3886200"/>
            <a:ext cx="3108960" cy="0"/>
          </a:xfrm>
          <a:prstGeom prst="line">
            <a:avLst/>
          </a:prstGeom>
          <a:noFill/>
          <a:ln w="25400">
            <a:solidFill>
              <a:srgbClr val="C6890F"/>
            </a:solidFill>
            <a:prstDash val="solid"/>
          </a:ln>
        </p:spPr>
        <p:txBody>
          <a:bodyPr/>
          <a:lstStyle/>
          <a:p>
            <a:endParaRPr lang="en-US" sz="1800"/>
          </a:p>
        </p:txBody>
      </p:sp>
      <p:sp>
        <p:nvSpPr>
          <p:cNvPr id="24" name="Slide Number Placeholder 23">
            <a:extLst>
              <a:ext uri="{FF2B5EF4-FFF2-40B4-BE49-F238E27FC236}">
                <a16:creationId xmlns:a16="http://schemas.microsoft.com/office/drawing/2014/main" id="{38E1B1E3-6FC8-138F-AF79-5DB8427D0EA9}"/>
              </a:ext>
            </a:extLst>
          </p:cNvPr>
          <p:cNvSpPr>
            <a:spLocks noGrp="1"/>
          </p:cNvSpPr>
          <p:nvPr>
            <p:ph type="sldNum" sz="quarter" idx="11"/>
          </p:nvPr>
        </p:nvSpPr>
        <p:spPr/>
        <p:txBody>
          <a:bodyPr/>
          <a:lstStyle/>
          <a:p>
            <a:fld id="{6ACAF18C-C32B-5246-8B79-94468F598665}" type="slidenum">
              <a:rPr lang="en-US" dirty="0" smtClean="0">
                <a:solidFill>
                  <a:schemeClr val="bg1">
                    <a:lumMod val="85000"/>
                  </a:schemeClr>
                </a:solidFill>
              </a:rPr>
              <a:t>13</a:t>
            </a:fld>
            <a:endParaRPr lang="en-US">
              <a:solidFill>
                <a:schemeClr val="bg1">
                  <a:lumMod val="85000"/>
                </a:schemeClr>
              </a:solidFill>
            </a:endParaRPr>
          </a:p>
        </p:txBody>
      </p:sp>
      <p:sp>
        <p:nvSpPr>
          <p:cNvPr id="19" name="Text 19">
            <a:extLst>
              <a:ext uri="{FF2B5EF4-FFF2-40B4-BE49-F238E27FC236}">
                <a16:creationId xmlns:a16="http://schemas.microsoft.com/office/drawing/2014/main" id="{0F23B3FB-9542-7A37-BA19-825875F1DB8E}"/>
              </a:ext>
            </a:extLst>
          </p:cNvPr>
          <p:cNvSpPr txBox="1"/>
          <p:nvPr/>
        </p:nvSpPr>
        <p:spPr>
          <a:xfrm>
            <a:off x="641500" y="2194881"/>
            <a:ext cx="8227457" cy="36566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kern="0" spc="300">
                <a:solidFill>
                  <a:srgbClr val="2E9BC4"/>
                </a:solidFill>
                <a:latin typeface="Arial"/>
                <a:ea typeface="Arial" pitchFamily="34" charset="-122"/>
                <a:cs typeface="Arial"/>
              </a:rPr>
              <a:t>ASEN 4018-013</a:t>
            </a:r>
            <a:endParaRPr lang="en-US" sz="1400">
              <a:latin typeface="Arial"/>
              <a:cs typeface="Arial"/>
            </a:endParaRPr>
          </a:p>
        </p:txBody>
      </p:sp>
    </p:spTree>
    <p:extLst>
      <p:ext uri="{BB962C8B-B14F-4D97-AF65-F5344CB8AC3E}">
        <p14:creationId xmlns:p14="http://schemas.microsoft.com/office/powerpoint/2010/main" val="21266367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643D0-CF66-DCFD-DEF7-4BD0DFAEDEB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3BB35C5-545D-8472-F952-891C033177E2}"/>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FA4687EF-3BA3-A03A-4F92-0171F010B72D}"/>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9E61BC0E-72D0-D614-7514-F6683FB6E537}"/>
              </a:ext>
            </a:extLst>
          </p:cNvPr>
          <p:cNvSpPr txBox="1"/>
          <p:nvPr/>
        </p:nvSpPr>
        <p:spPr>
          <a:xfrm>
            <a:off x="1281748" y="365760"/>
            <a:ext cx="7680960" cy="658368"/>
          </a:xfrm>
          <a:prstGeom prst="rect">
            <a:avLst/>
          </a:prstGeom>
          <a:noFill/>
          <a:ln/>
        </p:spPr>
        <p:txBody>
          <a:bodyPr wrap="square" lIns="0" tIns="0" rIns="0" bIns="0" rtlCol="0" anchor="ctr"/>
          <a:lstStyle/>
          <a:p>
            <a:pPr marL="0" indent="0" algn="l">
              <a:buNone/>
            </a:pPr>
            <a:r>
              <a:rPr lang="en-US" sz="2800" b="1">
                <a:latin typeface="Arial" panose="020B0604020202020204" pitchFamily="34" charset="0"/>
                <a:cs typeface="Arial" panose="020B0604020202020204" pitchFamily="34" charset="0"/>
              </a:rPr>
              <a:t>UAS-L1 Requirements</a:t>
            </a:r>
          </a:p>
        </p:txBody>
      </p:sp>
      <p:sp>
        <p:nvSpPr>
          <p:cNvPr id="7" name="Slide Number Placeholder 6">
            <a:extLst>
              <a:ext uri="{FF2B5EF4-FFF2-40B4-BE49-F238E27FC236}">
                <a16:creationId xmlns:a16="http://schemas.microsoft.com/office/drawing/2014/main" id="{07E71F18-DDA6-1D17-3E96-444C613EB02F}"/>
              </a:ext>
            </a:extLst>
          </p:cNvPr>
          <p:cNvSpPr>
            <a:spLocks noGrp="1"/>
          </p:cNvSpPr>
          <p:nvPr>
            <p:ph type="sldNum" sz="quarter" idx="11"/>
          </p:nvPr>
        </p:nvSpPr>
        <p:spPr>
          <a:xfrm>
            <a:off x="9163921" y="6523993"/>
            <a:ext cx="2743200" cy="365125"/>
          </a:xfrm>
        </p:spPr>
        <p:txBody>
          <a:bodyPr/>
          <a:lstStyle/>
          <a:p>
            <a:fld id="{6ACAF18C-C32B-5246-8B79-94468F598665}" type="slidenum">
              <a:rPr lang="en-US" smtClean="0"/>
              <a:t>14</a:t>
            </a:fld>
            <a:endParaRPr lang="en-US"/>
          </a:p>
        </p:txBody>
      </p:sp>
      <p:sp>
        <p:nvSpPr>
          <p:cNvPr id="8" name="Shape 2">
            <a:extLst>
              <a:ext uri="{FF2B5EF4-FFF2-40B4-BE49-F238E27FC236}">
                <a16:creationId xmlns:a16="http://schemas.microsoft.com/office/drawing/2014/main" id="{2C0DECAC-AEAF-DCA6-22E4-6AD14436C349}"/>
              </a:ext>
            </a:extLst>
          </p:cNvPr>
          <p:cNvSpPr/>
          <p:nvPr/>
        </p:nvSpPr>
        <p:spPr>
          <a:xfrm>
            <a:off x="9998110" y="457200"/>
            <a:ext cx="1735230" cy="329184"/>
          </a:xfrm>
          <a:prstGeom prst="roundRect">
            <a:avLst>
              <a:gd name="adj" fmla="val 50000"/>
            </a:avLst>
          </a:prstGeom>
          <a:solidFill>
            <a:srgbClr val="C6890F"/>
          </a:solidFill>
          <a:ln/>
        </p:spPr>
        <p:txBody>
          <a:bodyPr lIns="91440" tIns="45720" rIns="91440" bIns="45720" anchor="ctr"/>
          <a:lstStyle/>
          <a:p>
            <a:pPr algn="ctr"/>
            <a:r>
              <a:rPr lang="en-US" sz="1000" b="1">
                <a:latin typeface="Arial" panose="020B0604020202020204" pitchFamily="34" charset="0"/>
                <a:cs typeface="Arial" panose="020B0604020202020204" pitchFamily="34" charset="0"/>
              </a:rPr>
              <a:t>Key Requirements</a:t>
            </a:r>
          </a:p>
        </p:txBody>
      </p:sp>
      <p:graphicFrame>
        <p:nvGraphicFramePr>
          <p:cNvPr id="9" name="Table 8">
            <a:extLst>
              <a:ext uri="{FF2B5EF4-FFF2-40B4-BE49-F238E27FC236}">
                <a16:creationId xmlns:a16="http://schemas.microsoft.com/office/drawing/2014/main" id="{86AFAEF1-E970-160E-2DFD-55BA90DF8764}"/>
              </a:ext>
            </a:extLst>
          </p:cNvPr>
          <p:cNvGraphicFramePr>
            <a:graphicFrameLocks noGrp="1"/>
          </p:cNvGraphicFramePr>
          <p:nvPr>
            <p:extLst>
              <p:ext uri="{D42A27DB-BD31-4B8C-83A1-F6EECF244321}">
                <p14:modId xmlns:p14="http://schemas.microsoft.com/office/powerpoint/2010/main" val="3911408179"/>
              </p:ext>
            </p:extLst>
          </p:nvPr>
        </p:nvGraphicFramePr>
        <p:xfrm>
          <a:off x="4901345" y="4081382"/>
          <a:ext cx="6819899" cy="1895475"/>
        </p:xfrm>
        <a:graphic>
          <a:graphicData uri="http://schemas.openxmlformats.org/drawingml/2006/table">
            <a:tbl>
              <a:tblPr>
                <a:tableStyleId>{5C22544A-7EE6-4342-B048-85BDC9FD1C3A}</a:tableStyleId>
              </a:tblPr>
              <a:tblGrid>
                <a:gridCol w="2069137">
                  <a:extLst>
                    <a:ext uri="{9D8B030D-6E8A-4147-A177-3AD203B41FA5}">
                      <a16:colId xmlns:a16="http://schemas.microsoft.com/office/drawing/2014/main" val="435839589"/>
                    </a:ext>
                  </a:extLst>
                </a:gridCol>
                <a:gridCol w="4750762">
                  <a:extLst>
                    <a:ext uri="{9D8B030D-6E8A-4147-A177-3AD203B41FA5}">
                      <a16:colId xmlns:a16="http://schemas.microsoft.com/office/drawing/2014/main" val="78061851"/>
                    </a:ext>
                  </a:extLst>
                </a:gridCol>
              </a:tblGrid>
              <a:tr h="200025">
                <a:tc>
                  <a:txBody>
                    <a:bodyPr/>
                    <a:lstStyle/>
                    <a:p>
                      <a:pPr algn="l" fontAlgn="ctr">
                        <a:buNone/>
                      </a:pPr>
                      <a:r>
                        <a:rPr lang="en-US" sz="1100" u="none" strike="noStrike">
                          <a:effectLst/>
                          <a:latin typeface="Arial"/>
                          <a:cs typeface="Arial"/>
                        </a:rPr>
                        <a:t>UAS-4</a:t>
                      </a:r>
                      <a:endParaRPr lang="en-US" sz="1100" b="1" i="0" u="none" strike="noStrike">
                        <a:solidFill>
                          <a:srgbClr val="000000"/>
                        </a:solidFill>
                        <a:effectLst/>
                        <a:latin typeface="Arial"/>
                        <a:cs typeface="Arial"/>
                      </a:endParaRPr>
                    </a:p>
                  </a:txBody>
                  <a:tcPr marL="9525" marR="9525" marT="9525" anchor="ctr"/>
                </a:tc>
                <a:tc>
                  <a:txBody>
                    <a:bodyPr/>
                    <a:lstStyle/>
                    <a:p>
                      <a:pPr lvl="0" algn="l">
                        <a:lnSpc>
                          <a:spcPct val="100000"/>
                        </a:lnSpc>
                        <a:spcBef>
                          <a:spcPts val="0"/>
                        </a:spcBef>
                        <a:spcAft>
                          <a:spcPts val="0"/>
                        </a:spcAft>
                        <a:buNone/>
                      </a:pPr>
                      <a:r>
                        <a:rPr lang="en-US" sz="1100" b="0" i="0" u="none" strike="noStrike" noProof="0">
                          <a:solidFill>
                            <a:srgbClr val="000000"/>
                          </a:solidFill>
                          <a:effectLst/>
                          <a:latin typeface="Arial"/>
                          <a:cs typeface="Arial"/>
                        </a:rPr>
                        <a:t>The UAS shall provide the onboard computing required for aircraft controls, sensing, and navigation</a:t>
                      </a:r>
                    </a:p>
                  </a:txBody>
                  <a:tcPr marL="9525" marR="9525" marT="9525" anchor="ctr"/>
                </a:tc>
                <a:extLst>
                  <a:ext uri="{0D108BD9-81ED-4DB2-BD59-A6C34878D82A}">
                    <a16:rowId xmlns:a16="http://schemas.microsoft.com/office/drawing/2014/main" val="4173760607"/>
                  </a:ext>
                </a:extLst>
              </a:tr>
              <a:tr h="200025">
                <a:tc>
                  <a:txBody>
                    <a:bodyPr/>
                    <a:lstStyle/>
                    <a:p>
                      <a:pPr algn="l" fontAlgn="ctr">
                        <a:buNone/>
                      </a:pPr>
                      <a:r>
                        <a:rPr lang="en-US" sz="1100" u="none" strike="noStrike">
                          <a:effectLst/>
                          <a:latin typeface="Arial"/>
                          <a:cs typeface="Arial"/>
                        </a:rPr>
                        <a:t>UAS-10</a:t>
                      </a:r>
                      <a:endParaRPr lang="en-US" sz="1100" b="1" i="0" u="none" strike="noStrike">
                        <a:solidFill>
                          <a:srgbClr val="000000"/>
                        </a:solidFill>
                        <a:effectLst/>
                        <a:latin typeface="Arial"/>
                        <a:cs typeface="Arial"/>
                      </a:endParaRPr>
                    </a:p>
                  </a:txBody>
                  <a:tcPr marL="9525" marR="9525" marT="9525" anchor="ctr"/>
                </a:tc>
                <a:tc>
                  <a:txBody>
                    <a:bodyPr/>
                    <a:lstStyle/>
                    <a:p>
                      <a:pPr algn="l" fontAlgn="ctr">
                        <a:buNone/>
                      </a:pPr>
                      <a:r>
                        <a:rPr lang="en-US" sz="1100" u="none" strike="noStrike">
                          <a:effectLst/>
                          <a:latin typeface="Arial"/>
                          <a:cs typeface="Arial"/>
                        </a:rPr>
                        <a:t>The UAS shall detect an ArUco marker to within a </a:t>
                      </a:r>
                      <a:r>
                        <a:rPr lang="en-US" sz="1100" u="none" strike="noStrike">
                          <a:effectLst/>
                          <a:highlight>
                            <a:srgbClr val="FFED0C"/>
                          </a:highlight>
                          <a:latin typeface="Arial"/>
                          <a:cs typeface="Arial"/>
                        </a:rPr>
                        <a:t>30 cm radius of accuracy.</a:t>
                      </a:r>
                      <a:endParaRPr lang="en-US" sz="1100" b="0" i="0" u="none" strike="noStrike">
                        <a:solidFill>
                          <a:srgbClr val="000000"/>
                        </a:solidFill>
                        <a:effectLst/>
                        <a:highlight>
                          <a:srgbClr val="FFED0C"/>
                        </a:highlight>
                        <a:latin typeface="Arial"/>
                        <a:cs typeface="Arial"/>
                      </a:endParaRPr>
                    </a:p>
                  </a:txBody>
                  <a:tcPr marL="9525" marR="9525" marT="9525" anchor="ctr"/>
                </a:tc>
                <a:extLst>
                  <a:ext uri="{0D108BD9-81ED-4DB2-BD59-A6C34878D82A}">
                    <a16:rowId xmlns:a16="http://schemas.microsoft.com/office/drawing/2014/main" val="77007045"/>
                  </a:ext>
                </a:extLst>
              </a:tr>
              <a:tr h="200025">
                <a:tc>
                  <a:txBody>
                    <a:bodyPr/>
                    <a:lstStyle/>
                    <a:p>
                      <a:pPr algn="l" fontAlgn="ctr">
                        <a:buNone/>
                      </a:pPr>
                      <a:r>
                        <a:rPr lang="en-US" sz="1100" u="none" strike="noStrike">
                          <a:effectLst/>
                          <a:latin typeface="Arial"/>
                          <a:cs typeface="Arial"/>
                        </a:rPr>
                        <a:t>UAS-11</a:t>
                      </a:r>
                      <a:endParaRPr lang="en-US" sz="1100" b="1" i="0" u="none" strike="noStrike">
                        <a:solidFill>
                          <a:srgbClr val="000000"/>
                        </a:solidFill>
                        <a:effectLst/>
                        <a:latin typeface="Arial"/>
                        <a:cs typeface="Arial"/>
                      </a:endParaRPr>
                    </a:p>
                  </a:txBody>
                  <a:tcPr marL="9525" marR="9525" marT="9525" anchor="ctr"/>
                </a:tc>
                <a:tc>
                  <a:txBody>
                    <a:bodyPr/>
                    <a:lstStyle/>
                    <a:p>
                      <a:pPr algn="l" fontAlgn="ctr">
                        <a:buNone/>
                      </a:pPr>
                      <a:r>
                        <a:rPr lang="en-US" sz="1100" u="none" strike="noStrike">
                          <a:effectLst/>
                          <a:latin typeface="Arial"/>
                          <a:cs typeface="Arial"/>
                        </a:rPr>
                        <a:t>The UAS shall have autonomous manueverabiltiy capabilities.</a:t>
                      </a:r>
                      <a:endParaRPr lang="en-US" sz="1100" b="0" i="0" u="none" strike="noStrike">
                        <a:solidFill>
                          <a:srgbClr val="000000"/>
                        </a:solidFill>
                        <a:effectLst/>
                        <a:latin typeface="Arial"/>
                        <a:cs typeface="Arial"/>
                      </a:endParaRPr>
                    </a:p>
                  </a:txBody>
                  <a:tcPr marL="9525" marR="9525" marT="9525" anchor="ctr"/>
                </a:tc>
                <a:extLst>
                  <a:ext uri="{0D108BD9-81ED-4DB2-BD59-A6C34878D82A}">
                    <a16:rowId xmlns:a16="http://schemas.microsoft.com/office/drawing/2014/main" val="1258654709"/>
                  </a:ext>
                </a:extLst>
              </a:tr>
              <a:tr h="200025">
                <a:tc>
                  <a:txBody>
                    <a:bodyPr/>
                    <a:lstStyle/>
                    <a:p>
                      <a:pPr algn="l" fontAlgn="ctr">
                        <a:buNone/>
                      </a:pPr>
                      <a:r>
                        <a:rPr lang="en-US" sz="1100" u="none" strike="noStrike">
                          <a:effectLst/>
                          <a:latin typeface="Arial"/>
                          <a:cs typeface="Arial"/>
                        </a:rPr>
                        <a:t>UAS-12</a:t>
                      </a:r>
                      <a:endParaRPr lang="en-US" sz="1100" b="1" i="0" u="none" strike="noStrike">
                        <a:solidFill>
                          <a:srgbClr val="000000"/>
                        </a:solidFill>
                        <a:effectLst/>
                        <a:latin typeface="Arial"/>
                        <a:cs typeface="Arial"/>
                      </a:endParaRPr>
                    </a:p>
                  </a:txBody>
                  <a:tcPr marL="9525" marR="9525" marT="9525" anchor="ctr"/>
                </a:tc>
                <a:tc>
                  <a:txBody>
                    <a:bodyPr/>
                    <a:lstStyle/>
                    <a:p>
                      <a:pPr algn="l" fontAlgn="ctr">
                        <a:buNone/>
                      </a:pPr>
                      <a:r>
                        <a:rPr lang="en-US" sz="1100" u="none" strike="noStrike">
                          <a:effectLst/>
                          <a:latin typeface="Arial"/>
                          <a:cs typeface="Arial"/>
                        </a:rPr>
                        <a:t>The UAS shall have autonomous navigation capabilities.</a:t>
                      </a:r>
                      <a:endParaRPr lang="en-US" sz="1100" b="0" i="0" u="none" strike="noStrike">
                        <a:solidFill>
                          <a:srgbClr val="000000"/>
                        </a:solidFill>
                        <a:effectLst/>
                        <a:latin typeface="Arial"/>
                        <a:cs typeface="Arial"/>
                      </a:endParaRPr>
                    </a:p>
                  </a:txBody>
                  <a:tcPr marL="9525" marR="9525" marT="9525" anchor="ctr"/>
                </a:tc>
                <a:extLst>
                  <a:ext uri="{0D108BD9-81ED-4DB2-BD59-A6C34878D82A}">
                    <a16:rowId xmlns:a16="http://schemas.microsoft.com/office/drawing/2014/main" val="2961139370"/>
                  </a:ext>
                </a:extLst>
              </a:tr>
              <a:tr h="200025">
                <a:tc>
                  <a:txBody>
                    <a:bodyPr/>
                    <a:lstStyle/>
                    <a:p>
                      <a:pPr algn="l" fontAlgn="ctr">
                        <a:buNone/>
                      </a:pPr>
                      <a:r>
                        <a:rPr lang="en-US" sz="1100" u="none" strike="noStrike">
                          <a:effectLst/>
                          <a:latin typeface="Arial"/>
                          <a:cs typeface="Arial"/>
                        </a:rPr>
                        <a:t>UAS-13</a:t>
                      </a:r>
                      <a:endParaRPr lang="en-US" sz="1100" b="1" i="0" u="none" strike="noStrike">
                        <a:solidFill>
                          <a:srgbClr val="000000"/>
                        </a:solidFill>
                        <a:effectLst/>
                        <a:latin typeface="Arial"/>
                        <a:cs typeface="Arial"/>
                      </a:endParaRPr>
                    </a:p>
                  </a:txBody>
                  <a:tcPr marL="9525" marR="9525" marT="9525" anchor="ctr"/>
                </a:tc>
                <a:tc>
                  <a:txBody>
                    <a:bodyPr/>
                    <a:lstStyle/>
                    <a:p>
                      <a:pPr algn="l" fontAlgn="ctr">
                        <a:buNone/>
                      </a:pPr>
                      <a:r>
                        <a:rPr lang="en-US" sz="1100" u="none" strike="noStrike">
                          <a:effectLst/>
                          <a:latin typeface="Arial"/>
                          <a:cs typeface="Arial"/>
                        </a:rPr>
                        <a:t>The UAS shall have an autonomous search procedure for the area of interest.</a:t>
                      </a:r>
                      <a:endParaRPr lang="en-US" sz="1100" b="0" i="0" u="none" strike="noStrike">
                        <a:solidFill>
                          <a:srgbClr val="000000"/>
                        </a:solidFill>
                        <a:effectLst/>
                        <a:latin typeface="Arial"/>
                        <a:cs typeface="Arial"/>
                      </a:endParaRPr>
                    </a:p>
                  </a:txBody>
                  <a:tcPr marL="9525" marR="9525" marT="9525" anchor="ctr"/>
                </a:tc>
                <a:extLst>
                  <a:ext uri="{0D108BD9-81ED-4DB2-BD59-A6C34878D82A}">
                    <a16:rowId xmlns:a16="http://schemas.microsoft.com/office/drawing/2014/main" val="3086772426"/>
                  </a:ext>
                </a:extLst>
              </a:tr>
              <a:tr h="200025">
                <a:tc>
                  <a:txBody>
                    <a:bodyPr/>
                    <a:lstStyle/>
                    <a:p>
                      <a:pPr algn="l" fontAlgn="ctr">
                        <a:buNone/>
                      </a:pPr>
                      <a:r>
                        <a:rPr lang="en-US" sz="1100" u="none" strike="noStrike">
                          <a:effectLst/>
                          <a:latin typeface="Arial"/>
                          <a:cs typeface="Arial"/>
                        </a:rPr>
                        <a:t>UAS-16</a:t>
                      </a:r>
                      <a:endParaRPr lang="en-US" sz="1100" b="1" i="0" u="none" strike="noStrike">
                        <a:solidFill>
                          <a:srgbClr val="000000"/>
                        </a:solidFill>
                        <a:effectLst/>
                        <a:latin typeface="Arial"/>
                        <a:cs typeface="Arial"/>
                      </a:endParaRPr>
                    </a:p>
                  </a:txBody>
                  <a:tcPr marL="9525" marR="9525" marT="9525" anchor="ctr"/>
                </a:tc>
                <a:tc>
                  <a:txBody>
                    <a:bodyPr/>
                    <a:lstStyle/>
                    <a:p>
                      <a:pPr algn="l" fontAlgn="ctr">
                        <a:buNone/>
                      </a:pPr>
                      <a:r>
                        <a:rPr lang="en-US" sz="1100" u="none" strike="noStrike">
                          <a:effectLst/>
                          <a:latin typeface="Arial"/>
                          <a:cs typeface="Arial"/>
                        </a:rPr>
                        <a:t>The UAS shall remain in the line of sight of the operator during operation.</a:t>
                      </a:r>
                      <a:endParaRPr lang="en-US" sz="1100" b="0" i="0" u="none" strike="noStrike">
                        <a:solidFill>
                          <a:srgbClr val="000000"/>
                        </a:solidFill>
                        <a:effectLst/>
                        <a:latin typeface="Arial"/>
                        <a:cs typeface="Arial"/>
                      </a:endParaRPr>
                    </a:p>
                  </a:txBody>
                  <a:tcPr marL="9525" marR="9525" marT="9525" anchor="ctr"/>
                </a:tc>
                <a:extLst>
                  <a:ext uri="{0D108BD9-81ED-4DB2-BD59-A6C34878D82A}">
                    <a16:rowId xmlns:a16="http://schemas.microsoft.com/office/drawing/2014/main" val="1400563708"/>
                  </a:ext>
                </a:extLst>
              </a:tr>
              <a:tr h="200025">
                <a:tc>
                  <a:txBody>
                    <a:bodyPr/>
                    <a:lstStyle/>
                    <a:p>
                      <a:pPr algn="l" fontAlgn="ctr">
                        <a:buNone/>
                      </a:pPr>
                      <a:r>
                        <a:rPr lang="en-US" sz="1100" u="none" strike="noStrike">
                          <a:effectLst/>
                          <a:latin typeface="Arial"/>
                          <a:cs typeface="Arial"/>
                        </a:rPr>
                        <a:t>UAS-17</a:t>
                      </a:r>
                      <a:endParaRPr lang="en-US" sz="1100" b="1" i="0" u="none" strike="noStrike">
                        <a:solidFill>
                          <a:srgbClr val="000000"/>
                        </a:solidFill>
                        <a:effectLst/>
                        <a:latin typeface="Arial"/>
                        <a:cs typeface="Arial"/>
                      </a:endParaRPr>
                    </a:p>
                  </a:txBody>
                  <a:tcPr marL="9525" marR="9525" marT="9525" anchor="ctr"/>
                </a:tc>
                <a:tc>
                  <a:txBody>
                    <a:bodyPr/>
                    <a:lstStyle/>
                    <a:p>
                      <a:pPr algn="l" fontAlgn="ctr">
                        <a:buNone/>
                      </a:pPr>
                      <a:r>
                        <a:rPr lang="en-US" sz="1100" u="none" strike="noStrike">
                          <a:effectLst/>
                          <a:latin typeface="Arial"/>
                          <a:cs typeface="Arial"/>
                        </a:rPr>
                        <a:t>The UAS shall have a </a:t>
                      </a:r>
                      <a:r>
                        <a:rPr lang="en-US" sz="1100" u="none" strike="noStrike">
                          <a:effectLst/>
                          <a:highlight>
                            <a:srgbClr val="FFED0C"/>
                          </a:highlight>
                          <a:latin typeface="Arial"/>
                          <a:cs typeface="Arial"/>
                        </a:rPr>
                        <a:t>manual override </a:t>
                      </a:r>
                      <a:r>
                        <a:rPr lang="en-US" sz="1100" u="none" strike="noStrike">
                          <a:effectLst/>
                          <a:latin typeface="Arial"/>
                          <a:cs typeface="Arial"/>
                        </a:rPr>
                        <a:t>control during flight.</a:t>
                      </a:r>
                      <a:endParaRPr lang="en-US" sz="1100" b="0" i="0" u="none" strike="noStrike">
                        <a:solidFill>
                          <a:srgbClr val="000000"/>
                        </a:solidFill>
                        <a:effectLst/>
                        <a:latin typeface="Arial"/>
                        <a:cs typeface="Arial"/>
                      </a:endParaRPr>
                    </a:p>
                  </a:txBody>
                  <a:tcPr marL="9525" marR="9525" marT="9525" anchor="ctr"/>
                </a:tc>
                <a:extLst>
                  <a:ext uri="{0D108BD9-81ED-4DB2-BD59-A6C34878D82A}">
                    <a16:rowId xmlns:a16="http://schemas.microsoft.com/office/drawing/2014/main" val="2473244613"/>
                  </a:ext>
                </a:extLst>
              </a:tr>
            </a:tbl>
          </a:graphicData>
        </a:graphic>
      </p:graphicFrame>
      <p:graphicFrame>
        <p:nvGraphicFramePr>
          <p:cNvPr id="10" name="Table 9">
            <a:extLst>
              <a:ext uri="{FF2B5EF4-FFF2-40B4-BE49-F238E27FC236}">
                <a16:creationId xmlns:a16="http://schemas.microsoft.com/office/drawing/2014/main" id="{4960C566-CB78-6616-83B6-A96EA5030F63}"/>
              </a:ext>
            </a:extLst>
          </p:cNvPr>
          <p:cNvGraphicFramePr>
            <a:graphicFrameLocks noGrp="1"/>
          </p:cNvGraphicFramePr>
          <p:nvPr>
            <p:extLst>
              <p:ext uri="{D42A27DB-BD31-4B8C-83A1-F6EECF244321}">
                <p14:modId xmlns:p14="http://schemas.microsoft.com/office/powerpoint/2010/main" val="3541244776"/>
              </p:ext>
            </p:extLst>
          </p:nvPr>
        </p:nvGraphicFramePr>
        <p:xfrm>
          <a:off x="4913440" y="1031358"/>
          <a:ext cx="6819900" cy="3067050"/>
        </p:xfrm>
        <a:graphic>
          <a:graphicData uri="http://schemas.openxmlformats.org/drawingml/2006/table">
            <a:tbl>
              <a:tblPr>
                <a:tableStyleId>{5C22544A-7EE6-4342-B048-85BDC9FD1C3A}</a:tableStyleId>
              </a:tblPr>
              <a:tblGrid>
                <a:gridCol w="2069137">
                  <a:extLst>
                    <a:ext uri="{9D8B030D-6E8A-4147-A177-3AD203B41FA5}">
                      <a16:colId xmlns:a16="http://schemas.microsoft.com/office/drawing/2014/main" val="2434538526"/>
                    </a:ext>
                  </a:extLst>
                </a:gridCol>
                <a:gridCol w="4750763">
                  <a:extLst>
                    <a:ext uri="{9D8B030D-6E8A-4147-A177-3AD203B41FA5}">
                      <a16:colId xmlns:a16="http://schemas.microsoft.com/office/drawing/2014/main" val="3026331449"/>
                    </a:ext>
                  </a:extLst>
                </a:gridCol>
              </a:tblGrid>
              <a:tr h="390525">
                <a:tc>
                  <a:txBody>
                    <a:bodyPr/>
                    <a:lstStyle/>
                    <a:p>
                      <a:pPr algn="l" fontAlgn="ctr">
                        <a:buNone/>
                      </a:pPr>
                      <a:r>
                        <a:rPr lang="en-US" sz="1100" u="none" strike="noStrike">
                          <a:effectLst/>
                          <a:latin typeface="Arial"/>
                          <a:cs typeface="Arial"/>
                        </a:rPr>
                        <a:t>UAS-1</a:t>
                      </a:r>
                      <a:endParaRPr lang="en-US" sz="1100" b="1" i="0" u="none" strike="noStrike">
                        <a:solidFill>
                          <a:srgbClr val="000000"/>
                        </a:solidFill>
                        <a:effectLst/>
                        <a:latin typeface="Arial"/>
                        <a:cs typeface="Arial"/>
                      </a:endParaRPr>
                    </a:p>
                  </a:txBody>
                  <a:tcPr marL="9525" marR="9525" marT="9525" anchor="ctr">
                    <a:solidFill>
                      <a:schemeClr val="accent4">
                        <a:lumMod val="20000"/>
                        <a:lumOff val="80000"/>
                      </a:schemeClr>
                    </a:solidFill>
                  </a:tcPr>
                </a:tc>
                <a:tc>
                  <a:txBody>
                    <a:bodyPr/>
                    <a:lstStyle/>
                    <a:p>
                      <a:pPr algn="l" fontAlgn="ctr">
                        <a:buNone/>
                      </a:pPr>
                      <a:r>
                        <a:rPr lang="en-US" sz="1100" u="none" strike="noStrike">
                          <a:effectLst/>
                          <a:latin typeface="Arial"/>
                          <a:cs typeface="Arial"/>
                        </a:rPr>
                        <a:t>The UAS multirotor platform shall contain communication equipment to transmit data to the rover.</a:t>
                      </a:r>
                      <a:endParaRPr lang="en-US" sz="1100" b="0" i="0" u="none" strike="noStrike">
                        <a:solidFill>
                          <a:srgbClr val="000000"/>
                        </a:solidFill>
                        <a:effectLst/>
                        <a:latin typeface="Arial"/>
                        <a:cs typeface="Arial"/>
                      </a:endParaRPr>
                    </a:p>
                  </a:txBody>
                  <a:tcPr marL="9525" marR="9525" marT="9525" anchor="ctr">
                    <a:solidFill>
                      <a:schemeClr val="accent4">
                        <a:lumMod val="20000"/>
                        <a:lumOff val="80000"/>
                      </a:schemeClr>
                    </a:solidFill>
                  </a:tcPr>
                </a:tc>
                <a:extLst>
                  <a:ext uri="{0D108BD9-81ED-4DB2-BD59-A6C34878D82A}">
                    <a16:rowId xmlns:a16="http://schemas.microsoft.com/office/drawing/2014/main" val="2952305426"/>
                  </a:ext>
                </a:extLst>
              </a:tr>
              <a:tr h="390525">
                <a:tc>
                  <a:txBody>
                    <a:bodyPr/>
                    <a:lstStyle/>
                    <a:p>
                      <a:pPr algn="l" fontAlgn="ctr">
                        <a:buNone/>
                      </a:pPr>
                      <a:r>
                        <a:rPr lang="en-US" sz="1100" u="none" strike="noStrike">
                          <a:effectLst/>
                          <a:latin typeface="Arial"/>
                          <a:cs typeface="Arial"/>
                        </a:rPr>
                        <a:t>UAS-2</a:t>
                      </a:r>
                      <a:endParaRPr lang="en-US" sz="1100" b="1" i="0" u="none" strike="noStrike">
                        <a:solidFill>
                          <a:srgbClr val="000000"/>
                        </a:solidFill>
                        <a:effectLst/>
                        <a:latin typeface="Arial"/>
                        <a:cs typeface="Arial"/>
                      </a:endParaRPr>
                    </a:p>
                  </a:txBody>
                  <a:tcPr marL="9525" marR="9525" marT="9525" anchor="ctr">
                    <a:solidFill>
                      <a:schemeClr val="accent4">
                        <a:lumMod val="20000"/>
                        <a:lumOff val="80000"/>
                      </a:schemeClr>
                    </a:solidFill>
                  </a:tcPr>
                </a:tc>
                <a:tc>
                  <a:txBody>
                    <a:bodyPr/>
                    <a:lstStyle/>
                    <a:p>
                      <a:pPr algn="l" fontAlgn="ctr">
                        <a:buNone/>
                      </a:pPr>
                      <a:r>
                        <a:rPr lang="en-US" sz="1100" u="none" strike="noStrike">
                          <a:effectLst/>
                          <a:latin typeface="Arial"/>
                          <a:cs typeface="Arial"/>
                        </a:rPr>
                        <a:t>The UAS shall provide power to the UAS GNCC, Propulsion, and Avionics Components.</a:t>
                      </a:r>
                      <a:endParaRPr lang="en-US" sz="1100" b="0" i="0" u="none" strike="noStrike">
                        <a:solidFill>
                          <a:srgbClr val="000000"/>
                        </a:solidFill>
                        <a:effectLst/>
                        <a:latin typeface="Arial"/>
                        <a:cs typeface="Arial"/>
                      </a:endParaRPr>
                    </a:p>
                  </a:txBody>
                  <a:tcPr marL="9525" marR="9525" marT="9525" anchor="ctr">
                    <a:solidFill>
                      <a:schemeClr val="accent4">
                        <a:lumMod val="20000"/>
                        <a:lumOff val="80000"/>
                      </a:schemeClr>
                    </a:solidFill>
                  </a:tcPr>
                </a:tc>
                <a:extLst>
                  <a:ext uri="{0D108BD9-81ED-4DB2-BD59-A6C34878D82A}">
                    <a16:rowId xmlns:a16="http://schemas.microsoft.com/office/drawing/2014/main" val="1592642118"/>
                  </a:ext>
                </a:extLst>
              </a:tr>
              <a:tr h="390525">
                <a:tc>
                  <a:txBody>
                    <a:bodyPr/>
                    <a:lstStyle/>
                    <a:p>
                      <a:pPr algn="l" fontAlgn="ctr">
                        <a:buNone/>
                      </a:pPr>
                      <a:r>
                        <a:rPr lang="en-US" sz="1100" u="none" strike="noStrike">
                          <a:effectLst/>
                          <a:latin typeface="Arial"/>
                          <a:cs typeface="Arial"/>
                        </a:rPr>
                        <a:t>UAS-3</a:t>
                      </a:r>
                      <a:endParaRPr lang="en-US" sz="1100" b="1" i="0" u="none" strike="noStrike">
                        <a:solidFill>
                          <a:srgbClr val="000000"/>
                        </a:solidFill>
                        <a:effectLst/>
                        <a:latin typeface="Arial"/>
                        <a:cs typeface="Arial"/>
                      </a:endParaRPr>
                    </a:p>
                  </a:txBody>
                  <a:tcPr marL="9525" marR="9525" marT="9525" anchor="ctr">
                    <a:solidFill>
                      <a:schemeClr val="accent4">
                        <a:lumMod val="20000"/>
                        <a:lumOff val="80000"/>
                      </a:schemeClr>
                    </a:solidFill>
                  </a:tcPr>
                </a:tc>
                <a:tc>
                  <a:txBody>
                    <a:bodyPr/>
                    <a:lstStyle/>
                    <a:p>
                      <a:pPr algn="l" fontAlgn="ctr">
                        <a:buNone/>
                      </a:pPr>
                      <a:r>
                        <a:rPr lang="en-US" sz="1100" u="none" strike="noStrike">
                          <a:effectLst/>
                          <a:latin typeface="Arial"/>
                          <a:cs typeface="Arial"/>
                        </a:rPr>
                        <a:t>The UAS shall provide mounting fixtures for the GNCC, Propulsion, and Power Subsystems.</a:t>
                      </a:r>
                      <a:endParaRPr lang="en-US" sz="1100" b="0" i="0" u="none" strike="noStrike">
                        <a:solidFill>
                          <a:srgbClr val="000000"/>
                        </a:solidFill>
                        <a:effectLst/>
                        <a:latin typeface="Arial"/>
                        <a:cs typeface="Arial"/>
                      </a:endParaRPr>
                    </a:p>
                  </a:txBody>
                  <a:tcPr marL="9525" marR="9525" marT="9525" anchor="ctr">
                    <a:solidFill>
                      <a:schemeClr val="accent4">
                        <a:lumMod val="20000"/>
                        <a:lumOff val="80000"/>
                      </a:schemeClr>
                    </a:solidFill>
                  </a:tcPr>
                </a:tc>
                <a:extLst>
                  <a:ext uri="{0D108BD9-81ED-4DB2-BD59-A6C34878D82A}">
                    <a16:rowId xmlns:a16="http://schemas.microsoft.com/office/drawing/2014/main" val="4161085541"/>
                  </a:ext>
                </a:extLst>
              </a:tr>
              <a:tr h="200025">
                <a:tc>
                  <a:txBody>
                    <a:bodyPr/>
                    <a:lstStyle/>
                    <a:p>
                      <a:pPr algn="l" fontAlgn="ctr">
                        <a:buNone/>
                      </a:pPr>
                      <a:r>
                        <a:rPr lang="en-US" sz="1100" u="none" strike="noStrike">
                          <a:effectLst/>
                          <a:latin typeface="Arial"/>
                          <a:cs typeface="Arial"/>
                        </a:rPr>
                        <a:t>UAS-5</a:t>
                      </a:r>
                      <a:endParaRPr lang="en-US" sz="1100" b="1" i="0" u="none" strike="noStrike">
                        <a:solidFill>
                          <a:srgbClr val="000000"/>
                        </a:solidFill>
                        <a:effectLst/>
                        <a:latin typeface="Arial"/>
                        <a:cs typeface="Arial"/>
                      </a:endParaRPr>
                    </a:p>
                  </a:txBody>
                  <a:tcPr marL="9525" marR="9525" marT="9525" anchor="ctr">
                    <a:solidFill>
                      <a:schemeClr val="accent4">
                        <a:lumMod val="20000"/>
                        <a:lumOff val="80000"/>
                      </a:schemeClr>
                    </a:solidFill>
                  </a:tcPr>
                </a:tc>
                <a:tc>
                  <a:txBody>
                    <a:bodyPr/>
                    <a:lstStyle/>
                    <a:p>
                      <a:pPr algn="l" fontAlgn="ctr">
                        <a:buNone/>
                      </a:pPr>
                      <a:r>
                        <a:rPr lang="en-US" sz="1100" u="none" strike="noStrike">
                          <a:effectLst/>
                          <a:highlight>
                            <a:srgbClr val="FFED0C"/>
                          </a:highlight>
                          <a:latin typeface="Arial"/>
                          <a:cs typeface="Arial"/>
                        </a:rPr>
                        <a:t>Structural testing </a:t>
                      </a:r>
                      <a:r>
                        <a:rPr lang="en-US" sz="1100" u="none" strike="noStrike">
                          <a:effectLst/>
                          <a:latin typeface="Arial"/>
                          <a:cs typeface="Arial"/>
                        </a:rPr>
                        <a:t>shall be completed for the UAS system</a:t>
                      </a:r>
                      <a:endParaRPr lang="en-US" sz="1100" b="0" i="0" u="none" strike="noStrike">
                        <a:solidFill>
                          <a:srgbClr val="000000"/>
                        </a:solidFill>
                        <a:effectLst/>
                        <a:latin typeface="Arial"/>
                        <a:cs typeface="Arial"/>
                      </a:endParaRPr>
                    </a:p>
                  </a:txBody>
                  <a:tcPr marL="9525" marR="9525" marT="9525" anchor="ctr">
                    <a:solidFill>
                      <a:schemeClr val="accent4">
                        <a:lumMod val="20000"/>
                        <a:lumOff val="80000"/>
                      </a:schemeClr>
                    </a:solidFill>
                  </a:tcPr>
                </a:tc>
                <a:extLst>
                  <a:ext uri="{0D108BD9-81ED-4DB2-BD59-A6C34878D82A}">
                    <a16:rowId xmlns:a16="http://schemas.microsoft.com/office/drawing/2014/main" val="102029238"/>
                  </a:ext>
                </a:extLst>
              </a:tr>
              <a:tr h="390525">
                <a:tc>
                  <a:txBody>
                    <a:bodyPr/>
                    <a:lstStyle/>
                    <a:p>
                      <a:pPr algn="l" fontAlgn="ctr">
                        <a:buNone/>
                      </a:pPr>
                      <a:r>
                        <a:rPr lang="en-US" sz="1100" u="none" strike="noStrike">
                          <a:effectLst/>
                          <a:latin typeface="Arial"/>
                          <a:cs typeface="Arial"/>
                        </a:rPr>
                        <a:t>UAS-6</a:t>
                      </a:r>
                      <a:endParaRPr lang="en-US" sz="1100" b="1" i="0" u="none" strike="noStrike">
                        <a:solidFill>
                          <a:srgbClr val="000000"/>
                        </a:solidFill>
                        <a:effectLst/>
                        <a:latin typeface="Arial"/>
                        <a:cs typeface="Arial"/>
                      </a:endParaRPr>
                    </a:p>
                  </a:txBody>
                  <a:tcPr marL="9525" marR="9525" marT="9525" anchor="ctr">
                    <a:solidFill>
                      <a:schemeClr val="accent4">
                        <a:lumMod val="20000"/>
                        <a:lumOff val="80000"/>
                      </a:schemeClr>
                    </a:solidFill>
                  </a:tcPr>
                </a:tc>
                <a:tc>
                  <a:txBody>
                    <a:bodyPr/>
                    <a:lstStyle/>
                    <a:p>
                      <a:pPr algn="l" fontAlgn="ctr">
                        <a:buNone/>
                      </a:pPr>
                      <a:r>
                        <a:rPr lang="en-US" sz="1100" u="none" strike="noStrike">
                          <a:effectLst/>
                          <a:latin typeface="Arial"/>
                          <a:cs typeface="Arial"/>
                        </a:rPr>
                        <a:t>The UAS shall have a volumetric footprint of at most </a:t>
                      </a:r>
                      <a:r>
                        <a:rPr lang="en-US" sz="1100" u="none" strike="noStrike">
                          <a:effectLst/>
                          <a:highlight>
                            <a:srgbClr val="FFED0C"/>
                          </a:highlight>
                          <a:latin typeface="Arial"/>
                          <a:cs typeface="Arial"/>
                        </a:rPr>
                        <a:t>50 cm length x 50 cm width x 30 cm height.</a:t>
                      </a:r>
                      <a:endParaRPr lang="en-US" sz="1100" b="0" i="0" u="none" strike="noStrike">
                        <a:solidFill>
                          <a:srgbClr val="000000"/>
                        </a:solidFill>
                        <a:effectLst/>
                        <a:highlight>
                          <a:srgbClr val="FFED0C"/>
                        </a:highlight>
                        <a:latin typeface="Arial"/>
                        <a:cs typeface="Arial"/>
                      </a:endParaRPr>
                    </a:p>
                  </a:txBody>
                  <a:tcPr marL="9525" marR="9525" marT="9525" anchor="ctr">
                    <a:solidFill>
                      <a:schemeClr val="accent4">
                        <a:lumMod val="20000"/>
                        <a:lumOff val="80000"/>
                      </a:schemeClr>
                    </a:solidFill>
                  </a:tcPr>
                </a:tc>
                <a:extLst>
                  <a:ext uri="{0D108BD9-81ED-4DB2-BD59-A6C34878D82A}">
                    <a16:rowId xmlns:a16="http://schemas.microsoft.com/office/drawing/2014/main" val="1229487268"/>
                  </a:ext>
                </a:extLst>
              </a:tr>
              <a:tr h="200025">
                <a:tc>
                  <a:txBody>
                    <a:bodyPr/>
                    <a:lstStyle/>
                    <a:p>
                      <a:pPr algn="l" fontAlgn="ctr">
                        <a:buNone/>
                      </a:pPr>
                      <a:r>
                        <a:rPr lang="en-US" sz="1100" u="none" strike="noStrike">
                          <a:effectLst/>
                          <a:latin typeface="Arial"/>
                          <a:cs typeface="Arial"/>
                        </a:rPr>
                        <a:t>UAS-7</a:t>
                      </a:r>
                      <a:endParaRPr lang="en-US" sz="1100" b="1" i="0" u="none" strike="noStrike">
                        <a:solidFill>
                          <a:srgbClr val="000000"/>
                        </a:solidFill>
                        <a:effectLst/>
                        <a:latin typeface="Arial"/>
                        <a:cs typeface="Arial"/>
                      </a:endParaRPr>
                    </a:p>
                  </a:txBody>
                  <a:tcPr marL="9525" marR="9525" marT="9525" anchor="ctr">
                    <a:solidFill>
                      <a:schemeClr val="accent4">
                        <a:lumMod val="20000"/>
                        <a:lumOff val="80000"/>
                      </a:schemeClr>
                    </a:solidFill>
                  </a:tcPr>
                </a:tc>
                <a:tc>
                  <a:txBody>
                    <a:bodyPr/>
                    <a:lstStyle/>
                    <a:p>
                      <a:pPr algn="l" fontAlgn="ctr">
                        <a:buNone/>
                      </a:pPr>
                      <a:r>
                        <a:rPr lang="en-US" sz="1100" u="none" strike="noStrike">
                          <a:effectLst/>
                          <a:latin typeface="Arial"/>
                          <a:cs typeface="Arial"/>
                        </a:rPr>
                        <a:t>The UAS shall have an endurance of at least </a:t>
                      </a:r>
                      <a:r>
                        <a:rPr lang="en-US" sz="1100" b="0" u="none" strike="noStrike">
                          <a:effectLst/>
                          <a:highlight>
                            <a:srgbClr val="FFED0C"/>
                          </a:highlight>
                          <a:latin typeface="Arial"/>
                          <a:cs typeface="Arial"/>
                        </a:rPr>
                        <a:t>15 minutes.</a:t>
                      </a:r>
                      <a:endParaRPr lang="en-US" sz="1100" b="0" i="0" u="none" strike="noStrike">
                        <a:solidFill>
                          <a:srgbClr val="000000"/>
                        </a:solidFill>
                        <a:effectLst/>
                        <a:highlight>
                          <a:srgbClr val="FFED0C"/>
                        </a:highlight>
                        <a:latin typeface="Arial"/>
                        <a:cs typeface="Arial"/>
                      </a:endParaRPr>
                    </a:p>
                  </a:txBody>
                  <a:tcPr marL="9525" marR="9525" marT="9525" anchor="ctr">
                    <a:solidFill>
                      <a:schemeClr val="accent4">
                        <a:lumMod val="20000"/>
                        <a:lumOff val="80000"/>
                      </a:schemeClr>
                    </a:solidFill>
                  </a:tcPr>
                </a:tc>
                <a:extLst>
                  <a:ext uri="{0D108BD9-81ED-4DB2-BD59-A6C34878D82A}">
                    <a16:rowId xmlns:a16="http://schemas.microsoft.com/office/drawing/2014/main" val="2775759703"/>
                  </a:ext>
                </a:extLst>
              </a:tr>
              <a:tr h="200025">
                <a:tc>
                  <a:txBody>
                    <a:bodyPr/>
                    <a:lstStyle/>
                    <a:p>
                      <a:pPr algn="l" fontAlgn="ctr">
                        <a:buNone/>
                      </a:pPr>
                      <a:r>
                        <a:rPr lang="en-US" sz="1100" u="none" strike="noStrike">
                          <a:effectLst/>
                          <a:latin typeface="Arial"/>
                          <a:cs typeface="Arial"/>
                        </a:rPr>
                        <a:t>UAS-8</a:t>
                      </a:r>
                      <a:endParaRPr lang="en-US" sz="1100" b="1" i="0" u="none" strike="noStrike">
                        <a:solidFill>
                          <a:srgbClr val="000000"/>
                        </a:solidFill>
                        <a:effectLst/>
                        <a:latin typeface="Arial"/>
                        <a:cs typeface="Arial"/>
                      </a:endParaRPr>
                    </a:p>
                  </a:txBody>
                  <a:tcPr marL="9525" marR="9525" marT="9525" anchor="ctr">
                    <a:solidFill>
                      <a:schemeClr val="accent4">
                        <a:lumMod val="20000"/>
                        <a:lumOff val="80000"/>
                      </a:schemeClr>
                    </a:solidFill>
                  </a:tcPr>
                </a:tc>
                <a:tc>
                  <a:txBody>
                    <a:bodyPr/>
                    <a:lstStyle/>
                    <a:p>
                      <a:pPr algn="l" fontAlgn="b">
                        <a:buNone/>
                      </a:pPr>
                      <a:r>
                        <a:rPr lang="en-US" sz="1100" u="none" strike="noStrike">
                          <a:effectLst/>
                          <a:latin typeface="Arial"/>
                          <a:cs typeface="Arial"/>
                        </a:rPr>
                        <a:t>The UAS shall be able to function in temperatures ranging from </a:t>
                      </a:r>
                      <a:r>
                        <a:rPr lang="en-US" sz="1100" u="none" strike="noStrike">
                          <a:effectLst/>
                          <a:highlight>
                            <a:srgbClr val="FFED0C"/>
                          </a:highlight>
                          <a:latin typeface="Arial"/>
                          <a:cs typeface="Arial"/>
                        </a:rPr>
                        <a:t>15°C to 25°C.</a:t>
                      </a:r>
                      <a:endParaRPr lang="en-US" sz="1100" b="0" i="0" u="none" strike="noStrike">
                        <a:solidFill>
                          <a:srgbClr val="000000"/>
                        </a:solidFill>
                        <a:effectLst/>
                        <a:highlight>
                          <a:srgbClr val="FFED0C"/>
                        </a:highlight>
                        <a:latin typeface="Arial"/>
                        <a:cs typeface="Arial"/>
                      </a:endParaRPr>
                    </a:p>
                  </a:txBody>
                  <a:tcPr marL="9525" marR="9525" marT="9525" anchor="b">
                    <a:solidFill>
                      <a:schemeClr val="accent4">
                        <a:lumMod val="20000"/>
                        <a:lumOff val="80000"/>
                      </a:schemeClr>
                    </a:solidFill>
                  </a:tcPr>
                </a:tc>
                <a:extLst>
                  <a:ext uri="{0D108BD9-81ED-4DB2-BD59-A6C34878D82A}">
                    <a16:rowId xmlns:a16="http://schemas.microsoft.com/office/drawing/2014/main" val="292792490"/>
                  </a:ext>
                </a:extLst>
              </a:tr>
              <a:tr h="200025">
                <a:tc>
                  <a:txBody>
                    <a:bodyPr/>
                    <a:lstStyle/>
                    <a:p>
                      <a:pPr algn="l" fontAlgn="ctr">
                        <a:buNone/>
                      </a:pPr>
                      <a:r>
                        <a:rPr lang="en-US" sz="1100" u="none" strike="noStrike">
                          <a:effectLst/>
                          <a:latin typeface="Arial"/>
                          <a:cs typeface="Arial"/>
                        </a:rPr>
                        <a:t>UAS-9</a:t>
                      </a:r>
                      <a:endParaRPr lang="en-US" sz="1100" b="1" i="0" u="none" strike="noStrike">
                        <a:solidFill>
                          <a:srgbClr val="000000"/>
                        </a:solidFill>
                        <a:effectLst/>
                        <a:latin typeface="Arial"/>
                        <a:cs typeface="Arial"/>
                      </a:endParaRPr>
                    </a:p>
                  </a:txBody>
                  <a:tcPr marL="9525" marR="9525" marT="9525" anchor="ctr">
                    <a:solidFill>
                      <a:schemeClr val="accent4">
                        <a:lumMod val="20000"/>
                        <a:lumOff val="80000"/>
                      </a:schemeClr>
                    </a:solidFill>
                  </a:tcPr>
                </a:tc>
                <a:tc>
                  <a:txBody>
                    <a:bodyPr/>
                    <a:lstStyle/>
                    <a:p>
                      <a:pPr algn="l" fontAlgn="b">
                        <a:buNone/>
                      </a:pPr>
                      <a:r>
                        <a:rPr lang="en-US" sz="1100" u="none" strike="noStrike">
                          <a:effectLst/>
                          <a:latin typeface="Arial"/>
                          <a:cs typeface="Arial"/>
                        </a:rPr>
                        <a:t>The UAS shall weigh no more than </a:t>
                      </a:r>
                      <a:r>
                        <a:rPr lang="en-US" sz="1100" u="none" strike="noStrike">
                          <a:effectLst/>
                          <a:highlight>
                            <a:srgbClr val="FFED0C"/>
                          </a:highlight>
                          <a:latin typeface="Arial"/>
                          <a:cs typeface="Arial"/>
                        </a:rPr>
                        <a:t>12.5 lb (5.6 kg).</a:t>
                      </a:r>
                      <a:endParaRPr lang="en-US" sz="1100" b="0" i="0" u="none" strike="noStrike">
                        <a:solidFill>
                          <a:srgbClr val="000000"/>
                        </a:solidFill>
                        <a:effectLst/>
                        <a:highlight>
                          <a:srgbClr val="FFED0C"/>
                        </a:highlight>
                        <a:latin typeface="Arial"/>
                        <a:cs typeface="Arial"/>
                      </a:endParaRPr>
                    </a:p>
                  </a:txBody>
                  <a:tcPr marL="9525" marR="9525" marT="9525" anchor="b">
                    <a:solidFill>
                      <a:schemeClr val="accent4">
                        <a:lumMod val="20000"/>
                        <a:lumOff val="80000"/>
                      </a:schemeClr>
                    </a:solidFill>
                  </a:tcPr>
                </a:tc>
                <a:extLst>
                  <a:ext uri="{0D108BD9-81ED-4DB2-BD59-A6C34878D82A}">
                    <a16:rowId xmlns:a16="http://schemas.microsoft.com/office/drawing/2014/main" val="4148635593"/>
                  </a:ext>
                </a:extLst>
              </a:tr>
              <a:tr h="200025">
                <a:tc>
                  <a:txBody>
                    <a:bodyPr/>
                    <a:lstStyle/>
                    <a:p>
                      <a:pPr algn="l" fontAlgn="ctr">
                        <a:buNone/>
                      </a:pPr>
                      <a:r>
                        <a:rPr lang="en-US" sz="1100" u="none" strike="noStrike">
                          <a:effectLst/>
                          <a:latin typeface="Arial"/>
                          <a:cs typeface="Arial"/>
                        </a:rPr>
                        <a:t>UAS-14</a:t>
                      </a:r>
                      <a:endParaRPr lang="en-US" sz="1100" b="1" i="0" u="none" strike="noStrike">
                        <a:solidFill>
                          <a:srgbClr val="000000"/>
                        </a:solidFill>
                        <a:effectLst/>
                        <a:latin typeface="Arial"/>
                        <a:cs typeface="Arial"/>
                      </a:endParaRPr>
                    </a:p>
                  </a:txBody>
                  <a:tcPr marL="9525" marR="9525" marT="9525" anchor="ctr">
                    <a:solidFill>
                      <a:schemeClr val="accent4">
                        <a:lumMod val="20000"/>
                        <a:lumOff val="80000"/>
                      </a:schemeClr>
                    </a:solidFill>
                  </a:tcPr>
                </a:tc>
                <a:tc>
                  <a:txBody>
                    <a:bodyPr/>
                    <a:lstStyle/>
                    <a:p>
                      <a:pPr algn="l" fontAlgn="ctr">
                        <a:buNone/>
                      </a:pPr>
                      <a:r>
                        <a:rPr lang="en-US" sz="1100" u="none" strike="noStrike">
                          <a:effectLst/>
                          <a:latin typeface="Arial"/>
                          <a:cs typeface="Arial"/>
                        </a:rPr>
                        <a:t>The UAS shall maneuver at an altitude no greater than </a:t>
                      </a:r>
                      <a:r>
                        <a:rPr lang="en-US" sz="1100" u="none" strike="noStrike">
                          <a:effectLst/>
                          <a:highlight>
                            <a:srgbClr val="FFED0C"/>
                          </a:highlight>
                          <a:latin typeface="Arial"/>
                          <a:cs typeface="Arial"/>
                        </a:rPr>
                        <a:t>2 m.</a:t>
                      </a:r>
                      <a:endParaRPr lang="en-US" sz="1100" b="0" i="0" u="none" strike="noStrike">
                        <a:solidFill>
                          <a:srgbClr val="000000"/>
                        </a:solidFill>
                        <a:effectLst/>
                        <a:highlight>
                          <a:srgbClr val="FFED0C"/>
                        </a:highlight>
                        <a:latin typeface="Arial"/>
                        <a:cs typeface="Arial"/>
                      </a:endParaRPr>
                    </a:p>
                  </a:txBody>
                  <a:tcPr marL="9525" marR="9525" marT="9525" anchor="ctr">
                    <a:solidFill>
                      <a:schemeClr val="accent4">
                        <a:lumMod val="20000"/>
                        <a:lumOff val="80000"/>
                      </a:schemeClr>
                    </a:solidFill>
                  </a:tcPr>
                </a:tc>
                <a:extLst>
                  <a:ext uri="{0D108BD9-81ED-4DB2-BD59-A6C34878D82A}">
                    <a16:rowId xmlns:a16="http://schemas.microsoft.com/office/drawing/2014/main" val="3031901498"/>
                  </a:ext>
                </a:extLst>
              </a:tr>
              <a:tr h="200025">
                <a:tc>
                  <a:txBody>
                    <a:bodyPr/>
                    <a:lstStyle/>
                    <a:p>
                      <a:pPr algn="l" fontAlgn="ctr">
                        <a:buNone/>
                      </a:pPr>
                      <a:r>
                        <a:rPr lang="en-US" sz="1100" u="none" strike="noStrike">
                          <a:effectLst/>
                          <a:latin typeface="Arial"/>
                          <a:cs typeface="Arial"/>
                        </a:rPr>
                        <a:t>UAS-15</a:t>
                      </a:r>
                      <a:endParaRPr lang="en-US" sz="1100" b="1" i="0" u="none" strike="noStrike">
                        <a:solidFill>
                          <a:srgbClr val="000000"/>
                        </a:solidFill>
                        <a:effectLst/>
                        <a:latin typeface="Arial"/>
                        <a:cs typeface="Arial"/>
                      </a:endParaRPr>
                    </a:p>
                  </a:txBody>
                  <a:tcPr marL="9525" marR="9525" marT="9525" anchor="ctr">
                    <a:solidFill>
                      <a:schemeClr val="accent4">
                        <a:lumMod val="20000"/>
                        <a:lumOff val="80000"/>
                      </a:schemeClr>
                    </a:solidFill>
                  </a:tcPr>
                </a:tc>
                <a:tc>
                  <a:txBody>
                    <a:bodyPr/>
                    <a:lstStyle/>
                    <a:p>
                      <a:pPr algn="l" fontAlgn="ctr">
                        <a:buNone/>
                      </a:pPr>
                      <a:r>
                        <a:rPr lang="en-US" sz="1100" u="none" strike="noStrike">
                          <a:effectLst/>
                          <a:latin typeface="Arial"/>
                          <a:cs typeface="Arial"/>
                        </a:rPr>
                        <a:t>The UAS shall maneuver at a speed no greater than </a:t>
                      </a:r>
                      <a:r>
                        <a:rPr lang="en-US" sz="1100" u="none" strike="noStrike">
                          <a:effectLst/>
                          <a:highlight>
                            <a:srgbClr val="FFED0C"/>
                          </a:highlight>
                          <a:latin typeface="Arial"/>
                          <a:cs typeface="Arial"/>
                        </a:rPr>
                        <a:t>0.5 m/s.</a:t>
                      </a:r>
                      <a:endParaRPr lang="en-US" sz="1100" b="0" i="0" u="none" strike="noStrike">
                        <a:solidFill>
                          <a:srgbClr val="000000"/>
                        </a:solidFill>
                        <a:effectLst/>
                        <a:highlight>
                          <a:srgbClr val="FFED0C"/>
                        </a:highlight>
                        <a:latin typeface="Arial"/>
                        <a:cs typeface="Arial"/>
                      </a:endParaRPr>
                    </a:p>
                  </a:txBody>
                  <a:tcPr marL="9525" marR="9525" marT="9525" anchor="ctr">
                    <a:solidFill>
                      <a:schemeClr val="accent4">
                        <a:lumMod val="20000"/>
                        <a:lumOff val="80000"/>
                      </a:schemeClr>
                    </a:solidFill>
                  </a:tcPr>
                </a:tc>
                <a:extLst>
                  <a:ext uri="{0D108BD9-81ED-4DB2-BD59-A6C34878D82A}">
                    <a16:rowId xmlns:a16="http://schemas.microsoft.com/office/drawing/2014/main" val="99791836"/>
                  </a:ext>
                </a:extLst>
              </a:tr>
            </a:tbl>
          </a:graphicData>
        </a:graphic>
      </p:graphicFrame>
      <p:sp>
        <p:nvSpPr>
          <p:cNvPr id="11" name="Left Brace 10">
            <a:extLst>
              <a:ext uri="{FF2B5EF4-FFF2-40B4-BE49-F238E27FC236}">
                <a16:creationId xmlns:a16="http://schemas.microsoft.com/office/drawing/2014/main" id="{25CB4F84-CBDA-F4F0-1F5F-06978F323384}"/>
              </a:ext>
            </a:extLst>
          </p:cNvPr>
          <p:cNvSpPr/>
          <p:nvPr/>
        </p:nvSpPr>
        <p:spPr>
          <a:xfrm>
            <a:off x="3547585" y="1181280"/>
            <a:ext cx="1144954" cy="274228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Left Brace 11">
            <a:extLst>
              <a:ext uri="{FF2B5EF4-FFF2-40B4-BE49-F238E27FC236}">
                <a16:creationId xmlns:a16="http://schemas.microsoft.com/office/drawing/2014/main" id="{B9FE658F-8D38-4CB1-C4CB-2687E9A25E9E}"/>
              </a:ext>
            </a:extLst>
          </p:cNvPr>
          <p:cNvSpPr/>
          <p:nvPr/>
        </p:nvSpPr>
        <p:spPr>
          <a:xfrm>
            <a:off x="3738454" y="4079642"/>
            <a:ext cx="954083" cy="1879039"/>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83B592CB-5932-0CDF-1B42-6D1F5863BBFC}"/>
              </a:ext>
            </a:extLst>
          </p:cNvPr>
          <p:cNvSpPr txBox="1"/>
          <p:nvPr/>
        </p:nvSpPr>
        <p:spPr>
          <a:xfrm>
            <a:off x="760540" y="2302074"/>
            <a:ext cx="1489637" cy="369332"/>
          </a:xfrm>
          <a:prstGeom prst="rect">
            <a:avLst/>
          </a:prstGeom>
          <a:noFill/>
        </p:spPr>
        <p:txBody>
          <a:bodyPr wrap="square" rtlCol="0">
            <a:spAutoFit/>
          </a:bodyPr>
          <a:lstStyle/>
          <a:p>
            <a:r>
              <a:rPr lang="en-US" b="1">
                <a:latin typeface="Arial" panose="020B0604020202020204" pitchFamily="34" charset="0"/>
                <a:cs typeface="Arial" panose="020B0604020202020204" pitchFamily="34" charset="0"/>
              </a:rPr>
              <a:t>UAS-VSYS</a:t>
            </a:r>
            <a:r>
              <a:rPr lang="en-US">
                <a:latin typeface="Arial" panose="020B0604020202020204" pitchFamily="34" charset="0"/>
                <a:cs typeface="Arial" panose="020B0604020202020204" pitchFamily="34" charset="0"/>
              </a:rPr>
              <a:t> </a:t>
            </a:r>
          </a:p>
        </p:txBody>
      </p:sp>
      <p:sp>
        <p:nvSpPr>
          <p:cNvPr id="14" name="TextBox 13">
            <a:extLst>
              <a:ext uri="{FF2B5EF4-FFF2-40B4-BE49-F238E27FC236}">
                <a16:creationId xmlns:a16="http://schemas.microsoft.com/office/drawing/2014/main" id="{306B52C2-193C-7175-2D38-F1FC5A1035B1}"/>
              </a:ext>
            </a:extLst>
          </p:cNvPr>
          <p:cNvSpPr txBox="1"/>
          <p:nvPr/>
        </p:nvSpPr>
        <p:spPr>
          <a:xfrm>
            <a:off x="179752" y="1127391"/>
            <a:ext cx="2651212" cy="369332"/>
          </a:xfrm>
          <a:prstGeom prst="rect">
            <a:avLst/>
          </a:prstGeom>
          <a:noFill/>
        </p:spPr>
        <p:txBody>
          <a:bodyPr wrap="square" rtlCol="0">
            <a:spAutoFit/>
          </a:bodyPr>
          <a:lstStyle/>
          <a:p>
            <a:pPr algn="ctr"/>
            <a:r>
              <a:rPr lang="en-US" b="1" u="sng">
                <a:latin typeface="Arial" panose="020B0604020202020204" pitchFamily="34" charset="0"/>
                <a:cs typeface="Arial" panose="020B0604020202020204" pitchFamily="34" charset="0"/>
              </a:rPr>
              <a:t>Primary Stakeholder</a:t>
            </a:r>
          </a:p>
        </p:txBody>
      </p:sp>
      <p:sp>
        <p:nvSpPr>
          <p:cNvPr id="15" name="TextBox 14">
            <a:extLst>
              <a:ext uri="{FF2B5EF4-FFF2-40B4-BE49-F238E27FC236}">
                <a16:creationId xmlns:a16="http://schemas.microsoft.com/office/drawing/2014/main" id="{DCABC376-701B-4AEC-1206-D938906CCC62}"/>
              </a:ext>
            </a:extLst>
          </p:cNvPr>
          <p:cNvSpPr txBox="1"/>
          <p:nvPr/>
        </p:nvSpPr>
        <p:spPr>
          <a:xfrm>
            <a:off x="757748" y="4836427"/>
            <a:ext cx="1489637" cy="369332"/>
          </a:xfrm>
          <a:prstGeom prst="rect">
            <a:avLst/>
          </a:prstGeom>
          <a:noFill/>
        </p:spPr>
        <p:txBody>
          <a:bodyPr wrap="square" rtlCol="0">
            <a:spAutoFit/>
          </a:bodyPr>
          <a:lstStyle/>
          <a:p>
            <a:r>
              <a:rPr lang="en-US" b="1">
                <a:latin typeface="Arial" panose="020B0604020202020204" pitchFamily="34" charset="0"/>
                <a:cs typeface="Arial" panose="020B0604020202020204" pitchFamily="34" charset="0"/>
              </a:rPr>
              <a:t>UAS-GNCC</a:t>
            </a:r>
            <a:r>
              <a:rPr lang="en-US">
                <a:latin typeface="Arial" panose="020B0604020202020204" pitchFamily="34" charset="0"/>
                <a:cs typeface="Arial" panose="020B0604020202020204" pitchFamily="34" charset="0"/>
              </a:rPr>
              <a:t> </a:t>
            </a:r>
          </a:p>
        </p:txBody>
      </p:sp>
      <p:sp>
        <p:nvSpPr>
          <p:cNvPr id="16" name="TextBox 15">
            <a:extLst>
              <a:ext uri="{FF2B5EF4-FFF2-40B4-BE49-F238E27FC236}">
                <a16:creationId xmlns:a16="http://schemas.microsoft.com/office/drawing/2014/main" id="{F88EDE61-B9A1-291E-48B9-CA35144EF8C7}"/>
              </a:ext>
            </a:extLst>
          </p:cNvPr>
          <p:cNvSpPr txBox="1"/>
          <p:nvPr/>
        </p:nvSpPr>
        <p:spPr>
          <a:xfrm>
            <a:off x="4824545" y="5973553"/>
            <a:ext cx="3548197" cy="307777"/>
          </a:xfrm>
          <a:prstGeom prst="rect">
            <a:avLst/>
          </a:prstGeom>
          <a:noFill/>
        </p:spPr>
        <p:txBody>
          <a:bodyPr wrap="square" rtlCol="0">
            <a:spAutoFit/>
          </a:bodyPr>
          <a:lstStyle/>
          <a:p>
            <a:r>
              <a:rPr lang="en-US" sz="1400" i="1">
                <a:latin typeface="Arial" panose="020B0604020202020204" pitchFamily="34" charset="0"/>
                <a:cs typeface="Arial" panose="020B0604020202020204" pitchFamily="34" charset="0"/>
              </a:rPr>
              <a:t>(Derived from given RFP) </a:t>
            </a:r>
          </a:p>
        </p:txBody>
      </p:sp>
      <p:grpSp>
        <p:nvGrpSpPr>
          <p:cNvPr id="17" name="Progress Bar - 4 Key Requirements">
            <a:extLst>
              <a:ext uri="{FF2B5EF4-FFF2-40B4-BE49-F238E27FC236}">
                <a16:creationId xmlns:a16="http://schemas.microsoft.com/office/drawing/2014/main" id="{0B8CDE31-31BF-B79B-5220-A12FECB71379}"/>
              </a:ext>
            </a:extLst>
          </p:cNvPr>
          <p:cNvGrpSpPr/>
          <p:nvPr/>
        </p:nvGrpSpPr>
        <p:grpSpPr>
          <a:xfrm>
            <a:off x="814351" y="6567488"/>
            <a:ext cx="10563297" cy="276999"/>
            <a:chOff x="790698" y="5902391"/>
            <a:chExt cx="10563297" cy="276999"/>
          </a:xfrm>
        </p:grpSpPr>
        <p:sp>
          <p:nvSpPr>
            <p:cNvPr id="18" name="Section 1 - Background">
              <a:extLst>
                <a:ext uri="{FF2B5EF4-FFF2-40B4-BE49-F238E27FC236}">
                  <a16:creationId xmlns:a16="http://schemas.microsoft.com/office/drawing/2014/main" id="{C521101A-D3BC-6F53-3763-28D3ED604646}"/>
                </a:ext>
              </a:extLst>
            </p:cNvPr>
            <p:cNvSpPr/>
            <p:nvPr/>
          </p:nvSpPr>
          <p:spPr>
            <a:xfrm>
              <a:off x="790698" y="5902391"/>
              <a:ext cx="1374145" cy="276999"/>
            </a:xfrm>
            <a:prstGeom prst="homePlate">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0">
                  <a:solidFill>
                    <a:srgbClr val="FFFFFF"/>
                  </a:solidFill>
                  <a:latin typeface="Calibri"/>
                </a:rPr>
                <a:t>Background</a:t>
              </a:r>
            </a:p>
          </p:txBody>
        </p:sp>
        <p:sp>
          <p:nvSpPr>
            <p:cNvPr id="19" name="Section 2 - ConOps">
              <a:extLst>
                <a:ext uri="{FF2B5EF4-FFF2-40B4-BE49-F238E27FC236}">
                  <a16:creationId xmlns:a16="http://schemas.microsoft.com/office/drawing/2014/main" id="{F62447EF-22F2-3DB1-BCAC-66CA6463F779}"/>
                </a:ext>
              </a:extLst>
            </p:cNvPr>
            <p:cNvSpPr/>
            <p:nvPr/>
          </p:nvSpPr>
          <p:spPr>
            <a:xfrm>
              <a:off x="2103434"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ConOps</a:t>
              </a:r>
            </a:p>
          </p:txBody>
        </p:sp>
        <p:sp>
          <p:nvSpPr>
            <p:cNvPr id="20" name="Section 3 - Block Diagrams">
              <a:extLst>
                <a:ext uri="{FF2B5EF4-FFF2-40B4-BE49-F238E27FC236}">
                  <a16:creationId xmlns:a16="http://schemas.microsoft.com/office/drawing/2014/main" id="{C8EF373C-06FE-134E-82A6-CBD8825EBC0C}"/>
                </a:ext>
              </a:extLst>
            </p:cNvPr>
            <p:cNvSpPr/>
            <p:nvPr/>
          </p:nvSpPr>
          <p:spPr>
            <a:xfrm>
              <a:off x="3416170"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Block Diagrams</a:t>
              </a:r>
            </a:p>
          </p:txBody>
        </p:sp>
        <p:sp>
          <p:nvSpPr>
            <p:cNvPr id="21" name="Section 4 - Key Requirements">
              <a:extLst>
                <a:ext uri="{FF2B5EF4-FFF2-40B4-BE49-F238E27FC236}">
                  <a16:creationId xmlns:a16="http://schemas.microsoft.com/office/drawing/2014/main" id="{E31BC250-FAAF-AA6D-FDFD-86777D02E820}"/>
                </a:ext>
              </a:extLst>
            </p:cNvPr>
            <p:cNvSpPr/>
            <p:nvPr/>
          </p:nvSpPr>
          <p:spPr>
            <a:xfrm>
              <a:off x="4728906" y="5902391"/>
              <a:ext cx="1484077"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Key Requirements</a:t>
              </a:r>
            </a:p>
          </p:txBody>
        </p:sp>
        <p:sp>
          <p:nvSpPr>
            <p:cNvPr id="22" name="Section 5 - Trade Studies">
              <a:extLst>
                <a:ext uri="{FF2B5EF4-FFF2-40B4-BE49-F238E27FC236}">
                  <a16:creationId xmlns:a16="http://schemas.microsoft.com/office/drawing/2014/main" id="{570EC55A-27F9-9A06-2AE3-8CD93536E676}"/>
                </a:ext>
              </a:extLst>
            </p:cNvPr>
            <p:cNvSpPr/>
            <p:nvPr/>
          </p:nvSpPr>
          <p:spPr>
            <a:xfrm>
              <a:off x="6151574" y="5902391"/>
              <a:ext cx="1374145"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Trade Studies</a:t>
              </a:r>
            </a:p>
          </p:txBody>
        </p:sp>
        <p:sp>
          <p:nvSpPr>
            <p:cNvPr id="23" name="Section 6 - Current Design Space">
              <a:extLst>
                <a:ext uri="{FF2B5EF4-FFF2-40B4-BE49-F238E27FC236}">
                  <a16:creationId xmlns:a16="http://schemas.microsoft.com/office/drawing/2014/main" id="{42618517-7D51-EB4E-C422-498BCB504755}"/>
                </a:ext>
              </a:extLst>
            </p:cNvPr>
            <p:cNvSpPr/>
            <p:nvPr/>
          </p:nvSpPr>
          <p:spPr>
            <a:xfrm>
              <a:off x="7464310" y="5902391"/>
              <a:ext cx="1594008"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Current Design Space</a:t>
              </a:r>
            </a:p>
          </p:txBody>
        </p:sp>
        <p:sp>
          <p:nvSpPr>
            <p:cNvPr id="24" name="Section 7 - Moving Forward">
              <a:extLst>
                <a:ext uri="{FF2B5EF4-FFF2-40B4-BE49-F238E27FC236}">
                  <a16:creationId xmlns:a16="http://schemas.microsoft.com/office/drawing/2014/main" id="{87C12663-548A-AB1A-CC81-7AE597EB5439}"/>
                </a:ext>
              </a:extLst>
            </p:cNvPr>
            <p:cNvSpPr/>
            <p:nvPr/>
          </p:nvSpPr>
          <p:spPr>
            <a:xfrm>
              <a:off x="8996909" y="5902391"/>
              <a:ext cx="1415369"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Moving Forward</a:t>
              </a:r>
            </a:p>
          </p:txBody>
        </p:sp>
        <p:sp>
          <p:nvSpPr>
            <p:cNvPr id="25" name="Section 8 - Q &amp; A">
              <a:extLst>
                <a:ext uri="{FF2B5EF4-FFF2-40B4-BE49-F238E27FC236}">
                  <a16:creationId xmlns:a16="http://schemas.microsoft.com/office/drawing/2014/main" id="{8EF0C1B5-1C29-F7B8-23A7-14396836E93A}"/>
                </a:ext>
              </a:extLst>
            </p:cNvPr>
            <p:cNvSpPr/>
            <p:nvPr/>
          </p:nvSpPr>
          <p:spPr>
            <a:xfrm>
              <a:off x="10350869" y="5902391"/>
              <a:ext cx="1003126"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Q &amp; A</a:t>
              </a:r>
            </a:p>
          </p:txBody>
        </p:sp>
      </p:grpSp>
    </p:spTree>
    <p:extLst>
      <p:ext uri="{BB962C8B-B14F-4D97-AF65-F5344CB8AC3E}">
        <p14:creationId xmlns:p14="http://schemas.microsoft.com/office/powerpoint/2010/main" val="36039491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B2A28"/>
        </a:solidFill>
        <a:effectLst/>
      </p:bgPr>
    </p:bg>
    <p:spTree>
      <p:nvGrpSpPr>
        <p:cNvPr id="1" name="">
          <a:extLst>
            <a:ext uri="{FF2B5EF4-FFF2-40B4-BE49-F238E27FC236}">
              <a16:creationId xmlns:a16="http://schemas.microsoft.com/office/drawing/2014/main" id="{D4C73FBE-9BC8-CF24-8755-E58C598DD85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8B14C63-24C1-9E3F-FEC0-8A20E0F5D88C}"/>
              </a:ext>
            </a:extLst>
          </p:cNvPr>
          <p:cNvSpPr/>
          <p:nvPr/>
        </p:nvSpPr>
        <p:spPr>
          <a:xfrm>
            <a:off x="9648508" y="4754880"/>
            <a:ext cx="408920" cy="408920"/>
          </a:xfrm>
          <a:prstGeom prst="rect">
            <a:avLst/>
          </a:prstGeom>
          <a:ln w="12700">
            <a:solidFill>
              <a:srgbClr val="C6890F">
                <a:alpha val="14000"/>
              </a:srgbClr>
            </a:solidFill>
            <a:prstDash val="solid"/>
          </a:ln>
        </p:spPr>
        <p:txBody>
          <a:bodyPr/>
          <a:lstStyle/>
          <a:p>
            <a:endParaRPr lang="en-US" sz="1800"/>
          </a:p>
        </p:txBody>
      </p:sp>
      <p:sp>
        <p:nvSpPr>
          <p:cNvPr id="3" name="Shape 1">
            <a:extLst>
              <a:ext uri="{FF2B5EF4-FFF2-40B4-BE49-F238E27FC236}">
                <a16:creationId xmlns:a16="http://schemas.microsoft.com/office/drawing/2014/main" id="{A739A90B-A8A4-5194-3FC9-2440D54C02B6}"/>
              </a:ext>
            </a:extLst>
          </p:cNvPr>
          <p:cNvSpPr/>
          <p:nvPr/>
        </p:nvSpPr>
        <p:spPr>
          <a:xfrm>
            <a:off x="10123996" y="4754880"/>
            <a:ext cx="408920" cy="408920"/>
          </a:xfrm>
          <a:prstGeom prst="rect">
            <a:avLst/>
          </a:prstGeom>
          <a:ln w="12700">
            <a:solidFill>
              <a:srgbClr val="C6890F">
                <a:alpha val="14000"/>
              </a:srgbClr>
            </a:solidFill>
            <a:prstDash val="solid"/>
          </a:ln>
        </p:spPr>
        <p:txBody>
          <a:bodyPr/>
          <a:lstStyle/>
          <a:p>
            <a:endParaRPr lang="en-US" sz="1800"/>
          </a:p>
        </p:txBody>
      </p:sp>
      <p:sp>
        <p:nvSpPr>
          <p:cNvPr id="4" name="Shape 2">
            <a:extLst>
              <a:ext uri="{FF2B5EF4-FFF2-40B4-BE49-F238E27FC236}">
                <a16:creationId xmlns:a16="http://schemas.microsoft.com/office/drawing/2014/main" id="{23A510C4-190F-CCF3-324F-BBBE7FC7C464}"/>
              </a:ext>
            </a:extLst>
          </p:cNvPr>
          <p:cNvSpPr/>
          <p:nvPr/>
        </p:nvSpPr>
        <p:spPr>
          <a:xfrm>
            <a:off x="10599484" y="4754880"/>
            <a:ext cx="408920" cy="408920"/>
          </a:xfrm>
          <a:prstGeom prst="rect">
            <a:avLst/>
          </a:prstGeom>
          <a:ln w="12700">
            <a:solidFill>
              <a:srgbClr val="C6890F">
                <a:alpha val="14000"/>
              </a:srgbClr>
            </a:solidFill>
            <a:prstDash val="solid"/>
          </a:ln>
        </p:spPr>
        <p:txBody>
          <a:bodyPr/>
          <a:lstStyle/>
          <a:p>
            <a:endParaRPr lang="en-US" sz="1800"/>
          </a:p>
        </p:txBody>
      </p:sp>
      <p:sp>
        <p:nvSpPr>
          <p:cNvPr id="5" name="Shape 3">
            <a:extLst>
              <a:ext uri="{FF2B5EF4-FFF2-40B4-BE49-F238E27FC236}">
                <a16:creationId xmlns:a16="http://schemas.microsoft.com/office/drawing/2014/main" id="{0D215F7D-D5EC-A88B-D71D-6C1ADAE31770}"/>
              </a:ext>
            </a:extLst>
          </p:cNvPr>
          <p:cNvSpPr/>
          <p:nvPr/>
        </p:nvSpPr>
        <p:spPr>
          <a:xfrm>
            <a:off x="11074972" y="4754880"/>
            <a:ext cx="408920" cy="408920"/>
          </a:xfrm>
          <a:prstGeom prst="rect">
            <a:avLst/>
          </a:prstGeom>
          <a:ln w="12700">
            <a:solidFill>
              <a:srgbClr val="C6890F">
                <a:alpha val="14000"/>
              </a:srgbClr>
            </a:solidFill>
            <a:prstDash val="solid"/>
          </a:ln>
        </p:spPr>
        <p:txBody>
          <a:bodyPr/>
          <a:lstStyle/>
          <a:p>
            <a:endParaRPr lang="en-US" sz="1800"/>
          </a:p>
        </p:txBody>
      </p:sp>
      <p:sp>
        <p:nvSpPr>
          <p:cNvPr id="6" name="Shape 4">
            <a:extLst>
              <a:ext uri="{FF2B5EF4-FFF2-40B4-BE49-F238E27FC236}">
                <a16:creationId xmlns:a16="http://schemas.microsoft.com/office/drawing/2014/main" id="{BEDC5A7A-6F99-874D-3AE6-99ACA213BF5D}"/>
              </a:ext>
            </a:extLst>
          </p:cNvPr>
          <p:cNvSpPr/>
          <p:nvPr/>
        </p:nvSpPr>
        <p:spPr>
          <a:xfrm>
            <a:off x="9648508" y="5230368"/>
            <a:ext cx="408920" cy="408920"/>
          </a:xfrm>
          <a:prstGeom prst="rect">
            <a:avLst/>
          </a:prstGeom>
          <a:ln w="12700">
            <a:solidFill>
              <a:srgbClr val="C6890F">
                <a:alpha val="14000"/>
              </a:srgbClr>
            </a:solidFill>
            <a:prstDash val="solid"/>
          </a:ln>
        </p:spPr>
        <p:txBody>
          <a:bodyPr/>
          <a:lstStyle/>
          <a:p>
            <a:endParaRPr lang="en-US" sz="1800"/>
          </a:p>
        </p:txBody>
      </p:sp>
      <p:sp>
        <p:nvSpPr>
          <p:cNvPr id="7" name="Shape 5">
            <a:extLst>
              <a:ext uri="{FF2B5EF4-FFF2-40B4-BE49-F238E27FC236}">
                <a16:creationId xmlns:a16="http://schemas.microsoft.com/office/drawing/2014/main" id="{F8DA829F-43DC-ABD9-4885-BF67B5497923}"/>
              </a:ext>
            </a:extLst>
          </p:cNvPr>
          <p:cNvSpPr/>
          <p:nvPr/>
        </p:nvSpPr>
        <p:spPr>
          <a:xfrm>
            <a:off x="10123996" y="5230368"/>
            <a:ext cx="408920" cy="408920"/>
          </a:xfrm>
          <a:prstGeom prst="rect">
            <a:avLst/>
          </a:prstGeom>
          <a:ln w="12700">
            <a:solidFill>
              <a:srgbClr val="C6890F">
                <a:alpha val="14000"/>
              </a:srgbClr>
            </a:solidFill>
            <a:prstDash val="solid"/>
          </a:ln>
        </p:spPr>
        <p:txBody>
          <a:bodyPr/>
          <a:lstStyle/>
          <a:p>
            <a:endParaRPr lang="en-US" sz="1800"/>
          </a:p>
        </p:txBody>
      </p:sp>
      <p:sp>
        <p:nvSpPr>
          <p:cNvPr id="8" name="Shape 6">
            <a:extLst>
              <a:ext uri="{FF2B5EF4-FFF2-40B4-BE49-F238E27FC236}">
                <a16:creationId xmlns:a16="http://schemas.microsoft.com/office/drawing/2014/main" id="{C0855515-D1D3-A6CA-AF28-20C4CEB4C1F6}"/>
              </a:ext>
            </a:extLst>
          </p:cNvPr>
          <p:cNvSpPr/>
          <p:nvPr/>
        </p:nvSpPr>
        <p:spPr>
          <a:xfrm>
            <a:off x="10599484" y="5230368"/>
            <a:ext cx="408920" cy="408920"/>
          </a:xfrm>
          <a:prstGeom prst="rect">
            <a:avLst/>
          </a:prstGeom>
          <a:ln w="12700">
            <a:solidFill>
              <a:srgbClr val="C6890F">
                <a:alpha val="14000"/>
              </a:srgbClr>
            </a:solidFill>
            <a:prstDash val="solid"/>
          </a:ln>
        </p:spPr>
        <p:txBody>
          <a:bodyPr/>
          <a:lstStyle/>
          <a:p>
            <a:endParaRPr lang="en-US" sz="1800"/>
          </a:p>
        </p:txBody>
      </p:sp>
      <p:sp>
        <p:nvSpPr>
          <p:cNvPr id="9" name="Shape 7">
            <a:extLst>
              <a:ext uri="{FF2B5EF4-FFF2-40B4-BE49-F238E27FC236}">
                <a16:creationId xmlns:a16="http://schemas.microsoft.com/office/drawing/2014/main" id="{96E5E156-2963-D73C-0A3F-5130F99B1EC6}"/>
              </a:ext>
            </a:extLst>
          </p:cNvPr>
          <p:cNvSpPr/>
          <p:nvPr/>
        </p:nvSpPr>
        <p:spPr>
          <a:xfrm>
            <a:off x="11074972" y="5230368"/>
            <a:ext cx="408920" cy="408920"/>
          </a:xfrm>
          <a:prstGeom prst="rect">
            <a:avLst/>
          </a:prstGeom>
          <a:ln w="12700">
            <a:solidFill>
              <a:srgbClr val="C6890F">
                <a:alpha val="14000"/>
              </a:srgbClr>
            </a:solidFill>
            <a:prstDash val="solid"/>
          </a:ln>
        </p:spPr>
        <p:txBody>
          <a:bodyPr/>
          <a:lstStyle/>
          <a:p>
            <a:endParaRPr lang="en-US" sz="1800"/>
          </a:p>
        </p:txBody>
      </p:sp>
      <p:sp>
        <p:nvSpPr>
          <p:cNvPr id="10" name="Shape 8">
            <a:extLst>
              <a:ext uri="{FF2B5EF4-FFF2-40B4-BE49-F238E27FC236}">
                <a16:creationId xmlns:a16="http://schemas.microsoft.com/office/drawing/2014/main" id="{42E2C250-534E-3356-E052-AFE805BE3A27}"/>
              </a:ext>
            </a:extLst>
          </p:cNvPr>
          <p:cNvSpPr/>
          <p:nvPr/>
        </p:nvSpPr>
        <p:spPr>
          <a:xfrm>
            <a:off x="9648508" y="5705856"/>
            <a:ext cx="408920" cy="408920"/>
          </a:xfrm>
          <a:prstGeom prst="rect">
            <a:avLst/>
          </a:prstGeom>
          <a:ln w="12700">
            <a:solidFill>
              <a:srgbClr val="C6890F">
                <a:alpha val="14000"/>
              </a:srgbClr>
            </a:solidFill>
            <a:prstDash val="solid"/>
          </a:ln>
        </p:spPr>
        <p:txBody>
          <a:bodyPr/>
          <a:lstStyle/>
          <a:p>
            <a:endParaRPr lang="en-US" sz="1800"/>
          </a:p>
        </p:txBody>
      </p:sp>
      <p:sp>
        <p:nvSpPr>
          <p:cNvPr id="11" name="Shape 9">
            <a:extLst>
              <a:ext uri="{FF2B5EF4-FFF2-40B4-BE49-F238E27FC236}">
                <a16:creationId xmlns:a16="http://schemas.microsoft.com/office/drawing/2014/main" id="{81DE7399-7290-6A3E-7435-31471E87B5FF}"/>
              </a:ext>
            </a:extLst>
          </p:cNvPr>
          <p:cNvSpPr/>
          <p:nvPr/>
        </p:nvSpPr>
        <p:spPr>
          <a:xfrm>
            <a:off x="10123996" y="5705856"/>
            <a:ext cx="408920" cy="408920"/>
          </a:xfrm>
          <a:prstGeom prst="rect">
            <a:avLst/>
          </a:prstGeom>
          <a:ln w="12700">
            <a:solidFill>
              <a:srgbClr val="C6890F">
                <a:alpha val="14000"/>
              </a:srgbClr>
            </a:solidFill>
            <a:prstDash val="solid"/>
          </a:ln>
        </p:spPr>
        <p:txBody>
          <a:bodyPr/>
          <a:lstStyle/>
          <a:p>
            <a:endParaRPr lang="en-US" sz="1800"/>
          </a:p>
        </p:txBody>
      </p:sp>
      <p:sp>
        <p:nvSpPr>
          <p:cNvPr id="12" name="Shape 10">
            <a:extLst>
              <a:ext uri="{FF2B5EF4-FFF2-40B4-BE49-F238E27FC236}">
                <a16:creationId xmlns:a16="http://schemas.microsoft.com/office/drawing/2014/main" id="{CBE46375-7E0A-B8AD-78EB-496B903EF43A}"/>
              </a:ext>
            </a:extLst>
          </p:cNvPr>
          <p:cNvSpPr/>
          <p:nvPr/>
        </p:nvSpPr>
        <p:spPr>
          <a:xfrm>
            <a:off x="10599484" y="5705856"/>
            <a:ext cx="408920" cy="408920"/>
          </a:xfrm>
          <a:prstGeom prst="rect">
            <a:avLst/>
          </a:prstGeom>
          <a:ln w="12700">
            <a:solidFill>
              <a:srgbClr val="C6890F">
                <a:alpha val="14000"/>
              </a:srgbClr>
            </a:solidFill>
            <a:prstDash val="solid"/>
          </a:ln>
        </p:spPr>
        <p:txBody>
          <a:bodyPr/>
          <a:lstStyle/>
          <a:p>
            <a:endParaRPr lang="en-US" sz="1800"/>
          </a:p>
        </p:txBody>
      </p:sp>
      <p:sp>
        <p:nvSpPr>
          <p:cNvPr id="13" name="Shape 11">
            <a:extLst>
              <a:ext uri="{FF2B5EF4-FFF2-40B4-BE49-F238E27FC236}">
                <a16:creationId xmlns:a16="http://schemas.microsoft.com/office/drawing/2014/main" id="{B300BFEF-47CD-2CF1-5101-EB3B11E2A7EF}"/>
              </a:ext>
            </a:extLst>
          </p:cNvPr>
          <p:cNvSpPr/>
          <p:nvPr/>
        </p:nvSpPr>
        <p:spPr>
          <a:xfrm>
            <a:off x="11074972" y="5705856"/>
            <a:ext cx="408920" cy="408920"/>
          </a:xfrm>
          <a:prstGeom prst="rect">
            <a:avLst/>
          </a:prstGeom>
          <a:ln w="12700">
            <a:solidFill>
              <a:srgbClr val="C6890F">
                <a:alpha val="14000"/>
              </a:srgbClr>
            </a:solidFill>
            <a:prstDash val="solid"/>
          </a:ln>
        </p:spPr>
        <p:txBody>
          <a:bodyPr/>
          <a:lstStyle/>
          <a:p>
            <a:endParaRPr lang="en-US" sz="1800"/>
          </a:p>
        </p:txBody>
      </p:sp>
      <p:sp>
        <p:nvSpPr>
          <p:cNvPr id="14" name="Shape 12">
            <a:extLst>
              <a:ext uri="{FF2B5EF4-FFF2-40B4-BE49-F238E27FC236}">
                <a16:creationId xmlns:a16="http://schemas.microsoft.com/office/drawing/2014/main" id="{45C3F83B-C428-9CD2-AEED-1D63F070E358}"/>
              </a:ext>
            </a:extLst>
          </p:cNvPr>
          <p:cNvSpPr/>
          <p:nvPr/>
        </p:nvSpPr>
        <p:spPr>
          <a:xfrm>
            <a:off x="9785668"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5" name="Shape 13">
            <a:extLst>
              <a:ext uri="{FF2B5EF4-FFF2-40B4-BE49-F238E27FC236}">
                <a16:creationId xmlns:a16="http://schemas.microsoft.com/office/drawing/2014/main" id="{2D3A5BB3-FD83-E306-4FB4-C5891BF216D8}"/>
              </a:ext>
            </a:extLst>
          </p:cNvPr>
          <p:cNvSpPr/>
          <p:nvPr/>
        </p:nvSpPr>
        <p:spPr>
          <a:xfrm>
            <a:off x="9944408" y="798820"/>
            <a:ext cx="249448" cy="249448"/>
          </a:xfrm>
          <a:prstGeom prst="ellipse">
            <a:avLst/>
          </a:prstGeom>
          <a:ln w="28575">
            <a:solidFill>
              <a:srgbClr val="C6890F">
                <a:alpha val="85000"/>
              </a:srgbClr>
            </a:solidFill>
            <a:prstDash val="solid"/>
          </a:ln>
        </p:spPr>
        <p:txBody>
          <a:bodyPr/>
          <a:lstStyle/>
          <a:p>
            <a:endParaRPr lang="en-US" sz="1800"/>
          </a:p>
        </p:txBody>
      </p:sp>
      <p:sp>
        <p:nvSpPr>
          <p:cNvPr id="16" name="Shape 14">
            <a:extLst>
              <a:ext uri="{FF2B5EF4-FFF2-40B4-BE49-F238E27FC236}">
                <a16:creationId xmlns:a16="http://schemas.microsoft.com/office/drawing/2014/main" id="{4099FEBE-BDE4-D11A-2E2E-0A6529BDFA5A}"/>
              </a:ext>
            </a:extLst>
          </p:cNvPr>
          <p:cNvSpPr/>
          <p:nvPr/>
        </p:nvSpPr>
        <p:spPr>
          <a:xfrm>
            <a:off x="10511336"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7" name="Shape 15">
            <a:extLst>
              <a:ext uri="{FF2B5EF4-FFF2-40B4-BE49-F238E27FC236}">
                <a16:creationId xmlns:a16="http://schemas.microsoft.com/office/drawing/2014/main" id="{301B7F9D-09A3-F3D4-29C1-5B98F59CC6CA}"/>
              </a:ext>
            </a:extLst>
          </p:cNvPr>
          <p:cNvSpPr/>
          <p:nvPr/>
        </p:nvSpPr>
        <p:spPr>
          <a:xfrm>
            <a:off x="10670076" y="798820"/>
            <a:ext cx="249448" cy="249448"/>
          </a:xfrm>
          <a:prstGeom prst="ellipse">
            <a:avLst/>
          </a:prstGeom>
          <a:ln w="28575">
            <a:solidFill>
              <a:srgbClr val="C6890F">
                <a:alpha val="85000"/>
              </a:srgbClr>
            </a:solidFill>
            <a:prstDash val="solid"/>
          </a:ln>
        </p:spPr>
        <p:txBody>
          <a:bodyPr/>
          <a:lstStyle/>
          <a:p>
            <a:endParaRPr lang="en-US" sz="1800"/>
          </a:p>
        </p:txBody>
      </p:sp>
      <p:sp>
        <p:nvSpPr>
          <p:cNvPr id="18" name="Shape 16">
            <a:extLst>
              <a:ext uri="{FF2B5EF4-FFF2-40B4-BE49-F238E27FC236}">
                <a16:creationId xmlns:a16="http://schemas.microsoft.com/office/drawing/2014/main" id="{30F91623-BDAE-516F-F330-1A6D05B5C701}"/>
              </a:ext>
            </a:extLst>
          </p:cNvPr>
          <p:cNvSpPr/>
          <p:nvPr/>
        </p:nvSpPr>
        <p:spPr>
          <a:xfrm>
            <a:off x="10749446" y="878190"/>
            <a:ext cx="90708" cy="90708"/>
          </a:xfrm>
          <a:prstGeom prst="ellipse">
            <a:avLst/>
          </a:prstGeom>
          <a:solidFill>
            <a:srgbClr val="2E9BC4">
              <a:alpha val="85000"/>
            </a:srgbClr>
          </a:solidFill>
          <a:ln/>
        </p:spPr>
        <p:txBody>
          <a:bodyPr/>
          <a:lstStyle/>
          <a:p>
            <a:endParaRPr lang="en-US" sz="1800"/>
          </a:p>
        </p:txBody>
      </p:sp>
      <p:sp>
        <p:nvSpPr>
          <p:cNvPr id="22" name="Text 20">
            <a:extLst>
              <a:ext uri="{FF2B5EF4-FFF2-40B4-BE49-F238E27FC236}">
                <a16:creationId xmlns:a16="http://schemas.microsoft.com/office/drawing/2014/main" id="{BEE9566A-543A-3FF3-7E94-C9C654D77419}"/>
              </a:ext>
            </a:extLst>
          </p:cNvPr>
          <p:cNvSpPr txBox="1"/>
          <p:nvPr/>
        </p:nvSpPr>
        <p:spPr>
          <a:xfrm>
            <a:off x="605092" y="2651760"/>
            <a:ext cx="10515600" cy="1097280"/>
          </a:xfrm>
          <a:prstGeom prst="rect">
            <a:avLst/>
          </a:prstGeom>
          <a:noFill/>
          <a:ln/>
        </p:spPr>
        <p:txBody>
          <a:bodyPr wrap="square" lIns="0" tIns="0" rIns="0" bIns="0" rtlCol="0" anchor="ctr"/>
          <a:lstStyle/>
          <a:p>
            <a:r>
              <a:rPr lang="en-US" sz="5000" b="1">
                <a:solidFill>
                  <a:srgbClr val="C6890F"/>
                </a:solidFill>
                <a:latin typeface="Arial"/>
                <a:cs typeface="Arial"/>
              </a:rPr>
              <a:t>Trade Studies</a:t>
            </a:r>
          </a:p>
        </p:txBody>
      </p:sp>
      <p:sp>
        <p:nvSpPr>
          <p:cNvPr id="23" name="Shape 21">
            <a:extLst>
              <a:ext uri="{FF2B5EF4-FFF2-40B4-BE49-F238E27FC236}">
                <a16:creationId xmlns:a16="http://schemas.microsoft.com/office/drawing/2014/main" id="{3E984826-2688-8925-18FE-126B824EE0B8}"/>
              </a:ext>
            </a:extLst>
          </p:cNvPr>
          <p:cNvSpPr/>
          <p:nvPr/>
        </p:nvSpPr>
        <p:spPr>
          <a:xfrm>
            <a:off x="659956" y="3886200"/>
            <a:ext cx="3108960" cy="0"/>
          </a:xfrm>
          <a:prstGeom prst="line">
            <a:avLst/>
          </a:prstGeom>
          <a:noFill/>
          <a:ln w="25400">
            <a:solidFill>
              <a:srgbClr val="C6890F"/>
            </a:solidFill>
            <a:prstDash val="solid"/>
          </a:ln>
        </p:spPr>
        <p:txBody>
          <a:bodyPr/>
          <a:lstStyle/>
          <a:p>
            <a:endParaRPr lang="en-US" sz="1800"/>
          </a:p>
        </p:txBody>
      </p:sp>
      <p:sp>
        <p:nvSpPr>
          <p:cNvPr id="24" name="Slide Number Placeholder 23">
            <a:extLst>
              <a:ext uri="{FF2B5EF4-FFF2-40B4-BE49-F238E27FC236}">
                <a16:creationId xmlns:a16="http://schemas.microsoft.com/office/drawing/2014/main" id="{A19E7F2E-FF97-5B11-F770-41A12BB3343C}"/>
              </a:ext>
            </a:extLst>
          </p:cNvPr>
          <p:cNvSpPr>
            <a:spLocks noGrp="1"/>
          </p:cNvSpPr>
          <p:nvPr>
            <p:ph type="sldNum" sz="quarter" idx="11"/>
          </p:nvPr>
        </p:nvSpPr>
        <p:spPr/>
        <p:txBody>
          <a:bodyPr/>
          <a:lstStyle/>
          <a:p>
            <a:fld id="{6ACAF18C-C32B-5246-8B79-94468F598665}" type="slidenum">
              <a:rPr lang="en-US" dirty="0" smtClean="0">
                <a:solidFill>
                  <a:schemeClr val="bg1">
                    <a:lumMod val="85000"/>
                  </a:schemeClr>
                </a:solidFill>
              </a:rPr>
              <a:t>15</a:t>
            </a:fld>
            <a:endParaRPr lang="en-US">
              <a:solidFill>
                <a:schemeClr val="bg1">
                  <a:lumMod val="85000"/>
                </a:schemeClr>
              </a:solidFill>
            </a:endParaRPr>
          </a:p>
        </p:txBody>
      </p:sp>
      <p:sp>
        <p:nvSpPr>
          <p:cNvPr id="19" name="Text 19">
            <a:extLst>
              <a:ext uri="{FF2B5EF4-FFF2-40B4-BE49-F238E27FC236}">
                <a16:creationId xmlns:a16="http://schemas.microsoft.com/office/drawing/2014/main" id="{A8288010-E9F6-C7DC-208B-CABC260DD1F5}"/>
              </a:ext>
            </a:extLst>
          </p:cNvPr>
          <p:cNvSpPr txBox="1"/>
          <p:nvPr/>
        </p:nvSpPr>
        <p:spPr>
          <a:xfrm>
            <a:off x="641500" y="2194881"/>
            <a:ext cx="8227457" cy="36566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kern="0" spc="300">
                <a:solidFill>
                  <a:srgbClr val="2E9BC4"/>
                </a:solidFill>
                <a:latin typeface="Arial"/>
                <a:ea typeface="Arial" pitchFamily="34" charset="-122"/>
                <a:cs typeface="Arial"/>
              </a:rPr>
              <a:t>ASEN 4018-013</a:t>
            </a:r>
            <a:endParaRPr lang="en-US" sz="1400">
              <a:latin typeface="Arial"/>
              <a:cs typeface="Arial"/>
            </a:endParaRPr>
          </a:p>
        </p:txBody>
      </p:sp>
    </p:spTree>
    <p:extLst>
      <p:ext uri="{BB962C8B-B14F-4D97-AF65-F5344CB8AC3E}">
        <p14:creationId xmlns:p14="http://schemas.microsoft.com/office/powerpoint/2010/main" val="39033659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50A01-5B80-C52F-003F-1AA8534209C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AC61755-6481-1220-BA50-03056191BFCC}"/>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36AB765C-6F60-5E6D-30C9-7841DAD9BE13}"/>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EA92D528-C638-0513-1E6A-6A01A1DAD7CC}"/>
              </a:ext>
            </a:extLst>
          </p:cNvPr>
          <p:cNvSpPr txBox="1"/>
          <p:nvPr/>
        </p:nvSpPr>
        <p:spPr>
          <a:xfrm>
            <a:off x="1281748" y="365760"/>
            <a:ext cx="7680960" cy="658368"/>
          </a:xfrm>
          <a:prstGeom prst="rect">
            <a:avLst/>
          </a:prstGeom>
          <a:noFill/>
          <a:ln/>
        </p:spPr>
        <p:txBody>
          <a:bodyPr wrap="square" lIns="0" tIns="0" rIns="0" bIns="0" rtlCol="0" anchor="ctr"/>
          <a:lstStyle/>
          <a:p>
            <a:pPr marL="0" indent="0" algn="l">
              <a:buNone/>
            </a:pPr>
            <a:r>
              <a:rPr lang="en-US" sz="2800" b="1">
                <a:latin typeface="Arial" panose="020B0604020202020204" pitchFamily="34" charset="0"/>
                <a:cs typeface="Arial" panose="020B0604020202020204" pitchFamily="34" charset="0"/>
              </a:rPr>
              <a:t>Trades Status Overview – UAS-VSYS</a:t>
            </a:r>
          </a:p>
        </p:txBody>
      </p:sp>
      <p:sp>
        <p:nvSpPr>
          <p:cNvPr id="6" name="Slide Number Placeholder 5">
            <a:extLst>
              <a:ext uri="{FF2B5EF4-FFF2-40B4-BE49-F238E27FC236}">
                <a16:creationId xmlns:a16="http://schemas.microsoft.com/office/drawing/2014/main" id="{A8AF18B1-16B1-F34C-FDB4-DB0E5F1A3CA4}"/>
              </a:ext>
            </a:extLst>
          </p:cNvPr>
          <p:cNvSpPr>
            <a:spLocks noGrp="1"/>
          </p:cNvSpPr>
          <p:nvPr>
            <p:ph type="sldNum" sz="quarter" idx="11"/>
          </p:nvPr>
        </p:nvSpPr>
        <p:spPr>
          <a:xfrm>
            <a:off x="9181561" y="6521451"/>
            <a:ext cx="2743200" cy="365125"/>
          </a:xfrm>
        </p:spPr>
        <p:txBody>
          <a:bodyPr/>
          <a:lstStyle/>
          <a:p>
            <a:fld id="{6ACAF18C-C32B-5246-8B79-94468F598665}" type="slidenum">
              <a:rPr lang="en-US" smtClean="0"/>
              <a:t>16</a:t>
            </a:fld>
            <a:endParaRPr lang="en-US"/>
          </a:p>
        </p:txBody>
      </p:sp>
      <p:graphicFrame>
        <p:nvGraphicFramePr>
          <p:cNvPr id="9" name="Table 8">
            <a:extLst>
              <a:ext uri="{FF2B5EF4-FFF2-40B4-BE49-F238E27FC236}">
                <a16:creationId xmlns:a16="http://schemas.microsoft.com/office/drawing/2014/main" id="{AA968BC8-05A6-9134-B9B5-89AAA9F4D141}"/>
              </a:ext>
            </a:extLst>
          </p:cNvPr>
          <p:cNvGraphicFramePr>
            <a:graphicFrameLocks noGrp="1"/>
          </p:cNvGraphicFramePr>
          <p:nvPr>
            <p:extLst>
              <p:ext uri="{D42A27DB-BD31-4B8C-83A1-F6EECF244321}">
                <p14:modId xmlns:p14="http://schemas.microsoft.com/office/powerpoint/2010/main" val="3876962095"/>
              </p:ext>
            </p:extLst>
          </p:nvPr>
        </p:nvGraphicFramePr>
        <p:xfrm>
          <a:off x="760540" y="1212755"/>
          <a:ext cx="10537889" cy="5030239"/>
        </p:xfrm>
        <a:graphic>
          <a:graphicData uri="http://schemas.openxmlformats.org/drawingml/2006/table">
            <a:tbl>
              <a:tblPr firstRow="1" bandRow="1">
                <a:tableStyleId>{5C22544A-7EE6-4342-B048-85BDC9FD1C3A}</a:tableStyleId>
              </a:tblPr>
              <a:tblGrid>
                <a:gridCol w="2230876">
                  <a:extLst>
                    <a:ext uri="{9D8B030D-6E8A-4147-A177-3AD203B41FA5}">
                      <a16:colId xmlns:a16="http://schemas.microsoft.com/office/drawing/2014/main" val="3843996925"/>
                    </a:ext>
                  </a:extLst>
                </a:gridCol>
                <a:gridCol w="4510831">
                  <a:extLst>
                    <a:ext uri="{9D8B030D-6E8A-4147-A177-3AD203B41FA5}">
                      <a16:colId xmlns:a16="http://schemas.microsoft.com/office/drawing/2014/main" val="1194478188"/>
                    </a:ext>
                  </a:extLst>
                </a:gridCol>
                <a:gridCol w="2335089">
                  <a:extLst>
                    <a:ext uri="{9D8B030D-6E8A-4147-A177-3AD203B41FA5}">
                      <a16:colId xmlns:a16="http://schemas.microsoft.com/office/drawing/2014/main" val="1462467012"/>
                    </a:ext>
                  </a:extLst>
                </a:gridCol>
                <a:gridCol w="1461093">
                  <a:extLst>
                    <a:ext uri="{9D8B030D-6E8A-4147-A177-3AD203B41FA5}">
                      <a16:colId xmlns:a16="http://schemas.microsoft.com/office/drawing/2014/main" val="813252377"/>
                    </a:ext>
                  </a:extLst>
                </a:gridCol>
              </a:tblGrid>
              <a:tr h="334691">
                <a:tc>
                  <a:txBody>
                    <a:bodyPr/>
                    <a:lstStyle/>
                    <a:p>
                      <a:pPr algn="ctr"/>
                      <a:r>
                        <a:rPr lang="en-US" sz="1200">
                          <a:latin typeface="Arial" panose="020B0604020202020204" pitchFamily="34" charset="0"/>
                          <a:cs typeface="Arial" panose="020B0604020202020204" pitchFamily="34" charset="0"/>
                        </a:rPr>
                        <a:t>Trade Study</a:t>
                      </a:r>
                    </a:p>
                  </a:txBody>
                  <a:tcPr/>
                </a:tc>
                <a:tc>
                  <a:txBody>
                    <a:bodyPr/>
                    <a:lstStyle/>
                    <a:p>
                      <a:pPr lvl="0" algn="ctr">
                        <a:buNone/>
                      </a:pPr>
                      <a:r>
                        <a:rPr lang="en-US" sz="1200">
                          <a:latin typeface="Arial" panose="020B0604020202020204" pitchFamily="34" charset="0"/>
                          <a:cs typeface="Arial" panose="020B0604020202020204" pitchFamily="34" charset="0"/>
                        </a:rPr>
                        <a:t>Trade Details</a:t>
                      </a:r>
                    </a:p>
                  </a:txBody>
                  <a:tcPr/>
                </a:tc>
                <a:tc>
                  <a:txBody>
                    <a:bodyPr/>
                    <a:lstStyle/>
                    <a:p>
                      <a:pPr lvl="0" algn="ctr">
                        <a:buNone/>
                      </a:pPr>
                      <a:r>
                        <a:rPr lang="en-US" sz="1200" b="1" i="0" u="none" strike="noStrike" noProof="0">
                          <a:solidFill>
                            <a:srgbClr val="FFFFFF"/>
                          </a:solidFill>
                          <a:latin typeface="Arial" panose="020B0604020202020204" pitchFamily="34" charset="0"/>
                          <a:cs typeface="Arial" panose="020B0604020202020204" pitchFamily="34" charset="0"/>
                        </a:rPr>
                        <a:t>Sub-Team</a:t>
                      </a:r>
                      <a:endParaRPr lang="en-US" sz="1200">
                        <a:latin typeface="Arial" panose="020B0604020202020204" pitchFamily="34" charset="0"/>
                        <a:cs typeface="Arial" panose="020B0604020202020204" pitchFamily="34" charset="0"/>
                      </a:endParaRPr>
                    </a:p>
                  </a:txBody>
                  <a:tcPr/>
                </a:tc>
                <a:tc>
                  <a:txBody>
                    <a:bodyPr/>
                    <a:lstStyle/>
                    <a:p>
                      <a:pPr lvl="0" algn="ctr">
                        <a:buNone/>
                      </a:pPr>
                      <a:r>
                        <a:rPr lang="en-US" sz="1200" b="1" i="0" u="none" strike="noStrike" noProof="0">
                          <a:solidFill>
                            <a:srgbClr val="FFFFFF"/>
                          </a:solidFill>
                          <a:latin typeface="Arial" panose="020B0604020202020204" pitchFamily="34" charset="0"/>
                          <a:cs typeface="Arial" panose="020B0604020202020204" pitchFamily="34" charset="0"/>
                        </a:rPr>
                        <a:t>Status</a:t>
                      </a:r>
                      <a:endParaRPr lang="en-US" sz="12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983860614"/>
                  </a:ext>
                </a:extLst>
              </a:tr>
              <a:tr h="535500">
                <a:tc>
                  <a:txBody>
                    <a:bodyPr/>
                    <a:lstStyle/>
                    <a:p>
                      <a:pPr marL="0" marR="0" indent="0" algn="l" rtl="0" fontAlgn="base">
                        <a:buNone/>
                      </a:pPr>
                      <a:r>
                        <a:rPr lang="en-US" sz="1200" b="0" i="0">
                          <a:solidFill>
                            <a:srgbClr val="000000"/>
                          </a:solidFill>
                          <a:effectLst/>
                          <a:latin typeface="Arial" panose="020B0604020202020204" pitchFamily="34" charset="0"/>
                          <a:cs typeface="Arial" panose="020B0604020202020204" pitchFamily="34" charset="0"/>
                        </a:rPr>
                        <a:t>Propeller Material</a:t>
                      </a:r>
                    </a:p>
                  </a:txBody>
                  <a:tcPr marL="110957" marR="110957" marT="55474" marB="55474" anchor="ctr"/>
                </a:tc>
                <a:tc>
                  <a:txBody>
                    <a:bodyPr/>
                    <a:lstStyle/>
                    <a:p>
                      <a:pPr marL="0" marR="0" indent="0" algn="l" rtl="0" fontAlgn="base">
                        <a:buNone/>
                      </a:pPr>
                      <a:r>
                        <a:rPr lang="en-US" sz="1200" b="0" i="0">
                          <a:solidFill>
                            <a:srgbClr val="000000"/>
                          </a:solidFill>
                          <a:effectLst/>
                          <a:latin typeface="Arial" panose="020B0604020202020204" pitchFamily="34" charset="0"/>
                          <a:cs typeface="Arial" panose="020B0604020202020204" pitchFamily="34" charset="0"/>
                        </a:rPr>
                        <a:t>Conducted a trade study on various materials for the propeller.</a:t>
                      </a:r>
                    </a:p>
                  </a:txBody>
                  <a:tcPr marL="110957" marR="110957" marT="55474" marB="55474" anchor="ctr"/>
                </a:tc>
                <a:tc>
                  <a:txBody>
                    <a:bodyPr/>
                    <a:lstStyle/>
                    <a:p>
                      <a:pPr algn="ctr"/>
                      <a:r>
                        <a:rPr lang="en-US" sz="1200">
                          <a:latin typeface="Arial" panose="020B0604020202020204" pitchFamily="34" charset="0"/>
                          <a:cs typeface="Arial" panose="020B0604020202020204" pitchFamily="34" charset="0"/>
                        </a:rPr>
                        <a:t>Propulsion</a:t>
                      </a:r>
                    </a:p>
                  </a:txBody>
                  <a:tcPr>
                    <a:solidFill>
                      <a:srgbClr val="FFC000"/>
                    </a:solidFill>
                  </a:tcPr>
                </a:tc>
                <a:tc>
                  <a:txBody>
                    <a:bodyPr/>
                    <a:lstStyle/>
                    <a:p>
                      <a:pPr lvl="0" algn="ctr">
                        <a:buNone/>
                      </a:pPr>
                      <a:r>
                        <a:rPr lang="en-US" sz="1200">
                          <a:latin typeface="Arial" panose="020B0604020202020204" pitchFamily="34" charset="0"/>
                          <a:cs typeface="Arial" panose="020B0604020202020204" pitchFamily="34" charset="0"/>
                        </a:rPr>
                        <a:t>Completed</a:t>
                      </a:r>
                    </a:p>
                  </a:txBody>
                  <a:tcPr/>
                </a:tc>
                <a:extLst>
                  <a:ext uri="{0D108BD9-81ED-4DB2-BD59-A6C34878D82A}">
                    <a16:rowId xmlns:a16="http://schemas.microsoft.com/office/drawing/2014/main" val="3764611095"/>
                  </a:ext>
                </a:extLst>
              </a:tr>
              <a:tr h="535500">
                <a:tc>
                  <a:txBody>
                    <a:bodyPr/>
                    <a:lstStyle/>
                    <a:p>
                      <a:pPr marL="0" marR="0" indent="0" algn="l" rtl="0" fontAlgn="base">
                        <a:buNone/>
                      </a:pPr>
                      <a:r>
                        <a:rPr lang="en-US" sz="1200" b="0" i="0">
                          <a:solidFill>
                            <a:srgbClr val="000000"/>
                          </a:solidFill>
                          <a:effectLst/>
                          <a:latin typeface="Arial" panose="020B0604020202020204" pitchFamily="34" charset="0"/>
                          <a:cs typeface="Arial" panose="020B0604020202020204" pitchFamily="34" charset="0"/>
                        </a:rPr>
                        <a:t>Motor Sizing/Power Draw</a:t>
                      </a:r>
                    </a:p>
                  </a:txBody>
                  <a:tcPr marL="110957" marR="110957" marT="55474" marB="55474" anchor="ctr"/>
                </a:tc>
                <a:tc>
                  <a:txBody>
                    <a:bodyPr/>
                    <a:lstStyle/>
                    <a:p>
                      <a:pPr marL="0" marR="0" indent="0" algn="l" rtl="0" fontAlgn="base">
                        <a:buNone/>
                      </a:pPr>
                      <a:r>
                        <a:rPr lang="en-US" sz="1200" b="0" i="0" u="none" strike="noStrike">
                          <a:solidFill>
                            <a:srgbClr val="000000"/>
                          </a:solidFill>
                          <a:effectLst/>
                          <a:latin typeface="Arial" panose="020B0604020202020204" pitchFamily="34" charset="0"/>
                          <a:cs typeface="Arial" panose="020B0604020202020204" pitchFamily="34" charset="0"/>
                        </a:rPr>
                        <a:t>Created an excel calculator that takes in input from other teams and gives estimates on the anticipated motor specs.</a:t>
                      </a:r>
                      <a:endParaRPr lang="en-US" sz="1200" b="0" i="0">
                        <a:solidFill>
                          <a:srgbClr val="000000"/>
                        </a:solidFill>
                        <a:effectLst/>
                        <a:latin typeface="Arial" panose="020B0604020202020204" pitchFamily="34" charset="0"/>
                        <a:cs typeface="Arial" panose="020B0604020202020204" pitchFamily="34" charset="0"/>
                      </a:endParaRPr>
                    </a:p>
                  </a:txBody>
                  <a:tcPr marL="110957" marR="110957" marT="55474" marB="55474" anchor="ctr"/>
                </a:tc>
                <a:tc>
                  <a:txBody>
                    <a:bodyPr/>
                    <a:lstStyle/>
                    <a:p>
                      <a:pPr algn="ctr"/>
                      <a:r>
                        <a:rPr lang="en-US" sz="1200">
                          <a:latin typeface="Arial" panose="020B0604020202020204" pitchFamily="34" charset="0"/>
                          <a:cs typeface="Arial" panose="020B0604020202020204" pitchFamily="34" charset="0"/>
                        </a:rPr>
                        <a:t>Propulsion</a:t>
                      </a:r>
                    </a:p>
                  </a:txBody>
                  <a:tcPr>
                    <a:solidFill>
                      <a:srgbClr val="FFC000"/>
                    </a:solidFill>
                  </a:tcPr>
                </a:tc>
                <a:tc>
                  <a:txBody>
                    <a:bodyPr/>
                    <a:lstStyle/>
                    <a:p>
                      <a:pPr lvl="0" algn="ctr">
                        <a:buNone/>
                      </a:pPr>
                      <a:r>
                        <a:rPr lang="en-US" sz="1200">
                          <a:latin typeface="Arial" panose="020B0604020202020204" pitchFamily="34" charset="0"/>
                          <a:cs typeface="Arial" panose="020B0604020202020204" pitchFamily="34" charset="0"/>
                        </a:rPr>
                        <a:t>Completed</a:t>
                      </a:r>
                    </a:p>
                  </a:txBody>
                  <a:tcPr/>
                </a:tc>
                <a:extLst>
                  <a:ext uri="{0D108BD9-81ED-4DB2-BD59-A6C34878D82A}">
                    <a16:rowId xmlns:a16="http://schemas.microsoft.com/office/drawing/2014/main" val="3777835090"/>
                  </a:ext>
                </a:extLst>
              </a:tr>
              <a:tr h="535500">
                <a:tc>
                  <a:txBody>
                    <a:bodyPr/>
                    <a:lstStyle/>
                    <a:p>
                      <a:pPr marL="0" marR="0" indent="0" algn="l" rtl="0" fontAlgn="base">
                        <a:buNone/>
                      </a:pPr>
                      <a:r>
                        <a:rPr lang="en-US" sz="1200" b="0" i="0">
                          <a:solidFill>
                            <a:srgbClr val="000000"/>
                          </a:solidFill>
                          <a:effectLst/>
                          <a:latin typeface="Arial" panose="020B0604020202020204" pitchFamily="34" charset="0"/>
                          <a:cs typeface="Arial" panose="020B0604020202020204" pitchFamily="34" charset="0"/>
                        </a:rPr>
                        <a:t>Propeller Type</a:t>
                      </a:r>
                    </a:p>
                  </a:txBody>
                  <a:tcPr marL="110957" marR="110957" marT="55474" marB="55474" anchor="ctr"/>
                </a:tc>
                <a:tc>
                  <a:txBody>
                    <a:bodyPr/>
                    <a:lstStyle/>
                    <a:p>
                      <a:pPr marL="0" marR="0" indent="0" algn="l" rtl="0" fontAlgn="base">
                        <a:buNone/>
                      </a:pPr>
                      <a:r>
                        <a:rPr lang="en-US" sz="1200" b="0" i="0">
                          <a:solidFill>
                            <a:srgbClr val="000000"/>
                          </a:solidFill>
                          <a:effectLst/>
                          <a:latin typeface="Arial" panose="020B0604020202020204" pitchFamily="34" charset="0"/>
                          <a:cs typeface="Arial" panose="020B0604020202020204" pitchFamily="34" charset="0"/>
                        </a:rPr>
                        <a:t>Created trade study on different propeller configurations to maximize efficiency and find a suitable candidate for achieving necessary thrust. </a:t>
                      </a:r>
                    </a:p>
                  </a:txBody>
                  <a:tcPr marL="110957" marR="110957" marT="55474" marB="55474" anchor="ctr"/>
                </a:tc>
                <a:tc>
                  <a:txBody>
                    <a:bodyPr/>
                    <a:lstStyle/>
                    <a:p>
                      <a:pPr algn="ctr"/>
                      <a:r>
                        <a:rPr lang="en-US" sz="1200">
                          <a:latin typeface="Arial" panose="020B0604020202020204" pitchFamily="34" charset="0"/>
                          <a:cs typeface="Arial" panose="020B0604020202020204" pitchFamily="34" charset="0"/>
                        </a:rPr>
                        <a:t>Propulsion</a:t>
                      </a:r>
                    </a:p>
                  </a:txBody>
                  <a:tcPr>
                    <a:solidFill>
                      <a:srgbClr val="FFC000"/>
                    </a:solidFill>
                  </a:tcPr>
                </a:tc>
                <a:tc>
                  <a:txBody>
                    <a:bodyPr/>
                    <a:lstStyle/>
                    <a:p>
                      <a:pPr lvl="0" algn="ctr">
                        <a:buNone/>
                      </a:pPr>
                      <a:r>
                        <a:rPr lang="en-US" sz="1200">
                          <a:latin typeface="Arial" panose="020B0604020202020204" pitchFamily="34" charset="0"/>
                          <a:cs typeface="Arial" panose="020B0604020202020204" pitchFamily="34" charset="0"/>
                        </a:rPr>
                        <a:t>Completed</a:t>
                      </a:r>
                    </a:p>
                  </a:txBody>
                  <a:tcPr/>
                </a:tc>
                <a:extLst>
                  <a:ext uri="{0D108BD9-81ED-4DB2-BD59-A6C34878D82A}">
                    <a16:rowId xmlns:a16="http://schemas.microsoft.com/office/drawing/2014/main" val="3780857582"/>
                  </a:ext>
                </a:extLst>
              </a:tr>
              <a:tr h="535500">
                <a:tc>
                  <a:txBody>
                    <a:bodyPr/>
                    <a:lstStyle/>
                    <a:p>
                      <a:pPr marL="0" marR="0" indent="0" algn="l" rtl="0" fontAlgn="base">
                        <a:buNone/>
                      </a:pPr>
                      <a:r>
                        <a:rPr lang="en-US" sz="1200" b="0" i="0">
                          <a:solidFill>
                            <a:srgbClr val="000000"/>
                          </a:solidFill>
                          <a:effectLst/>
                          <a:latin typeface="Arial" panose="020B0604020202020204" pitchFamily="34" charset="0"/>
                        </a:rPr>
                        <a:t>Battery Chemistry Trade Study​</a:t>
                      </a:r>
                      <a:endParaRPr lang="en-US" sz="1200" b="0" i="0">
                        <a:solidFill>
                          <a:srgbClr val="000000"/>
                        </a:solidFill>
                        <a:effectLst/>
                        <a:latin typeface="Segoe UI" panose="020B0502040204020203" pitchFamily="34" charset="0"/>
                      </a:endParaRPr>
                    </a:p>
                  </a:txBody>
                  <a:tcPr anchor="ctr"/>
                </a:tc>
                <a:tc>
                  <a:txBody>
                    <a:bodyPr/>
                    <a:lstStyle/>
                    <a:p>
                      <a:pPr marL="0" marR="0" indent="0" algn="l" rtl="0" fontAlgn="base">
                        <a:buNone/>
                      </a:pPr>
                      <a:r>
                        <a:rPr lang="en-US" sz="1200" b="0" i="0">
                          <a:solidFill>
                            <a:srgbClr val="000000"/>
                          </a:solidFill>
                          <a:effectLst/>
                          <a:latin typeface="Arial" panose="020B0604020202020204" pitchFamily="34" charset="0"/>
                        </a:rPr>
                        <a:t>Comparison of Lithium Ion and Lithium Polymer battery chemistries across performance criteria ​</a:t>
                      </a:r>
                      <a:endParaRPr lang="en-US" sz="1200" b="0" i="0">
                        <a:solidFill>
                          <a:srgbClr val="000000"/>
                        </a:solidFill>
                        <a:effectLst/>
                        <a:latin typeface="Segoe UI" panose="020B0502040204020203" pitchFamily="34" charset="0"/>
                      </a:endParaRPr>
                    </a:p>
                  </a:txBody>
                  <a:tcPr anchor="ctr"/>
                </a:tc>
                <a:tc>
                  <a:txBody>
                    <a:bodyPr/>
                    <a:lstStyle/>
                    <a:p>
                      <a:pPr algn="ctr"/>
                      <a:r>
                        <a:rPr lang="en-US" sz="1200">
                          <a:latin typeface="Arial" panose="020B0604020202020204" pitchFamily="34" charset="0"/>
                          <a:cs typeface="Arial" panose="020B0604020202020204" pitchFamily="34" charset="0"/>
                        </a:rPr>
                        <a:t>Power Systems</a:t>
                      </a:r>
                    </a:p>
                  </a:txBody>
                  <a:tcPr>
                    <a:solidFill>
                      <a:srgbClr val="FFED0C"/>
                    </a:solidFill>
                  </a:tcPr>
                </a:tc>
                <a:tc>
                  <a:txBody>
                    <a:bodyPr/>
                    <a:lstStyle/>
                    <a:p>
                      <a:pPr lvl="0" algn="ctr">
                        <a:buNone/>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Completed</a:t>
                      </a:r>
                      <a:endParaRPr lang="en-US" sz="12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715995606"/>
                  </a:ext>
                </a:extLst>
              </a:tr>
              <a:tr h="535500">
                <a:tc>
                  <a:txBody>
                    <a:bodyPr/>
                    <a:lstStyle/>
                    <a:p>
                      <a:pPr marL="0" marR="0" indent="0" algn="l" rtl="0" fontAlgn="base">
                        <a:buNone/>
                      </a:pPr>
                      <a:r>
                        <a:rPr lang="en-US" sz="1200" b="0" i="0">
                          <a:solidFill>
                            <a:srgbClr val="000000"/>
                          </a:solidFill>
                          <a:effectLst/>
                          <a:latin typeface="Arial" panose="020B0604020202020204" pitchFamily="34" charset="0"/>
                        </a:rPr>
                        <a:t>PCB Voltage Separation Trade Study​</a:t>
                      </a:r>
                      <a:endParaRPr lang="en-US" sz="1200" b="0" i="0">
                        <a:solidFill>
                          <a:srgbClr val="000000"/>
                        </a:solidFill>
                        <a:effectLst/>
                        <a:latin typeface="Segoe UI" panose="020B0502040204020203" pitchFamily="34" charset="0"/>
                      </a:endParaRPr>
                    </a:p>
                  </a:txBody>
                  <a:tcPr anchor="ctr"/>
                </a:tc>
                <a:tc>
                  <a:txBody>
                    <a:bodyPr/>
                    <a:lstStyle/>
                    <a:p>
                      <a:pPr marL="0" marR="0" indent="0" algn="l" rtl="0" fontAlgn="base">
                        <a:buNone/>
                      </a:pPr>
                      <a:r>
                        <a:rPr lang="en-US" sz="1200" b="0" i="0">
                          <a:solidFill>
                            <a:srgbClr val="000000"/>
                          </a:solidFill>
                          <a:effectLst/>
                          <a:latin typeface="Arial" panose="020B0604020202020204" pitchFamily="34" charset="0"/>
                        </a:rPr>
                        <a:t>Comparison of types of circuit boards for prototyping and final design complexity​</a:t>
                      </a:r>
                      <a:endParaRPr lang="en-US" sz="1200" b="0" i="0">
                        <a:solidFill>
                          <a:srgbClr val="000000"/>
                        </a:solidFill>
                        <a:effectLst/>
                        <a:latin typeface="Segoe UI" panose="020B05020402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latin typeface="Arial" panose="020B0604020202020204" pitchFamily="34" charset="0"/>
                          <a:cs typeface="Arial" panose="020B0604020202020204" pitchFamily="34" charset="0"/>
                        </a:rPr>
                        <a:t>Power Systems</a:t>
                      </a:r>
                    </a:p>
                    <a:p>
                      <a:pPr algn="ctr"/>
                      <a:endParaRPr lang="en-US" sz="1200">
                        <a:latin typeface="Arial" panose="020B0604020202020204" pitchFamily="34" charset="0"/>
                        <a:cs typeface="Arial" panose="020B0604020202020204" pitchFamily="34" charset="0"/>
                      </a:endParaRPr>
                    </a:p>
                  </a:txBody>
                  <a:tcPr>
                    <a:solidFill>
                      <a:srgbClr val="FFED0C"/>
                    </a:solidFill>
                  </a:tcPr>
                </a:tc>
                <a:tc>
                  <a:txBody>
                    <a:bodyPr/>
                    <a:lstStyle/>
                    <a:p>
                      <a:pPr lvl="0" algn="ctr">
                        <a:buNone/>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Completed</a:t>
                      </a:r>
                      <a:endParaRPr lang="en-US" sz="12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181761534"/>
                  </a:ext>
                </a:extLst>
              </a:tr>
              <a:tr h="535500">
                <a:tc>
                  <a:txBody>
                    <a:bodyPr/>
                    <a:lstStyle/>
                    <a:p>
                      <a:pPr marL="0" marR="0" indent="0" algn="l" rtl="0" fontAlgn="base">
                        <a:buNone/>
                      </a:pPr>
                      <a:r>
                        <a:rPr lang="en-US" sz="1200" b="0" i="0">
                          <a:solidFill>
                            <a:srgbClr val="000000"/>
                          </a:solidFill>
                          <a:effectLst/>
                          <a:latin typeface="Arial" panose="020B0604020202020204" pitchFamily="34" charset="0"/>
                        </a:rPr>
                        <a:t>Material Trade Study​</a:t>
                      </a:r>
                      <a:endParaRPr lang="en-US" sz="1200" b="0" i="0">
                        <a:solidFill>
                          <a:srgbClr val="000000"/>
                        </a:solidFill>
                        <a:effectLst/>
                        <a:latin typeface="Segoe UI" panose="020B0502040204020203" pitchFamily="34" charset="0"/>
                      </a:endParaRPr>
                    </a:p>
                  </a:txBody>
                  <a:tcPr anchor="ctr"/>
                </a:tc>
                <a:tc>
                  <a:txBody>
                    <a:bodyPr/>
                    <a:lstStyle/>
                    <a:p>
                      <a:pPr marL="0" marR="0" indent="0" algn="l" rtl="0" fontAlgn="base">
                        <a:buNone/>
                      </a:pPr>
                      <a:r>
                        <a:rPr lang="en-US" sz="1200" b="0" i="0">
                          <a:solidFill>
                            <a:srgbClr val="000000"/>
                          </a:solidFill>
                          <a:effectLst/>
                          <a:latin typeface="Arial" panose="020B0604020202020204" pitchFamily="34" charset="0"/>
                        </a:rPr>
                        <a:t>Conducted a trade study on various materials for the airframe structure.​</a:t>
                      </a:r>
                      <a:endParaRPr lang="en-US" sz="1200" b="0" i="0">
                        <a:solidFill>
                          <a:srgbClr val="000000"/>
                        </a:solidFill>
                        <a:effectLst/>
                        <a:latin typeface="Segoe UI" panose="020B0502040204020203" pitchFamily="34" charset="0"/>
                      </a:endParaRPr>
                    </a:p>
                  </a:txBody>
                  <a:tcPr anchor="ctr"/>
                </a:tc>
                <a:tc>
                  <a:txBody>
                    <a:bodyPr/>
                    <a:lstStyle/>
                    <a:p>
                      <a:pPr algn="ctr"/>
                      <a:r>
                        <a:rPr lang="en-US" sz="1200">
                          <a:latin typeface="Arial" panose="020B0604020202020204" pitchFamily="34" charset="0"/>
                          <a:cs typeface="Arial" panose="020B0604020202020204" pitchFamily="34" charset="0"/>
                        </a:rPr>
                        <a:t>Airframe and Aerodynamics</a:t>
                      </a:r>
                    </a:p>
                  </a:txBody>
                  <a:tcPr>
                    <a:solidFill>
                      <a:srgbClr val="92D050"/>
                    </a:solidFill>
                  </a:tcPr>
                </a:tc>
                <a:tc>
                  <a:txBody>
                    <a:bodyPr/>
                    <a:lstStyle/>
                    <a:p>
                      <a:pPr lvl="0" algn="ctr">
                        <a:buNone/>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Completed</a:t>
                      </a:r>
                      <a:endParaRPr lang="en-US" sz="12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189015796"/>
                  </a:ext>
                </a:extLst>
              </a:tr>
              <a:tr h="535500">
                <a:tc>
                  <a:txBody>
                    <a:bodyPr/>
                    <a:lstStyle/>
                    <a:p>
                      <a:pPr marL="0" marR="0" indent="0" algn="l" rtl="0" fontAlgn="base">
                        <a:buNone/>
                      </a:pPr>
                      <a:r>
                        <a:rPr lang="en-US" sz="1200" b="0" i="0">
                          <a:solidFill>
                            <a:srgbClr val="000000"/>
                          </a:solidFill>
                          <a:effectLst/>
                          <a:latin typeface="Arial" panose="020B0604020202020204" pitchFamily="34" charset="0"/>
                        </a:rPr>
                        <a:t>Shape &amp; Configuration​</a:t>
                      </a:r>
                      <a:endParaRPr lang="en-US" sz="1200" b="0" i="0">
                        <a:solidFill>
                          <a:srgbClr val="000000"/>
                        </a:solidFill>
                        <a:effectLst/>
                        <a:latin typeface="Segoe UI" panose="020B0502040204020203" pitchFamily="34" charset="0"/>
                      </a:endParaRPr>
                    </a:p>
                  </a:txBody>
                  <a:tcPr anchor="ctr"/>
                </a:tc>
                <a:tc>
                  <a:txBody>
                    <a:bodyPr/>
                    <a:lstStyle/>
                    <a:p>
                      <a:pPr marL="0" marR="0" indent="0" algn="l" rtl="0" fontAlgn="base">
                        <a:buNone/>
                      </a:pPr>
                      <a:r>
                        <a:rPr lang="en-US" sz="1200" b="0" i="0">
                          <a:solidFill>
                            <a:srgbClr val="000000"/>
                          </a:solidFill>
                          <a:effectLst/>
                          <a:latin typeface="Arial" panose="020B0604020202020204" pitchFamily="34" charset="0"/>
                        </a:rPr>
                        <a:t>Conducted a trade study concerning different drone rotor arm configurations and spatial sizing for avionics and power.​</a:t>
                      </a:r>
                      <a:endParaRPr lang="en-US" sz="1200" b="0" i="0">
                        <a:solidFill>
                          <a:srgbClr val="000000"/>
                        </a:solidFill>
                        <a:effectLst/>
                        <a:latin typeface="Segoe UI" panose="020B0502040204020203" pitchFamily="34" charset="0"/>
                      </a:endParaRPr>
                    </a:p>
                    <a:p>
                      <a:pPr marL="0" marR="0" indent="0" algn="l" rtl="0" fontAlgn="base">
                        <a:buNone/>
                      </a:pPr>
                      <a:r>
                        <a:rPr lang="en-US" sz="1200" b="0" i="0">
                          <a:solidFill>
                            <a:srgbClr val="000000"/>
                          </a:solidFill>
                          <a:effectLst/>
                          <a:latin typeface="Arial" panose="020B0604020202020204" pitchFamily="34" charset="0"/>
                        </a:rPr>
                        <a:t>​</a:t>
                      </a:r>
                      <a:endParaRPr lang="en-US" sz="1200" b="0" i="0">
                        <a:solidFill>
                          <a:srgbClr val="000000"/>
                        </a:solidFill>
                        <a:effectLst/>
                        <a:latin typeface="Segoe UI" panose="020B0502040204020203" pitchFamily="34" charset="0"/>
                      </a:endParaRPr>
                    </a:p>
                    <a:p>
                      <a:pPr marL="0" marR="0" indent="0" algn="l" rtl="0" fontAlgn="base">
                        <a:buNone/>
                      </a:pPr>
                      <a:r>
                        <a:rPr lang="en-US" sz="1200" b="0" i="0">
                          <a:solidFill>
                            <a:srgbClr val="000000"/>
                          </a:solidFill>
                          <a:effectLst/>
                          <a:latin typeface="Arial" panose="020B0604020202020204" pitchFamily="34" charset="0"/>
                        </a:rPr>
                        <a:t>Conducted a trade study on the primary shape of the chassis.​</a:t>
                      </a:r>
                      <a:endParaRPr lang="en-US" sz="1200" b="0" i="0">
                        <a:solidFill>
                          <a:srgbClr val="000000"/>
                        </a:solidFill>
                        <a:effectLst/>
                        <a:latin typeface="Segoe UI" panose="020B05020402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latin typeface="Arial" panose="020B0604020202020204" pitchFamily="34" charset="0"/>
                          <a:cs typeface="Arial" panose="020B0604020202020204" pitchFamily="34" charset="0"/>
                        </a:rPr>
                        <a:t>Airframe and Aerodynamics</a:t>
                      </a:r>
                    </a:p>
                    <a:p>
                      <a:pPr algn="ctr"/>
                      <a:endParaRPr lang="en-US" sz="1200">
                        <a:latin typeface="Arial" panose="020B0604020202020204" pitchFamily="34" charset="0"/>
                        <a:cs typeface="Arial" panose="020B0604020202020204" pitchFamily="34" charset="0"/>
                      </a:endParaRPr>
                    </a:p>
                  </a:txBody>
                  <a:tcPr>
                    <a:solidFill>
                      <a:srgbClr val="92D050"/>
                    </a:solidFill>
                  </a:tcPr>
                </a:tc>
                <a:tc>
                  <a:txBody>
                    <a:bodyPr/>
                    <a:lstStyle/>
                    <a:p>
                      <a:pPr lvl="0" algn="ctr">
                        <a:buNone/>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Completed</a:t>
                      </a:r>
                      <a:endParaRPr lang="en-US" sz="12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238181886"/>
                  </a:ext>
                </a:extLst>
              </a:tr>
              <a:tr h="535500">
                <a:tc>
                  <a:txBody>
                    <a:bodyPr/>
                    <a:lstStyle/>
                    <a:p>
                      <a:pPr marL="0" marR="0" indent="0" algn="l" rtl="0" fontAlgn="base">
                        <a:buNone/>
                      </a:pPr>
                      <a:r>
                        <a:rPr lang="en-US" sz="1200" b="0" i="0">
                          <a:solidFill>
                            <a:srgbClr val="000000"/>
                          </a:solidFill>
                          <a:effectLst/>
                          <a:latin typeface="Arial" panose="020B0604020202020204" pitchFamily="34" charset="0"/>
                        </a:rPr>
                        <a:t>Thermal Dissipation &amp; Conductivity​</a:t>
                      </a:r>
                      <a:endParaRPr lang="en-US" sz="1200" b="0" i="0">
                        <a:solidFill>
                          <a:srgbClr val="000000"/>
                        </a:solidFill>
                        <a:effectLst/>
                        <a:latin typeface="Segoe UI" panose="020B0502040204020203" pitchFamily="34" charset="0"/>
                      </a:endParaRPr>
                    </a:p>
                  </a:txBody>
                  <a:tcPr anchor="ctr"/>
                </a:tc>
                <a:tc>
                  <a:txBody>
                    <a:bodyPr/>
                    <a:lstStyle/>
                    <a:p>
                      <a:pPr marL="0" marR="0" indent="0" algn="l" rtl="0" fontAlgn="base">
                        <a:buNone/>
                      </a:pPr>
                      <a:r>
                        <a:rPr lang="en-US" sz="1200" b="0" i="0">
                          <a:solidFill>
                            <a:srgbClr val="000000"/>
                          </a:solidFill>
                          <a:effectLst/>
                          <a:latin typeface="Arial" panose="020B0604020202020204" pitchFamily="34" charset="0"/>
                        </a:rPr>
                        <a:t>Conducted a trade study for heat transfer and thermal conductivity through airframe structure.​</a:t>
                      </a:r>
                      <a:endParaRPr lang="en-US" sz="1200" b="0" i="0">
                        <a:solidFill>
                          <a:srgbClr val="000000"/>
                        </a:solidFill>
                        <a:effectLst/>
                        <a:latin typeface="Segoe UI" panose="020B05020402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latin typeface="Arial" panose="020B0604020202020204" pitchFamily="34" charset="0"/>
                          <a:cs typeface="Arial" panose="020B0604020202020204" pitchFamily="34" charset="0"/>
                        </a:rPr>
                        <a:t>Airframe and Aerodynamics</a:t>
                      </a:r>
                    </a:p>
                    <a:p>
                      <a:pPr algn="ctr"/>
                      <a:endParaRPr lang="en-US" sz="1200">
                        <a:latin typeface="Arial" panose="020B0604020202020204" pitchFamily="34" charset="0"/>
                        <a:cs typeface="Arial" panose="020B0604020202020204" pitchFamily="34" charset="0"/>
                      </a:endParaRPr>
                    </a:p>
                  </a:txBody>
                  <a:tcPr>
                    <a:solidFill>
                      <a:srgbClr val="92D050"/>
                    </a:solidFill>
                  </a:tcPr>
                </a:tc>
                <a:tc>
                  <a:txBody>
                    <a:bodyPr/>
                    <a:lstStyle/>
                    <a:p>
                      <a:pPr lvl="0" algn="ctr">
                        <a:buNone/>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Completed</a:t>
                      </a:r>
                      <a:endParaRPr lang="en-US" sz="12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099267776"/>
                  </a:ext>
                </a:extLst>
              </a:tr>
            </a:tbl>
          </a:graphicData>
        </a:graphic>
      </p:graphicFrame>
      <p:sp>
        <p:nvSpPr>
          <p:cNvPr id="13" name="Shape 2">
            <a:extLst>
              <a:ext uri="{FF2B5EF4-FFF2-40B4-BE49-F238E27FC236}">
                <a16:creationId xmlns:a16="http://schemas.microsoft.com/office/drawing/2014/main" id="{E045B83D-DF92-7872-42B1-BFDCDA8B3831}"/>
              </a:ext>
            </a:extLst>
          </p:cNvPr>
          <p:cNvSpPr/>
          <p:nvPr/>
        </p:nvSpPr>
        <p:spPr>
          <a:xfrm>
            <a:off x="10329704" y="457200"/>
            <a:ext cx="1403635" cy="329184"/>
          </a:xfrm>
          <a:prstGeom prst="roundRect">
            <a:avLst>
              <a:gd name="adj" fmla="val 50000"/>
            </a:avLst>
          </a:prstGeom>
          <a:solidFill>
            <a:srgbClr val="C6890F"/>
          </a:solidFill>
          <a:ln/>
        </p:spPr>
        <p:txBody>
          <a:bodyPr lIns="91440" tIns="45720" rIns="91440" bIns="45720" anchor="ctr"/>
          <a:lstStyle/>
          <a:p>
            <a:pPr algn="ctr"/>
            <a:r>
              <a:rPr lang="en-US" sz="1000" b="1">
                <a:latin typeface="Arial"/>
                <a:cs typeface="Arial"/>
              </a:rPr>
              <a:t>Trades Studies</a:t>
            </a:r>
          </a:p>
        </p:txBody>
      </p:sp>
      <p:grpSp>
        <p:nvGrpSpPr>
          <p:cNvPr id="7" name="Progress Bar - 5 Trade Studies">
            <a:extLst>
              <a:ext uri="{FF2B5EF4-FFF2-40B4-BE49-F238E27FC236}">
                <a16:creationId xmlns:a16="http://schemas.microsoft.com/office/drawing/2014/main" id="{573F56BC-A91B-0613-EAF5-53C36982E0AB}"/>
              </a:ext>
            </a:extLst>
          </p:cNvPr>
          <p:cNvGrpSpPr/>
          <p:nvPr/>
        </p:nvGrpSpPr>
        <p:grpSpPr>
          <a:xfrm>
            <a:off x="814351" y="6563680"/>
            <a:ext cx="10563297" cy="276999"/>
            <a:chOff x="790698" y="5902391"/>
            <a:chExt cx="10563297" cy="276999"/>
          </a:xfrm>
        </p:grpSpPr>
        <p:sp>
          <p:nvSpPr>
            <p:cNvPr id="8" name="Section 1 - Background">
              <a:extLst>
                <a:ext uri="{FF2B5EF4-FFF2-40B4-BE49-F238E27FC236}">
                  <a16:creationId xmlns:a16="http://schemas.microsoft.com/office/drawing/2014/main" id="{D4FE1774-D37A-342B-64B0-CE1E1EEEE174}"/>
                </a:ext>
              </a:extLst>
            </p:cNvPr>
            <p:cNvSpPr/>
            <p:nvPr/>
          </p:nvSpPr>
          <p:spPr>
            <a:xfrm>
              <a:off x="790698" y="5902391"/>
              <a:ext cx="1374145" cy="276999"/>
            </a:xfrm>
            <a:prstGeom prst="homePlate">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0">
                  <a:solidFill>
                    <a:srgbClr val="FFFFFF"/>
                  </a:solidFill>
                  <a:latin typeface="Calibri"/>
                </a:rPr>
                <a:t>Background</a:t>
              </a:r>
            </a:p>
          </p:txBody>
        </p:sp>
        <p:sp>
          <p:nvSpPr>
            <p:cNvPr id="11" name="Section 2 - ConOps">
              <a:extLst>
                <a:ext uri="{FF2B5EF4-FFF2-40B4-BE49-F238E27FC236}">
                  <a16:creationId xmlns:a16="http://schemas.microsoft.com/office/drawing/2014/main" id="{58CFD379-5FCB-0276-B21C-7A56B62CA6B6}"/>
                </a:ext>
              </a:extLst>
            </p:cNvPr>
            <p:cNvSpPr/>
            <p:nvPr/>
          </p:nvSpPr>
          <p:spPr>
            <a:xfrm>
              <a:off x="2103434"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ConOps</a:t>
              </a:r>
            </a:p>
          </p:txBody>
        </p:sp>
        <p:sp>
          <p:nvSpPr>
            <p:cNvPr id="12" name="Section 3 - Block Diagrams">
              <a:extLst>
                <a:ext uri="{FF2B5EF4-FFF2-40B4-BE49-F238E27FC236}">
                  <a16:creationId xmlns:a16="http://schemas.microsoft.com/office/drawing/2014/main" id="{96FA04DF-CF7F-C043-2ACB-685F260B1D07}"/>
                </a:ext>
              </a:extLst>
            </p:cNvPr>
            <p:cNvSpPr/>
            <p:nvPr/>
          </p:nvSpPr>
          <p:spPr>
            <a:xfrm>
              <a:off x="3416170"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Block Diagrams</a:t>
              </a:r>
            </a:p>
          </p:txBody>
        </p:sp>
        <p:sp>
          <p:nvSpPr>
            <p:cNvPr id="14" name="Section 4 - Key Requirements">
              <a:extLst>
                <a:ext uri="{FF2B5EF4-FFF2-40B4-BE49-F238E27FC236}">
                  <a16:creationId xmlns:a16="http://schemas.microsoft.com/office/drawing/2014/main" id="{86646ED0-BF06-3C99-AC3E-AD60F568A4C7}"/>
                </a:ext>
              </a:extLst>
            </p:cNvPr>
            <p:cNvSpPr/>
            <p:nvPr/>
          </p:nvSpPr>
          <p:spPr>
            <a:xfrm>
              <a:off x="4728906" y="5902391"/>
              <a:ext cx="1484077"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Key Requirements</a:t>
              </a:r>
            </a:p>
          </p:txBody>
        </p:sp>
        <p:sp>
          <p:nvSpPr>
            <p:cNvPr id="15" name="Section 5 - Trade Studies">
              <a:extLst>
                <a:ext uri="{FF2B5EF4-FFF2-40B4-BE49-F238E27FC236}">
                  <a16:creationId xmlns:a16="http://schemas.microsoft.com/office/drawing/2014/main" id="{57E187D3-9A66-8259-8059-E9E23D105A5A}"/>
                </a:ext>
              </a:extLst>
            </p:cNvPr>
            <p:cNvSpPr/>
            <p:nvPr/>
          </p:nvSpPr>
          <p:spPr>
            <a:xfrm>
              <a:off x="6151574" y="5902391"/>
              <a:ext cx="1374145"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Trade Studies</a:t>
              </a:r>
            </a:p>
          </p:txBody>
        </p:sp>
        <p:sp>
          <p:nvSpPr>
            <p:cNvPr id="16" name="Section 6 - Current Design Space">
              <a:extLst>
                <a:ext uri="{FF2B5EF4-FFF2-40B4-BE49-F238E27FC236}">
                  <a16:creationId xmlns:a16="http://schemas.microsoft.com/office/drawing/2014/main" id="{06356D2E-1185-8EDB-1B94-89AE103497BE}"/>
                </a:ext>
              </a:extLst>
            </p:cNvPr>
            <p:cNvSpPr/>
            <p:nvPr/>
          </p:nvSpPr>
          <p:spPr>
            <a:xfrm>
              <a:off x="7464310" y="5902391"/>
              <a:ext cx="1594008"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Current Design Space</a:t>
              </a:r>
            </a:p>
          </p:txBody>
        </p:sp>
        <p:sp>
          <p:nvSpPr>
            <p:cNvPr id="17" name="Section 7 - Moving Forward">
              <a:extLst>
                <a:ext uri="{FF2B5EF4-FFF2-40B4-BE49-F238E27FC236}">
                  <a16:creationId xmlns:a16="http://schemas.microsoft.com/office/drawing/2014/main" id="{637D440C-0741-C254-DC09-50E470067218}"/>
                </a:ext>
              </a:extLst>
            </p:cNvPr>
            <p:cNvSpPr/>
            <p:nvPr/>
          </p:nvSpPr>
          <p:spPr>
            <a:xfrm>
              <a:off x="8996909" y="5902391"/>
              <a:ext cx="1415369"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Moving Forward</a:t>
              </a:r>
            </a:p>
          </p:txBody>
        </p:sp>
        <p:sp>
          <p:nvSpPr>
            <p:cNvPr id="18" name="Section 8 - Q &amp; A">
              <a:extLst>
                <a:ext uri="{FF2B5EF4-FFF2-40B4-BE49-F238E27FC236}">
                  <a16:creationId xmlns:a16="http://schemas.microsoft.com/office/drawing/2014/main" id="{5CA3740A-7BD1-BFCF-90CC-4F687AAF220F}"/>
                </a:ext>
              </a:extLst>
            </p:cNvPr>
            <p:cNvSpPr/>
            <p:nvPr/>
          </p:nvSpPr>
          <p:spPr>
            <a:xfrm>
              <a:off x="10350869" y="5902391"/>
              <a:ext cx="1003126"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Q &amp; A</a:t>
              </a:r>
            </a:p>
          </p:txBody>
        </p:sp>
      </p:grpSp>
    </p:spTree>
    <p:extLst>
      <p:ext uri="{BB962C8B-B14F-4D97-AF65-F5344CB8AC3E}">
        <p14:creationId xmlns:p14="http://schemas.microsoft.com/office/powerpoint/2010/main" val="16298525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3058B-0CD8-86BF-7A51-896E370ACC0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3F2BC13-C3C0-1286-023B-A937D3EA8A5C}"/>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DA9B173A-F479-211F-9BCA-B3495472EB25}"/>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EB237038-4303-230D-EBD8-3FA559837D22}"/>
              </a:ext>
            </a:extLst>
          </p:cNvPr>
          <p:cNvSpPr txBox="1"/>
          <p:nvPr/>
        </p:nvSpPr>
        <p:spPr>
          <a:xfrm>
            <a:off x="1281748" y="365760"/>
            <a:ext cx="7680960" cy="658368"/>
          </a:xfrm>
          <a:prstGeom prst="rect">
            <a:avLst/>
          </a:prstGeom>
          <a:noFill/>
          <a:ln/>
        </p:spPr>
        <p:txBody>
          <a:bodyPr wrap="square" lIns="0" tIns="0" rIns="0" bIns="0" rtlCol="0" anchor="ctr"/>
          <a:lstStyle/>
          <a:p>
            <a:pPr marL="0" indent="0" algn="l">
              <a:buNone/>
            </a:pPr>
            <a:r>
              <a:rPr lang="en-US" sz="2800" b="1">
                <a:latin typeface="Arial" panose="020B0604020202020204" pitchFamily="34" charset="0"/>
                <a:cs typeface="Arial" panose="020B0604020202020204" pitchFamily="34" charset="0"/>
              </a:rPr>
              <a:t>Trades Status Overview – UAS-GNCC</a:t>
            </a:r>
          </a:p>
        </p:txBody>
      </p:sp>
      <p:graphicFrame>
        <p:nvGraphicFramePr>
          <p:cNvPr id="7" name="Table 6">
            <a:extLst>
              <a:ext uri="{FF2B5EF4-FFF2-40B4-BE49-F238E27FC236}">
                <a16:creationId xmlns:a16="http://schemas.microsoft.com/office/drawing/2014/main" id="{68FB5885-4030-EC8A-2B26-702217160D6E}"/>
              </a:ext>
            </a:extLst>
          </p:cNvPr>
          <p:cNvGraphicFramePr>
            <a:graphicFrameLocks noGrp="1"/>
          </p:cNvGraphicFramePr>
          <p:nvPr>
            <p:extLst>
              <p:ext uri="{D42A27DB-BD31-4B8C-83A1-F6EECF244321}">
                <p14:modId xmlns:p14="http://schemas.microsoft.com/office/powerpoint/2010/main" val="2607272204"/>
              </p:ext>
            </p:extLst>
          </p:nvPr>
        </p:nvGraphicFramePr>
        <p:xfrm>
          <a:off x="760540" y="1212755"/>
          <a:ext cx="10537889" cy="5154191"/>
        </p:xfrm>
        <a:graphic>
          <a:graphicData uri="http://schemas.openxmlformats.org/drawingml/2006/table">
            <a:tbl>
              <a:tblPr firstRow="1" bandRow="1">
                <a:tableStyleId>{5C22544A-7EE6-4342-B048-85BDC9FD1C3A}</a:tableStyleId>
              </a:tblPr>
              <a:tblGrid>
                <a:gridCol w="2230876">
                  <a:extLst>
                    <a:ext uri="{9D8B030D-6E8A-4147-A177-3AD203B41FA5}">
                      <a16:colId xmlns:a16="http://schemas.microsoft.com/office/drawing/2014/main" val="3843996925"/>
                    </a:ext>
                  </a:extLst>
                </a:gridCol>
                <a:gridCol w="4510831">
                  <a:extLst>
                    <a:ext uri="{9D8B030D-6E8A-4147-A177-3AD203B41FA5}">
                      <a16:colId xmlns:a16="http://schemas.microsoft.com/office/drawing/2014/main" val="1194478188"/>
                    </a:ext>
                  </a:extLst>
                </a:gridCol>
                <a:gridCol w="2335089">
                  <a:extLst>
                    <a:ext uri="{9D8B030D-6E8A-4147-A177-3AD203B41FA5}">
                      <a16:colId xmlns:a16="http://schemas.microsoft.com/office/drawing/2014/main" val="1462467012"/>
                    </a:ext>
                  </a:extLst>
                </a:gridCol>
                <a:gridCol w="1461093">
                  <a:extLst>
                    <a:ext uri="{9D8B030D-6E8A-4147-A177-3AD203B41FA5}">
                      <a16:colId xmlns:a16="http://schemas.microsoft.com/office/drawing/2014/main" val="813252377"/>
                    </a:ext>
                  </a:extLst>
                </a:gridCol>
              </a:tblGrid>
              <a:tr h="334691">
                <a:tc>
                  <a:txBody>
                    <a:bodyPr/>
                    <a:lstStyle/>
                    <a:p>
                      <a:pPr algn="ctr"/>
                      <a:r>
                        <a:rPr lang="en-US" sz="1200">
                          <a:latin typeface="Arial" panose="020B0604020202020204" pitchFamily="34" charset="0"/>
                          <a:cs typeface="Arial" panose="020B0604020202020204" pitchFamily="34" charset="0"/>
                        </a:rPr>
                        <a:t>Trade Study</a:t>
                      </a:r>
                    </a:p>
                  </a:txBody>
                  <a:tcPr/>
                </a:tc>
                <a:tc>
                  <a:txBody>
                    <a:bodyPr/>
                    <a:lstStyle/>
                    <a:p>
                      <a:pPr lvl="0" algn="ctr">
                        <a:buNone/>
                      </a:pPr>
                      <a:r>
                        <a:rPr lang="en-US" sz="1200">
                          <a:latin typeface="Arial" panose="020B0604020202020204" pitchFamily="34" charset="0"/>
                          <a:cs typeface="Arial" panose="020B0604020202020204" pitchFamily="34" charset="0"/>
                        </a:rPr>
                        <a:t>Trade Details</a:t>
                      </a:r>
                    </a:p>
                  </a:txBody>
                  <a:tcPr/>
                </a:tc>
                <a:tc>
                  <a:txBody>
                    <a:bodyPr/>
                    <a:lstStyle/>
                    <a:p>
                      <a:pPr lvl="0" algn="ctr">
                        <a:buNone/>
                      </a:pPr>
                      <a:r>
                        <a:rPr lang="en-US" sz="1200" b="1" i="0" u="none" strike="noStrike" noProof="0">
                          <a:solidFill>
                            <a:srgbClr val="FFFFFF"/>
                          </a:solidFill>
                          <a:latin typeface="Arial" panose="020B0604020202020204" pitchFamily="34" charset="0"/>
                          <a:cs typeface="Arial" panose="020B0604020202020204" pitchFamily="34" charset="0"/>
                        </a:rPr>
                        <a:t>Sub-Team</a:t>
                      </a:r>
                      <a:endParaRPr lang="en-US" sz="1200">
                        <a:latin typeface="Arial" panose="020B0604020202020204" pitchFamily="34" charset="0"/>
                        <a:cs typeface="Arial" panose="020B0604020202020204" pitchFamily="34" charset="0"/>
                      </a:endParaRPr>
                    </a:p>
                  </a:txBody>
                  <a:tcPr/>
                </a:tc>
                <a:tc>
                  <a:txBody>
                    <a:bodyPr/>
                    <a:lstStyle/>
                    <a:p>
                      <a:pPr lvl="0" algn="ctr">
                        <a:buNone/>
                      </a:pPr>
                      <a:r>
                        <a:rPr lang="en-US" sz="1200" b="1" i="0" u="none" strike="noStrike" noProof="0">
                          <a:solidFill>
                            <a:srgbClr val="FFFFFF"/>
                          </a:solidFill>
                          <a:latin typeface="Arial" panose="020B0604020202020204" pitchFamily="34" charset="0"/>
                          <a:cs typeface="Arial" panose="020B0604020202020204" pitchFamily="34" charset="0"/>
                        </a:rPr>
                        <a:t>Status</a:t>
                      </a:r>
                      <a:endParaRPr lang="en-US" sz="12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983860614"/>
                  </a:ext>
                </a:extLst>
              </a:tr>
              <a:tr h="535500">
                <a:tc>
                  <a:txBody>
                    <a:bodyPr/>
                    <a:lstStyle/>
                    <a:p>
                      <a:pPr marL="0" marR="0" indent="0" algn="l" rtl="0" fontAlgn="base">
                        <a:buNone/>
                      </a:pPr>
                      <a:r>
                        <a:rPr lang="en-US" sz="1200" b="0" i="0">
                          <a:solidFill>
                            <a:srgbClr val="000000"/>
                          </a:solidFill>
                          <a:effectLst/>
                          <a:latin typeface="Arial" panose="020B0604020202020204" pitchFamily="34" charset="0"/>
                        </a:rPr>
                        <a:t>Control Laws​</a:t>
                      </a:r>
                      <a:endParaRPr lang="en-US" sz="1200" b="0" i="0">
                        <a:solidFill>
                          <a:srgbClr val="000000"/>
                        </a:solidFill>
                        <a:effectLst/>
                        <a:latin typeface="Segoe UI" panose="020B0502040204020203" pitchFamily="34" charset="0"/>
                      </a:endParaRPr>
                    </a:p>
                  </a:txBody>
                  <a:tcPr anchor="ctr"/>
                </a:tc>
                <a:tc>
                  <a:txBody>
                    <a:bodyPr/>
                    <a:lstStyle/>
                    <a:p>
                      <a:pPr marL="0" marR="0" indent="0" algn="l" rtl="0" fontAlgn="base">
                        <a:buNone/>
                      </a:pPr>
                      <a:r>
                        <a:rPr lang="en-US" sz="1200" b="0" i="0">
                          <a:solidFill>
                            <a:srgbClr val="000000"/>
                          </a:solidFill>
                          <a:effectLst/>
                          <a:latin typeface="Arial" panose="020B0604020202020204" pitchFamily="34" charset="0"/>
                        </a:rPr>
                        <a:t>Conducted a trade study on various Control Laws methods for disturbance responses.​</a:t>
                      </a:r>
                      <a:endParaRPr lang="en-US" sz="1200" b="0" i="0">
                        <a:solidFill>
                          <a:srgbClr val="000000"/>
                        </a:solidFill>
                        <a:effectLst/>
                        <a:latin typeface="Segoe UI" panose="020B0502040204020203" pitchFamily="34" charset="0"/>
                      </a:endParaRPr>
                    </a:p>
                  </a:txBody>
                  <a:tcPr anchor="ctr"/>
                </a:tc>
                <a:tc>
                  <a:txBody>
                    <a:bodyPr/>
                    <a:lstStyle/>
                    <a:p>
                      <a:pPr algn="ctr"/>
                      <a:r>
                        <a:rPr lang="en-US" sz="1200">
                          <a:latin typeface="Arial"/>
                          <a:cs typeface="Arial"/>
                        </a:rPr>
                        <a:t>GNC</a:t>
                      </a:r>
                      <a:endParaRPr lang="en-US" sz="1200">
                        <a:latin typeface="Arial" panose="020B0604020202020204" pitchFamily="34" charset="0"/>
                        <a:cs typeface="Arial" panose="020B0604020202020204" pitchFamily="34" charset="0"/>
                      </a:endParaRPr>
                    </a:p>
                    <a:p>
                      <a:pPr algn="ctr"/>
                      <a:endParaRPr lang="en-US" sz="1200">
                        <a:latin typeface="Arial" panose="020B0604020202020204" pitchFamily="34" charset="0"/>
                        <a:cs typeface="Arial" panose="020B0604020202020204" pitchFamily="34" charset="0"/>
                      </a:endParaRPr>
                    </a:p>
                  </a:txBody>
                  <a:tcPr>
                    <a:solidFill>
                      <a:srgbClr val="FF7471"/>
                    </a:solidFill>
                  </a:tcPr>
                </a:tc>
                <a:tc>
                  <a:txBody>
                    <a:bodyPr/>
                    <a:lstStyle/>
                    <a:p>
                      <a:pPr lvl="0" algn="ctr">
                        <a:buNone/>
                      </a:pPr>
                      <a:r>
                        <a:rPr lang="en-US" sz="1200">
                          <a:latin typeface="Arial" panose="020B0604020202020204" pitchFamily="34" charset="0"/>
                          <a:cs typeface="Arial" panose="020B0604020202020204" pitchFamily="34" charset="0"/>
                        </a:rPr>
                        <a:t>Completed</a:t>
                      </a:r>
                    </a:p>
                  </a:txBody>
                  <a:tcPr/>
                </a:tc>
                <a:extLst>
                  <a:ext uri="{0D108BD9-81ED-4DB2-BD59-A6C34878D82A}">
                    <a16:rowId xmlns:a16="http://schemas.microsoft.com/office/drawing/2014/main" val="3764611095"/>
                  </a:ext>
                </a:extLst>
              </a:tr>
              <a:tr h="535500">
                <a:tc>
                  <a:txBody>
                    <a:bodyPr/>
                    <a:lstStyle/>
                    <a:p>
                      <a:pPr marL="0" marR="0" indent="0" algn="l" rtl="0" fontAlgn="base">
                        <a:buNone/>
                      </a:pPr>
                      <a:r>
                        <a:rPr lang="en-US" sz="1200" b="0" i="0">
                          <a:solidFill>
                            <a:srgbClr val="000000"/>
                          </a:solidFill>
                          <a:effectLst/>
                          <a:latin typeface="Arial" panose="020B0604020202020204" pitchFamily="34" charset="0"/>
                        </a:rPr>
                        <a:t>Transient Responses​</a:t>
                      </a:r>
                      <a:endParaRPr lang="en-US" sz="1200" b="0" i="0">
                        <a:solidFill>
                          <a:srgbClr val="000000"/>
                        </a:solidFill>
                        <a:effectLst/>
                        <a:latin typeface="Segoe UI" panose="020B0502040204020203" pitchFamily="34" charset="0"/>
                      </a:endParaRPr>
                    </a:p>
                  </a:txBody>
                  <a:tcPr anchor="ctr"/>
                </a:tc>
                <a:tc>
                  <a:txBody>
                    <a:bodyPr/>
                    <a:lstStyle/>
                    <a:p>
                      <a:pPr marL="0" marR="0" indent="0" algn="l" rtl="0" fontAlgn="base">
                        <a:buNone/>
                      </a:pPr>
                      <a:r>
                        <a:rPr lang="en-US" sz="1200" b="0" i="0">
                          <a:solidFill>
                            <a:srgbClr val="000000"/>
                          </a:solidFill>
                          <a:effectLst/>
                          <a:latin typeface="Arial" panose="020B0604020202020204" pitchFamily="34" charset="0"/>
                        </a:rPr>
                        <a:t>Conducted a trade study on underdamped vs. overdamped transient responses.​</a:t>
                      </a:r>
                      <a:endParaRPr lang="en-US" sz="1200" b="0" i="0">
                        <a:solidFill>
                          <a:srgbClr val="000000"/>
                        </a:solidFill>
                        <a:effectLst/>
                        <a:latin typeface="Segoe UI" panose="020B0502040204020203" pitchFamily="34" charset="0"/>
                      </a:endParaRPr>
                    </a:p>
                  </a:txBody>
                  <a:tcPr anchor="ctr"/>
                </a:tc>
                <a:tc>
                  <a:txBody>
                    <a:bodyPr/>
                    <a:lstStyle/>
                    <a:p>
                      <a:pPr algn="ctr"/>
                      <a:r>
                        <a:rPr lang="en-US" sz="1200">
                          <a:latin typeface="Arial"/>
                          <a:cs typeface="Arial"/>
                        </a:rPr>
                        <a:t>GNC</a:t>
                      </a:r>
                      <a:endParaRPr lang="en-US" sz="1200">
                        <a:latin typeface="Arial" panose="020B0604020202020204" pitchFamily="34" charset="0"/>
                        <a:cs typeface="Arial" panose="020B0604020202020204" pitchFamily="34" charset="0"/>
                      </a:endParaRPr>
                    </a:p>
                  </a:txBody>
                  <a:tcPr>
                    <a:solidFill>
                      <a:srgbClr val="FF7471"/>
                    </a:solidFill>
                  </a:tcPr>
                </a:tc>
                <a:tc>
                  <a:txBody>
                    <a:bodyPr/>
                    <a:lstStyle/>
                    <a:p>
                      <a:pPr lvl="0" algn="ctr">
                        <a:buNone/>
                      </a:pPr>
                      <a:r>
                        <a:rPr lang="en-US" sz="1200">
                          <a:latin typeface="Arial" panose="020B0604020202020204" pitchFamily="34" charset="0"/>
                          <a:cs typeface="Arial" panose="020B0604020202020204" pitchFamily="34" charset="0"/>
                        </a:rPr>
                        <a:t>Completed</a:t>
                      </a:r>
                    </a:p>
                  </a:txBody>
                  <a:tcPr/>
                </a:tc>
                <a:extLst>
                  <a:ext uri="{0D108BD9-81ED-4DB2-BD59-A6C34878D82A}">
                    <a16:rowId xmlns:a16="http://schemas.microsoft.com/office/drawing/2014/main" val="3777835090"/>
                  </a:ext>
                </a:extLst>
              </a:tr>
              <a:tr h="535500">
                <a:tc>
                  <a:txBody>
                    <a:bodyPr/>
                    <a:lstStyle/>
                    <a:p>
                      <a:pPr marL="0" marR="0" indent="0" algn="l" rtl="0" fontAlgn="base">
                        <a:buNone/>
                      </a:pPr>
                      <a:r>
                        <a:rPr lang="en-US" sz="1200" b="0" i="0">
                          <a:solidFill>
                            <a:srgbClr val="000000"/>
                          </a:solidFill>
                          <a:effectLst/>
                          <a:latin typeface="Arial" panose="020B0604020202020204" pitchFamily="34" charset="0"/>
                        </a:rPr>
                        <a:t>Sensor Fusion Algorithms​</a:t>
                      </a:r>
                      <a:endParaRPr lang="en-US" sz="1200" b="0" i="0">
                        <a:solidFill>
                          <a:srgbClr val="000000"/>
                        </a:solidFill>
                        <a:effectLst/>
                        <a:latin typeface="Segoe UI" panose="020B0502040204020203" pitchFamily="34" charset="0"/>
                      </a:endParaRPr>
                    </a:p>
                  </a:txBody>
                  <a:tcPr anchor="ctr"/>
                </a:tc>
                <a:tc>
                  <a:txBody>
                    <a:bodyPr/>
                    <a:lstStyle/>
                    <a:p>
                      <a:pPr marL="0" marR="0" indent="0" algn="l" rtl="0" fontAlgn="base">
                        <a:buNone/>
                      </a:pPr>
                      <a:r>
                        <a:rPr lang="en-US" sz="1200" b="0" i="0">
                          <a:solidFill>
                            <a:srgbClr val="000000"/>
                          </a:solidFill>
                          <a:effectLst/>
                          <a:latin typeface="Arial" panose="020B0604020202020204" pitchFamily="34" charset="0"/>
                        </a:rPr>
                        <a:t>Conducted a trade study on different kinds of Kalman filters for state-estimation and responses.​</a:t>
                      </a:r>
                      <a:endParaRPr lang="en-US" sz="1200" b="0" i="0">
                        <a:solidFill>
                          <a:srgbClr val="000000"/>
                        </a:solidFill>
                        <a:effectLst/>
                        <a:latin typeface="Segoe UI" panose="020B0502040204020203" pitchFamily="34" charset="0"/>
                      </a:endParaRPr>
                    </a:p>
                  </a:txBody>
                  <a:tcPr anchor="ctr"/>
                </a:tc>
                <a:tc>
                  <a:txBody>
                    <a:bodyPr/>
                    <a:lstStyle/>
                    <a:p>
                      <a:pPr algn="ctr"/>
                      <a:r>
                        <a:rPr lang="en-US" sz="1200">
                          <a:latin typeface="Arial"/>
                          <a:cs typeface="Arial"/>
                        </a:rPr>
                        <a:t>GNC</a:t>
                      </a:r>
                      <a:endParaRPr lang="en-US" sz="1200">
                        <a:latin typeface="Arial" panose="020B0604020202020204" pitchFamily="34" charset="0"/>
                        <a:cs typeface="Arial" panose="020B0604020202020204" pitchFamily="34" charset="0"/>
                      </a:endParaRPr>
                    </a:p>
                  </a:txBody>
                  <a:tcPr>
                    <a:solidFill>
                      <a:srgbClr val="FF7471"/>
                    </a:solidFill>
                  </a:tcPr>
                </a:tc>
                <a:tc>
                  <a:txBody>
                    <a:bodyPr/>
                    <a:lstStyle/>
                    <a:p>
                      <a:pPr lvl="0" algn="ctr">
                        <a:buNone/>
                      </a:pPr>
                      <a:r>
                        <a:rPr lang="en-US" sz="1200">
                          <a:latin typeface="Arial" panose="020B0604020202020204" pitchFamily="34" charset="0"/>
                          <a:cs typeface="Arial" panose="020B0604020202020204" pitchFamily="34" charset="0"/>
                        </a:rPr>
                        <a:t>Completed</a:t>
                      </a:r>
                    </a:p>
                  </a:txBody>
                  <a:tcPr/>
                </a:tc>
                <a:extLst>
                  <a:ext uri="{0D108BD9-81ED-4DB2-BD59-A6C34878D82A}">
                    <a16:rowId xmlns:a16="http://schemas.microsoft.com/office/drawing/2014/main" val="3780857582"/>
                  </a:ext>
                </a:extLst>
              </a:tr>
              <a:tr h="535500">
                <a:tc>
                  <a:txBody>
                    <a:bodyPr/>
                    <a:lstStyle/>
                    <a:p>
                      <a:pPr marL="0" marR="0" indent="0" algn="l" rtl="0" fontAlgn="base">
                        <a:buNone/>
                      </a:pPr>
                      <a:r>
                        <a:rPr lang="en-US" sz="1200" b="0" i="0">
                          <a:solidFill>
                            <a:srgbClr val="000000"/>
                          </a:solidFill>
                          <a:effectLst/>
                          <a:latin typeface="Arial" panose="020B0604020202020204" pitchFamily="34" charset="0"/>
                        </a:rPr>
                        <a:t>Input Types​</a:t>
                      </a:r>
                      <a:endParaRPr lang="en-US" sz="1200" b="0" i="0">
                        <a:solidFill>
                          <a:srgbClr val="000000"/>
                        </a:solidFill>
                        <a:effectLst/>
                        <a:latin typeface="Segoe UI" panose="020B0502040204020203" pitchFamily="34" charset="0"/>
                      </a:endParaRPr>
                    </a:p>
                  </a:txBody>
                  <a:tcPr anchor="ctr"/>
                </a:tc>
                <a:tc>
                  <a:txBody>
                    <a:bodyPr/>
                    <a:lstStyle/>
                    <a:p>
                      <a:pPr marL="0" marR="0" indent="0" algn="l" rtl="0" fontAlgn="base">
                        <a:buNone/>
                      </a:pPr>
                      <a:r>
                        <a:rPr lang="en-US" sz="1200" b="0" i="0">
                          <a:solidFill>
                            <a:srgbClr val="000000"/>
                          </a:solidFill>
                          <a:effectLst/>
                          <a:latin typeface="Arial" panose="020B0604020202020204" pitchFamily="34" charset="0"/>
                        </a:rPr>
                        <a:t>Conducted a trade study on different input types for packaging, modeling &amp; stability accuracy.​</a:t>
                      </a:r>
                      <a:endParaRPr lang="en-US" sz="1200" b="0" i="0">
                        <a:solidFill>
                          <a:srgbClr val="000000"/>
                        </a:solidFill>
                        <a:effectLst/>
                        <a:latin typeface="Segoe UI" panose="020B0502040204020203" pitchFamily="34" charset="0"/>
                      </a:endParaRPr>
                    </a:p>
                  </a:txBody>
                  <a:tcPr anchor="ctr"/>
                </a:tc>
                <a:tc>
                  <a:txBody>
                    <a:bodyPr/>
                    <a:lstStyle/>
                    <a:p>
                      <a:pPr algn="ctr"/>
                      <a:r>
                        <a:rPr lang="en-US" sz="1200">
                          <a:latin typeface="Arial"/>
                          <a:cs typeface="Arial"/>
                        </a:rPr>
                        <a:t>GNC</a:t>
                      </a:r>
                      <a:endParaRPr lang="en-US" sz="1200">
                        <a:latin typeface="Arial" panose="020B0604020202020204" pitchFamily="34" charset="0"/>
                        <a:cs typeface="Arial" panose="020B0604020202020204" pitchFamily="34" charset="0"/>
                      </a:endParaRPr>
                    </a:p>
                  </a:txBody>
                  <a:tcPr>
                    <a:solidFill>
                      <a:srgbClr val="FF7471"/>
                    </a:solidFill>
                  </a:tcPr>
                </a:tc>
                <a:tc>
                  <a:txBody>
                    <a:bodyPr/>
                    <a:lstStyle/>
                    <a:p>
                      <a:pPr lvl="0" algn="ctr">
                        <a:buNone/>
                      </a:pPr>
                      <a:r>
                        <a:rPr lang="en-US" sz="1200">
                          <a:latin typeface="Arial" panose="020B0604020202020204" pitchFamily="34" charset="0"/>
                          <a:cs typeface="Arial" panose="020B0604020202020204" pitchFamily="34" charset="0"/>
                        </a:rPr>
                        <a:t>Completed</a:t>
                      </a:r>
                    </a:p>
                  </a:txBody>
                  <a:tcPr/>
                </a:tc>
                <a:extLst>
                  <a:ext uri="{0D108BD9-81ED-4DB2-BD59-A6C34878D82A}">
                    <a16:rowId xmlns:a16="http://schemas.microsoft.com/office/drawing/2014/main" val="2949399918"/>
                  </a:ext>
                </a:extLst>
              </a:tr>
              <a:tr h="535500">
                <a:tc>
                  <a:txBody>
                    <a:bodyPr/>
                    <a:lstStyle/>
                    <a:p>
                      <a:pPr marL="0" marR="0" indent="0" algn="l" rtl="0" fontAlgn="base">
                        <a:buNone/>
                      </a:pPr>
                      <a:r>
                        <a:rPr lang="en-US" sz="1200" b="0" i="0">
                          <a:solidFill>
                            <a:srgbClr val="000000"/>
                          </a:solidFill>
                          <a:effectLst/>
                          <a:latin typeface="Arial" panose="020B0604020202020204" pitchFamily="34" charset="0"/>
                        </a:rPr>
                        <a:t>Navigation Method​</a:t>
                      </a:r>
                      <a:endParaRPr lang="en-US" sz="1200" b="0" i="0">
                        <a:solidFill>
                          <a:srgbClr val="000000"/>
                        </a:solidFill>
                        <a:effectLst/>
                        <a:latin typeface="Segoe UI" panose="020B0502040204020203" pitchFamily="34" charset="0"/>
                      </a:endParaRPr>
                    </a:p>
                  </a:txBody>
                  <a:tcPr anchor="ctr"/>
                </a:tc>
                <a:tc>
                  <a:txBody>
                    <a:bodyPr/>
                    <a:lstStyle/>
                    <a:p>
                      <a:pPr marL="0" marR="0" indent="0" algn="l" rtl="0" fontAlgn="base">
                        <a:buNone/>
                      </a:pPr>
                      <a:r>
                        <a:rPr lang="en-US" sz="1200" b="0" i="0">
                          <a:solidFill>
                            <a:srgbClr val="000000"/>
                          </a:solidFill>
                          <a:effectLst/>
                          <a:latin typeface="Arial" panose="020B0604020202020204" pitchFamily="34" charset="0"/>
                        </a:rPr>
                        <a:t>Analyzed alternative forms of Navigation and UAS Positioning.​</a:t>
                      </a:r>
                      <a:endParaRPr lang="en-US" sz="1200" b="0" i="0">
                        <a:solidFill>
                          <a:srgbClr val="000000"/>
                        </a:solidFill>
                        <a:effectLst/>
                        <a:latin typeface="Segoe UI" panose="020B0502040204020203" pitchFamily="34" charset="0"/>
                      </a:endParaRPr>
                    </a:p>
                  </a:txBody>
                  <a:tcPr anchor="ctr"/>
                </a:tc>
                <a:tc>
                  <a:txBody>
                    <a:bodyPr/>
                    <a:lstStyle/>
                    <a:p>
                      <a:pPr algn="ctr"/>
                      <a:r>
                        <a:rPr lang="en-US" sz="1200">
                          <a:latin typeface="Arial" panose="020B0604020202020204" pitchFamily="34" charset="0"/>
                          <a:cs typeface="Arial" panose="020B0604020202020204" pitchFamily="34" charset="0"/>
                        </a:rPr>
                        <a:t>Avionics</a:t>
                      </a:r>
                    </a:p>
                    <a:p>
                      <a:pPr algn="ctr"/>
                      <a:endParaRPr lang="en-US" sz="1200">
                        <a:latin typeface="Arial" panose="020B0604020202020204" pitchFamily="34" charset="0"/>
                        <a:cs typeface="Arial" panose="020B0604020202020204" pitchFamily="34" charset="0"/>
                      </a:endParaRPr>
                    </a:p>
                  </a:txBody>
                  <a:tcPr>
                    <a:solidFill>
                      <a:schemeClr val="accent1">
                        <a:lumMod val="20000"/>
                        <a:lumOff val="80000"/>
                      </a:schemeClr>
                    </a:solidFill>
                  </a:tcPr>
                </a:tc>
                <a:tc>
                  <a:txBody>
                    <a:bodyPr/>
                    <a:lstStyle/>
                    <a:p>
                      <a:pPr lvl="0" algn="ctr">
                        <a:buNone/>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Completed</a:t>
                      </a:r>
                      <a:endParaRPr lang="en-US" sz="12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715995606"/>
                  </a:ext>
                </a:extLst>
              </a:tr>
              <a:tr h="535500">
                <a:tc>
                  <a:txBody>
                    <a:bodyPr/>
                    <a:lstStyle/>
                    <a:p>
                      <a:pPr marL="0" marR="0" indent="0" algn="l" rtl="0" fontAlgn="base">
                        <a:buNone/>
                      </a:pPr>
                      <a:r>
                        <a:rPr lang="en-US" sz="1200" b="0" i="0">
                          <a:solidFill>
                            <a:srgbClr val="000000"/>
                          </a:solidFill>
                          <a:effectLst/>
                          <a:latin typeface="Arial" panose="020B0604020202020204" pitchFamily="34" charset="0"/>
                        </a:rPr>
                        <a:t>Communication Protocol​</a:t>
                      </a:r>
                      <a:endParaRPr lang="en-US" sz="1200" b="0" i="0">
                        <a:solidFill>
                          <a:srgbClr val="000000"/>
                        </a:solidFill>
                        <a:effectLst/>
                        <a:latin typeface="Segoe UI" panose="020B0502040204020203" pitchFamily="34" charset="0"/>
                      </a:endParaRPr>
                    </a:p>
                  </a:txBody>
                  <a:tcPr anchor="ctr"/>
                </a:tc>
                <a:tc>
                  <a:txBody>
                    <a:bodyPr/>
                    <a:lstStyle/>
                    <a:p>
                      <a:pPr marL="0" marR="0" indent="0" algn="l" rtl="0" fontAlgn="base">
                        <a:buNone/>
                      </a:pPr>
                      <a:r>
                        <a:rPr lang="en-US" sz="1200" b="0" i="0">
                          <a:solidFill>
                            <a:srgbClr val="000000"/>
                          </a:solidFill>
                          <a:effectLst/>
                          <a:latin typeface="Arial"/>
                        </a:rPr>
                        <a:t>Analyzed alternative protocols of communication between UAS, Rover and Ground Station.​</a:t>
                      </a:r>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Avionics</a:t>
                      </a:r>
                      <a:endParaRPr lang="en-US" sz="1200">
                        <a:latin typeface="Arial" panose="020B0604020202020204" pitchFamily="34" charset="0"/>
                        <a:cs typeface="Arial" panose="020B0604020202020204" pitchFamily="34" charset="0"/>
                      </a:endParaRPr>
                    </a:p>
                  </a:txBody>
                  <a:tcPr>
                    <a:solidFill>
                      <a:schemeClr val="accent1">
                        <a:lumMod val="20000"/>
                        <a:lumOff val="80000"/>
                      </a:schemeClr>
                    </a:solidFill>
                  </a:tcPr>
                </a:tc>
                <a:tc>
                  <a:txBody>
                    <a:bodyPr/>
                    <a:lstStyle/>
                    <a:p>
                      <a:pPr lvl="0" algn="ctr">
                        <a:buNone/>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Completed</a:t>
                      </a:r>
                      <a:endParaRPr lang="en-US" sz="12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181761534"/>
                  </a:ext>
                </a:extLst>
              </a:tr>
              <a:tr h="535500">
                <a:tc>
                  <a:txBody>
                    <a:bodyPr/>
                    <a:lstStyle/>
                    <a:p>
                      <a:pPr marL="0" marR="0" indent="0" algn="l" rtl="0" fontAlgn="base">
                        <a:buNone/>
                      </a:pPr>
                      <a:r>
                        <a:rPr lang="en-US" sz="1200" b="0" i="0">
                          <a:solidFill>
                            <a:srgbClr val="000000"/>
                          </a:solidFill>
                          <a:effectLst/>
                          <a:latin typeface="Arial" panose="020B0604020202020204" pitchFamily="34" charset="0"/>
                        </a:rPr>
                        <a:t>Computing Architecture​</a:t>
                      </a:r>
                      <a:endParaRPr lang="en-US" sz="1200" b="0" i="0">
                        <a:solidFill>
                          <a:srgbClr val="000000"/>
                        </a:solidFill>
                        <a:effectLst/>
                        <a:latin typeface="Segoe UI" panose="020B0502040204020203" pitchFamily="34" charset="0"/>
                      </a:endParaRPr>
                    </a:p>
                  </a:txBody>
                  <a:tcPr anchor="ctr"/>
                </a:tc>
                <a:tc>
                  <a:txBody>
                    <a:bodyPr/>
                    <a:lstStyle/>
                    <a:p>
                      <a:pPr marL="0" marR="0" indent="0" algn="l" rtl="0" fontAlgn="base">
                        <a:buNone/>
                      </a:pPr>
                      <a:r>
                        <a:rPr lang="en-US" sz="1200" b="0" i="0">
                          <a:solidFill>
                            <a:srgbClr val="000000"/>
                          </a:solidFill>
                          <a:effectLst/>
                          <a:latin typeface="Arial" panose="020B0604020202020204" pitchFamily="34" charset="0"/>
                        </a:rPr>
                        <a:t>Weighed effectiveness of various computing architectures for Onboard/Offboard processing.​</a:t>
                      </a:r>
                      <a:endParaRPr lang="en-US" sz="1200" b="0" i="0">
                        <a:solidFill>
                          <a:srgbClr val="000000"/>
                        </a:solidFill>
                        <a:effectLst/>
                        <a:latin typeface="Segoe UI" panose="020B0502040204020203" pitchFamily="34" charset="0"/>
                      </a:endParaRPr>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Avionics</a:t>
                      </a:r>
                      <a:endParaRPr lang="en-US" sz="1200">
                        <a:latin typeface="Arial" panose="020B0604020202020204" pitchFamily="34" charset="0"/>
                        <a:cs typeface="Arial" panose="020B0604020202020204" pitchFamily="34" charset="0"/>
                      </a:endParaRPr>
                    </a:p>
                  </a:txBody>
                  <a:tcPr>
                    <a:solidFill>
                      <a:schemeClr val="accent1">
                        <a:lumMod val="20000"/>
                        <a:lumOff val="80000"/>
                      </a:schemeClr>
                    </a:solidFill>
                  </a:tcPr>
                </a:tc>
                <a:tc>
                  <a:txBody>
                    <a:bodyPr/>
                    <a:lstStyle/>
                    <a:p>
                      <a:pPr lvl="0" algn="ctr">
                        <a:buNone/>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Completed</a:t>
                      </a:r>
                      <a:endParaRPr lang="en-US" sz="12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189015796"/>
                  </a:ext>
                </a:extLst>
              </a:tr>
              <a:tr h="535500">
                <a:tc>
                  <a:txBody>
                    <a:bodyPr/>
                    <a:lstStyle/>
                    <a:p>
                      <a:pPr marL="0" marR="0" indent="0" algn="l" rtl="0" fontAlgn="base">
                        <a:buNone/>
                      </a:pPr>
                      <a:r>
                        <a:rPr lang="en-US" sz="1200" b="0" i="0">
                          <a:solidFill>
                            <a:srgbClr val="000000"/>
                          </a:solidFill>
                          <a:effectLst/>
                          <a:latin typeface="Arial" panose="020B0604020202020204" pitchFamily="34" charset="0"/>
                        </a:rPr>
                        <a:t>Manual Override Architecture​</a:t>
                      </a:r>
                      <a:endParaRPr lang="en-US" sz="1200" b="0" i="0">
                        <a:solidFill>
                          <a:srgbClr val="000000"/>
                        </a:solidFill>
                        <a:effectLst/>
                        <a:latin typeface="Segoe UI" panose="020B0502040204020203" pitchFamily="34" charset="0"/>
                      </a:endParaRPr>
                    </a:p>
                  </a:txBody>
                  <a:tcPr anchor="ctr"/>
                </a:tc>
                <a:tc>
                  <a:txBody>
                    <a:bodyPr/>
                    <a:lstStyle/>
                    <a:p>
                      <a:pPr marL="0" marR="0" indent="0" algn="l" rtl="0" fontAlgn="base">
                        <a:buNone/>
                      </a:pPr>
                      <a:r>
                        <a:rPr lang="en-US" sz="1200" b="0" i="0">
                          <a:solidFill>
                            <a:srgbClr val="000000"/>
                          </a:solidFill>
                          <a:effectLst/>
                          <a:latin typeface="Arial" panose="020B0604020202020204" pitchFamily="34" charset="0"/>
                        </a:rPr>
                        <a:t>Determined method of manual override​</a:t>
                      </a:r>
                      <a:endParaRPr lang="en-US" sz="1200" b="0" i="0">
                        <a:solidFill>
                          <a:srgbClr val="000000"/>
                        </a:solidFill>
                        <a:effectLst/>
                        <a:latin typeface="Segoe UI" panose="020B0502040204020203" pitchFamily="34" charset="0"/>
                      </a:endParaRPr>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Avionics</a:t>
                      </a:r>
                      <a:endParaRPr lang="en-US" sz="1200">
                        <a:latin typeface="Arial" panose="020B0604020202020204" pitchFamily="34" charset="0"/>
                        <a:cs typeface="Arial" panose="020B0604020202020204" pitchFamily="34" charset="0"/>
                      </a:endParaRPr>
                    </a:p>
                  </a:txBody>
                  <a:tcPr>
                    <a:solidFill>
                      <a:schemeClr val="accent1">
                        <a:lumMod val="20000"/>
                        <a:lumOff val="80000"/>
                      </a:schemeClr>
                    </a:solidFill>
                  </a:tcPr>
                </a:tc>
                <a:tc>
                  <a:txBody>
                    <a:bodyPr/>
                    <a:lstStyle/>
                    <a:p>
                      <a:pPr lvl="0" algn="ctr">
                        <a:buNone/>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Completed</a:t>
                      </a:r>
                      <a:endParaRPr lang="en-US" sz="12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238181886"/>
                  </a:ext>
                </a:extLst>
              </a:tr>
              <a:tr h="535500">
                <a:tc>
                  <a:txBody>
                    <a:bodyPr/>
                    <a:lstStyle/>
                    <a:p>
                      <a:pPr marL="0" marR="0" indent="0" algn="l" rtl="0" fontAlgn="base">
                        <a:buNone/>
                      </a:pPr>
                      <a:r>
                        <a:rPr lang="en-US" sz="1200" b="0" i="0">
                          <a:solidFill>
                            <a:srgbClr val="000000"/>
                          </a:solidFill>
                          <a:effectLst/>
                          <a:latin typeface="Arial" panose="020B0604020202020204" pitchFamily="34" charset="0"/>
                        </a:rPr>
                        <a:t>Data Flow Architecture​</a:t>
                      </a:r>
                      <a:endParaRPr lang="en-US" sz="1200" b="0" i="0">
                        <a:solidFill>
                          <a:srgbClr val="000000"/>
                        </a:solidFill>
                        <a:effectLst/>
                        <a:latin typeface="Segoe UI" panose="020B0502040204020203" pitchFamily="34" charset="0"/>
                      </a:endParaRPr>
                    </a:p>
                  </a:txBody>
                  <a:tcPr anchor="ctr"/>
                </a:tc>
                <a:tc>
                  <a:txBody>
                    <a:bodyPr/>
                    <a:lstStyle/>
                    <a:p>
                      <a:pPr marL="0" marR="0" indent="0" algn="l" rtl="0" fontAlgn="base">
                        <a:buNone/>
                      </a:pPr>
                      <a:r>
                        <a:rPr lang="en-US" sz="1200" b="0" i="0">
                          <a:solidFill>
                            <a:srgbClr val="000000"/>
                          </a:solidFill>
                          <a:effectLst/>
                          <a:latin typeface="Arial" panose="020B0604020202020204" pitchFamily="34" charset="0"/>
                        </a:rPr>
                        <a:t>Determine method of data flow​</a:t>
                      </a:r>
                      <a:endParaRPr lang="en-US" sz="1200" b="0" i="0">
                        <a:solidFill>
                          <a:srgbClr val="000000"/>
                        </a:solidFill>
                        <a:effectLst/>
                        <a:latin typeface="Segoe UI" panose="020B0502040204020203" pitchFamily="34" charset="0"/>
                      </a:endParaRPr>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Avionics</a:t>
                      </a:r>
                      <a:endParaRPr lang="en-US" sz="1200">
                        <a:latin typeface="Arial" panose="020B0604020202020204" pitchFamily="34" charset="0"/>
                        <a:cs typeface="Arial" panose="020B0604020202020204" pitchFamily="34" charset="0"/>
                      </a:endParaRPr>
                    </a:p>
                  </a:txBody>
                  <a:tcPr>
                    <a:solidFill>
                      <a:schemeClr val="accent1">
                        <a:lumMod val="20000"/>
                        <a:lumOff val="80000"/>
                      </a:schemeClr>
                    </a:solidFill>
                  </a:tcPr>
                </a:tc>
                <a:tc>
                  <a:txBody>
                    <a:bodyPr/>
                    <a:lstStyle/>
                    <a:p>
                      <a:pPr lvl="0" algn="ctr">
                        <a:buNone/>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Completed</a:t>
                      </a:r>
                      <a:endParaRPr lang="en-US" sz="12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099267776"/>
                  </a:ext>
                </a:extLst>
              </a:tr>
            </a:tbl>
          </a:graphicData>
        </a:graphic>
      </p:graphicFrame>
      <p:sp>
        <p:nvSpPr>
          <p:cNvPr id="8" name="Shape 2">
            <a:extLst>
              <a:ext uri="{FF2B5EF4-FFF2-40B4-BE49-F238E27FC236}">
                <a16:creationId xmlns:a16="http://schemas.microsoft.com/office/drawing/2014/main" id="{3F692407-A203-FD56-050A-645B9C66FB6F}"/>
              </a:ext>
            </a:extLst>
          </p:cNvPr>
          <p:cNvSpPr/>
          <p:nvPr/>
        </p:nvSpPr>
        <p:spPr>
          <a:xfrm>
            <a:off x="10329704" y="457200"/>
            <a:ext cx="1403635" cy="329184"/>
          </a:xfrm>
          <a:prstGeom prst="roundRect">
            <a:avLst>
              <a:gd name="adj" fmla="val 50000"/>
            </a:avLst>
          </a:prstGeom>
          <a:solidFill>
            <a:srgbClr val="C6890F"/>
          </a:solidFill>
          <a:ln/>
        </p:spPr>
        <p:txBody>
          <a:bodyPr lIns="91440" tIns="45720" rIns="91440" bIns="45720" anchor="ctr"/>
          <a:lstStyle/>
          <a:p>
            <a:pPr algn="ctr"/>
            <a:r>
              <a:rPr lang="en-US" sz="1000" b="1">
                <a:latin typeface="Arial"/>
                <a:cs typeface="Arial"/>
              </a:rPr>
              <a:t>Trades Studies</a:t>
            </a:r>
          </a:p>
        </p:txBody>
      </p:sp>
      <p:sp>
        <p:nvSpPr>
          <p:cNvPr id="9" name="Slide Number Placeholder 5">
            <a:extLst>
              <a:ext uri="{FF2B5EF4-FFF2-40B4-BE49-F238E27FC236}">
                <a16:creationId xmlns:a16="http://schemas.microsoft.com/office/drawing/2014/main" id="{7E61A2CC-168F-5935-1BD1-C3396CE2CDEB}"/>
              </a:ext>
            </a:extLst>
          </p:cNvPr>
          <p:cNvSpPr>
            <a:spLocks noGrp="1"/>
          </p:cNvSpPr>
          <p:nvPr>
            <p:ph type="sldNum" sz="quarter" idx="11"/>
          </p:nvPr>
        </p:nvSpPr>
        <p:spPr>
          <a:xfrm>
            <a:off x="9181561" y="6521451"/>
            <a:ext cx="2743200" cy="365125"/>
          </a:xfrm>
        </p:spPr>
        <p:txBody>
          <a:bodyPr/>
          <a:lstStyle/>
          <a:p>
            <a:fld id="{6ACAF18C-C32B-5246-8B79-94468F598665}" type="slidenum">
              <a:rPr lang="en-US" smtClean="0"/>
              <a:t>17</a:t>
            </a:fld>
            <a:endParaRPr lang="en-US"/>
          </a:p>
        </p:txBody>
      </p:sp>
      <p:grpSp>
        <p:nvGrpSpPr>
          <p:cNvPr id="10" name="Progress Bar - 5 Trade Studies">
            <a:extLst>
              <a:ext uri="{FF2B5EF4-FFF2-40B4-BE49-F238E27FC236}">
                <a16:creationId xmlns:a16="http://schemas.microsoft.com/office/drawing/2014/main" id="{05170AF4-D6F0-C606-723C-54CF85CEE691}"/>
              </a:ext>
            </a:extLst>
          </p:cNvPr>
          <p:cNvGrpSpPr/>
          <p:nvPr/>
        </p:nvGrpSpPr>
        <p:grpSpPr>
          <a:xfrm>
            <a:off x="814351" y="6563680"/>
            <a:ext cx="10563297" cy="276999"/>
            <a:chOff x="790698" y="5902391"/>
            <a:chExt cx="10563297" cy="276999"/>
          </a:xfrm>
        </p:grpSpPr>
        <p:sp>
          <p:nvSpPr>
            <p:cNvPr id="11" name="Section 1 - Background">
              <a:extLst>
                <a:ext uri="{FF2B5EF4-FFF2-40B4-BE49-F238E27FC236}">
                  <a16:creationId xmlns:a16="http://schemas.microsoft.com/office/drawing/2014/main" id="{7E14B3E1-EDBC-BCDC-9838-34497AE5CA2E}"/>
                </a:ext>
              </a:extLst>
            </p:cNvPr>
            <p:cNvSpPr/>
            <p:nvPr/>
          </p:nvSpPr>
          <p:spPr>
            <a:xfrm>
              <a:off x="790698" y="5902391"/>
              <a:ext cx="1374145" cy="276999"/>
            </a:xfrm>
            <a:prstGeom prst="homePlate">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0">
                  <a:solidFill>
                    <a:srgbClr val="FFFFFF"/>
                  </a:solidFill>
                  <a:latin typeface="Calibri"/>
                </a:rPr>
                <a:t>Background</a:t>
              </a:r>
            </a:p>
          </p:txBody>
        </p:sp>
        <p:sp>
          <p:nvSpPr>
            <p:cNvPr id="12" name="Section 2 - ConOps">
              <a:extLst>
                <a:ext uri="{FF2B5EF4-FFF2-40B4-BE49-F238E27FC236}">
                  <a16:creationId xmlns:a16="http://schemas.microsoft.com/office/drawing/2014/main" id="{317EE249-4196-3DC5-1E27-7B2BCDA92A11}"/>
                </a:ext>
              </a:extLst>
            </p:cNvPr>
            <p:cNvSpPr/>
            <p:nvPr/>
          </p:nvSpPr>
          <p:spPr>
            <a:xfrm>
              <a:off x="2103434"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ConOps</a:t>
              </a:r>
            </a:p>
          </p:txBody>
        </p:sp>
        <p:sp>
          <p:nvSpPr>
            <p:cNvPr id="13" name="Section 3 - Block Diagrams">
              <a:extLst>
                <a:ext uri="{FF2B5EF4-FFF2-40B4-BE49-F238E27FC236}">
                  <a16:creationId xmlns:a16="http://schemas.microsoft.com/office/drawing/2014/main" id="{18228F2F-F404-7A8B-93E3-7F877520E9C4}"/>
                </a:ext>
              </a:extLst>
            </p:cNvPr>
            <p:cNvSpPr/>
            <p:nvPr/>
          </p:nvSpPr>
          <p:spPr>
            <a:xfrm>
              <a:off x="3416170"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Block Diagrams</a:t>
              </a:r>
            </a:p>
          </p:txBody>
        </p:sp>
        <p:sp>
          <p:nvSpPr>
            <p:cNvPr id="14" name="Section 4 - Key Requirements">
              <a:extLst>
                <a:ext uri="{FF2B5EF4-FFF2-40B4-BE49-F238E27FC236}">
                  <a16:creationId xmlns:a16="http://schemas.microsoft.com/office/drawing/2014/main" id="{6441026E-6541-4299-76C6-B80E8A7C9489}"/>
                </a:ext>
              </a:extLst>
            </p:cNvPr>
            <p:cNvSpPr/>
            <p:nvPr/>
          </p:nvSpPr>
          <p:spPr>
            <a:xfrm>
              <a:off x="4728906" y="5902391"/>
              <a:ext cx="1484077"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Key Requirements</a:t>
              </a:r>
            </a:p>
          </p:txBody>
        </p:sp>
        <p:sp>
          <p:nvSpPr>
            <p:cNvPr id="15" name="Section 5 - Trade Studies">
              <a:extLst>
                <a:ext uri="{FF2B5EF4-FFF2-40B4-BE49-F238E27FC236}">
                  <a16:creationId xmlns:a16="http://schemas.microsoft.com/office/drawing/2014/main" id="{D6770375-A3D1-EF1D-83E9-F4F986F99EFF}"/>
                </a:ext>
              </a:extLst>
            </p:cNvPr>
            <p:cNvSpPr/>
            <p:nvPr/>
          </p:nvSpPr>
          <p:spPr>
            <a:xfrm>
              <a:off x="6151574" y="5902391"/>
              <a:ext cx="1374145"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Trade Studies</a:t>
              </a:r>
            </a:p>
          </p:txBody>
        </p:sp>
        <p:sp>
          <p:nvSpPr>
            <p:cNvPr id="16" name="Section 6 - Current Design Space">
              <a:extLst>
                <a:ext uri="{FF2B5EF4-FFF2-40B4-BE49-F238E27FC236}">
                  <a16:creationId xmlns:a16="http://schemas.microsoft.com/office/drawing/2014/main" id="{2A9DF18B-3977-006F-8822-6B842508737B}"/>
                </a:ext>
              </a:extLst>
            </p:cNvPr>
            <p:cNvSpPr/>
            <p:nvPr/>
          </p:nvSpPr>
          <p:spPr>
            <a:xfrm>
              <a:off x="7464310" y="5902391"/>
              <a:ext cx="1594008"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Current Design Space</a:t>
              </a:r>
            </a:p>
          </p:txBody>
        </p:sp>
        <p:sp>
          <p:nvSpPr>
            <p:cNvPr id="17" name="Section 7 - Moving Forward">
              <a:extLst>
                <a:ext uri="{FF2B5EF4-FFF2-40B4-BE49-F238E27FC236}">
                  <a16:creationId xmlns:a16="http://schemas.microsoft.com/office/drawing/2014/main" id="{EF5CB835-B3FD-9E9F-5057-4E050EB73698}"/>
                </a:ext>
              </a:extLst>
            </p:cNvPr>
            <p:cNvSpPr/>
            <p:nvPr/>
          </p:nvSpPr>
          <p:spPr>
            <a:xfrm>
              <a:off x="8996909" y="5902391"/>
              <a:ext cx="1415369"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Moving Forward</a:t>
              </a:r>
            </a:p>
          </p:txBody>
        </p:sp>
        <p:sp>
          <p:nvSpPr>
            <p:cNvPr id="18" name="Section 8 - Q &amp; A">
              <a:extLst>
                <a:ext uri="{FF2B5EF4-FFF2-40B4-BE49-F238E27FC236}">
                  <a16:creationId xmlns:a16="http://schemas.microsoft.com/office/drawing/2014/main" id="{6452DFE3-B0FE-EC4A-4C68-4C146EF886DD}"/>
                </a:ext>
              </a:extLst>
            </p:cNvPr>
            <p:cNvSpPr/>
            <p:nvPr/>
          </p:nvSpPr>
          <p:spPr>
            <a:xfrm>
              <a:off x="10350869" y="5902391"/>
              <a:ext cx="1003126"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Q &amp; A</a:t>
              </a:r>
            </a:p>
          </p:txBody>
        </p:sp>
      </p:grpSp>
    </p:spTree>
    <p:extLst>
      <p:ext uri="{BB962C8B-B14F-4D97-AF65-F5344CB8AC3E}">
        <p14:creationId xmlns:p14="http://schemas.microsoft.com/office/powerpoint/2010/main" val="38546519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B2A27"/>
        </a:solidFill>
        <a:effectLst/>
      </p:bgPr>
    </p:bg>
    <p:spTree>
      <p:nvGrpSpPr>
        <p:cNvPr id="1" name="">
          <a:extLst>
            <a:ext uri="{FF2B5EF4-FFF2-40B4-BE49-F238E27FC236}">
              <a16:creationId xmlns:a16="http://schemas.microsoft.com/office/drawing/2014/main" id="{1805F42C-F12C-877E-3C04-939845CEA7C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D3AF187-D63C-05FA-74DE-9FC31D7DCC40}"/>
              </a:ext>
            </a:extLst>
          </p:cNvPr>
          <p:cNvSpPr/>
          <p:nvPr/>
        </p:nvSpPr>
        <p:spPr>
          <a:xfrm>
            <a:off x="9648508" y="4754880"/>
            <a:ext cx="408920" cy="408920"/>
          </a:xfrm>
          <a:prstGeom prst="rect">
            <a:avLst/>
          </a:prstGeom>
          <a:ln w="12700">
            <a:solidFill>
              <a:srgbClr val="C6890F">
                <a:alpha val="14000"/>
              </a:srgbClr>
            </a:solidFill>
            <a:prstDash val="solid"/>
          </a:ln>
        </p:spPr>
        <p:txBody>
          <a:bodyPr/>
          <a:lstStyle/>
          <a:p>
            <a:endParaRPr lang="en-US" sz="1800"/>
          </a:p>
        </p:txBody>
      </p:sp>
      <p:sp>
        <p:nvSpPr>
          <p:cNvPr id="3" name="Shape 1">
            <a:extLst>
              <a:ext uri="{FF2B5EF4-FFF2-40B4-BE49-F238E27FC236}">
                <a16:creationId xmlns:a16="http://schemas.microsoft.com/office/drawing/2014/main" id="{56ABD986-F1C4-64B2-5EC0-571BB7DB55D0}"/>
              </a:ext>
            </a:extLst>
          </p:cNvPr>
          <p:cNvSpPr/>
          <p:nvPr/>
        </p:nvSpPr>
        <p:spPr>
          <a:xfrm>
            <a:off x="10123996" y="4754880"/>
            <a:ext cx="408920" cy="408920"/>
          </a:xfrm>
          <a:prstGeom prst="rect">
            <a:avLst/>
          </a:prstGeom>
          <a:ln w="12700">
            <a:solidFill>
              <a:srgbClr val="C6890F">
                <a:alpha val="14000"/>
              </a:srgbClr>
            </a:solidFill>
            <a:prstDash val="solid"/>
          </a:ln>
        </p:spPr>
        <p:txBody>
          <a:bodyPr/>
          <a:lstStyle/>
          <a:p>
            <a:endParaRPr lang="en-US" sz="1800"/>
          </a:p>
        </p:txBody>
      </p:sp>
      <p:sp>
        <p:nvSpPr>
          <p:cNvPr id="4" name="Shape 2">
            <a:extLst>
              <a:ext uri="{FF2B5EF4-FFF2-40B4-BE49-F238E27FC236}">
                <a16:creationId xmlns:a16="http://schemas.microsoft.com/office/drawing/2014/main" id="{5CEA0D52-81DF-6964-FC62-AF32F58D34C5}"/>
              </a:ext>
            </a:extLst>
          </p:cNvPr>
          <p:cNvSpPr/>
          <p:nvPr/>
        </p:nvSpPr>
        <p:spPr>
          <a:xfrm>
            <a:off x="10599484" y="4754880"/>
            <a:ext cx="408920" cy="408920"/>
          </a:xfrm>
          <a:prstGeom prst="rect">
            <a:avLst/>
          </a:prstGeom>
          <a:ln w="12700">
            <a:solidFill>
              <a:srgbClr val="C6890F">
                <a:alpha val="14000"/>
              </a:srgbClr>
            </a:solidFill>
            <a:prstDash val="solid"/>
          </a:ln>
        </p:spPr>
        <p:txBody>
          <a:bodyPr/>
          <a:lstStyle/>
          <a:p>
            <a:endParaRPr lang="en-US" sz="1800"/>
          </a:p>
        </p:txBody>
      </p:sp>
      <p:sp>
        <p:nvSpPr>
          <p:cNvPr id="5" name="Shape 3">
            <a:extLst>
              <a:ext uri="{FF2B5EF4-FFF2-40B4-BE49-F238E27FC236}">
                <a16:creationId xmlns:a16="http://schemas.microsoft.com/office/drawing/2014/main" id="{46320138-F8B1-4B82-3BD1-80EF9080885C}"/>
              </a:ext>
            </a:extLst>
          </p:cNvPr>
          <p:cNvSpPr/>
          <p:nvPr/>
        </p:nvSpPr>
        <p:spPr>
          <a:xfrm>
            <a:off x="11074972" y="4754880"/>
            <a:ext cx="408920" cy="408920"/>
          </a:xfrm>
          <a:prstGeom prst="rect">
            <a:avLst/>
          </a:prstGeom>
          <a:ln w="12700">
            <a:solidFill>
              <a:srgbClr val="C6890F">
                <a:alpha val="14000"/>
              </a:srgbClr>
            </a:solidFill>
            <a:prstDash val="solid"/>
          </a:ln>
        </p:spPr>
        <p:txBody>
          <a:bodyPr/>
          <a:lstStyle/>
          <a:p>
            <a:endParaRPr lang="en-US" sz="1800"/>
          </a:p>
        </p:txBody>
      </p:sp>
      <p:sp>
        <p:nvSpPr>
          <p:cNvPr id="6" name="Shape 4">
            <a:extLst>
              <a:ext uri="{FF2B5EF4-FFF2-40B4-BE49-F238E27FC236}">
                <a16:creationId xmlns:a16="http://schemas.microsoft.com/office/drawing/2014/main" id="{6064CF37-CD77-613B-DEC2-CFE8D1BC5ED0}"/>
              </a:ext>
            </a:extLst>
          </p:cNvPr>
          <p:cNvSpPr/>
          <p:nvPr/>
        </p:nvSpPr>
        <p:spPr>
          <a:xfrm>
            <a:off x="9648508" y="5230368"/>
            <a:ext cx="408920" cy="408920"/>
          </a:xfrm>
          <a:prstGeom prst="rect">
            <a:avLst/>
          </a:prstGeom>
          <a:ln w="12700">
            <a:solidFill>
              <a:srgbClr val="C6890F">
                <a:alpha val="14000"/>
              </a:srgbClr>
            </a:solidFill>
            <a:prstDash val="solid"/>
          </a:ln>
        </p:spPr>
        <p:txBody>
          <a:bodyPr/>
          <a:lstStyle/>
          <a:p>
            <a:endParaRPr lang="en-US" sz="1800"/>
          </a:p>
        </p:txBody>
      </p:sp>
      <p:sp>
        <p:nvSpPr>
          <p:cNvPr id="7" name="Shape 5">
            <a:extLst>
              <a:ext uri="{FF2B5EF4-FFF2-40B4-BE49-F238E27FC236}">
                <a16:creationId xmlns:a16="http://schemas.microsoft.com/office/drawing/2014/main" id="{69385558-A877-D328-D14E-4608FB9B29B7}"/>
              </a:ext>
            </a:extLst>
          </p:cNvPr>
          <p:cNvSpPr/>
          <p:nvPr/>
        </p:nvSpPr>
        <p:spPr>
          <a:xfrm>
            <a:off x="10123996" y="5230368"/>
            <a:ext cx="408920" cy="408920"/>
          </a:xfrm>
          <a:prstGeom prst="rect">
            <a:avLst/>
          </a:prstGeom>
          <a:ln w="12700">
            <a:solidFill>
              <a:srgbClr val="C6890F">
                <a:alpha val="14000"/>
              </a:srgbClr>
            </a:solidFill>
            <a:prstDash val="solid"/>
          </a:ln>
        </p:spPr>
        <p:txBody>
          <a:bodyPr/>
          <a:lstStyle/>
          <a:p>
            <a:endParaRPr lang="en-US" sz="1800"/>
          </a:p>
        </p:txBody>
      </p:sp>
      <p:sp>
        <p:nvSpPr>
          <p:cNvPr id="8" name="Shape 6">
            <a:extLst>
              <a:ext uri="{FF2B5EF4-FFF2-40B4-BE49-F238E27FC236}">
                <a16:creationId xmlns:a16="http://schemas.microsoft.com/office/drawing/2014/main" id="{E70DAAC3-887E-A149-358B-5FE172BB1885}"/>
              </a:ext>
            </a:extLst>
          </p:cNvPr>
          <p:cNvSpPr/>
          <p:nvPr/>
        </p:nvSpPr>
        <p:spPr>
          <a:xfrm>
            <a:off x="10599484" y="5230368"/>
            <a:ext cx="408920" cy="408920"/>
          </a:xfrm>
          <a:prstGeom prst="rect">
            <a:avLst/>
          </a:prstGeom>
          <a:ln w="12700">
            <a:solidFill>
              <a:srgbClr val="C6890F">
                <a:alpha val="14000"/>
              </a:srgbClr>
            </a:solidFill>
            <a:prstDash val="solid"/>
          </a:ln>
        </p:spPr>
        <p:txBody>
          <a:bodyPr/>
          <a:lstStyle/>
          <a:p>
            <a:endParaRPr lang="en-US" sz="1800"/>
          </a:p>
        </p:txBody>
      </p:sp>
      <p:sp>
        <p:nvSpPr>
          <p:cNvPr id="9" name="Shape 7">
            <a:extLst>
              <a:ext uri="{FF2B5EF4-FFF2-40B4-BE49-F238E27FC236}">
                <a16:creationId xmlns:a16="http://schemas.microsoft.com/office/drawing/2014/main" id="{22C07FF1-A6AE-5294-4F21-68951B46C7D3}"/>
              </a:ext>
            </a:extLst>
          </p:cNvPr>
          <p:cNvSpPr/>
          <p:nvPr/>
        </p:nvSpPr>
        <p:spPr>
          <a:xfrm>
            <a:off x="11074972" y="5230368"/>
            <a:ext cx="408920" cy="408920"/>
          </a:xfrm>
          <a:prstGeom prst="rect">
            <a:avLst/>
          </a:prstGeom>
          <a:ln w="12700">
            <a:solidFill>
              <a:srgbClr val="C6890F">
                <a:alpha val="14000"/>
              </a:srgbClr>
            </a:solidFill>
            <a:prstDash val="solid"/>
          </a:ln>
        </p:spPr>
        <p:txBody>
          <a:bodyPr/>
          <a:lstStyle/>
          <a:p>
            <a:endParaRPr lang="en-US" sz="1800"/>
          </a:p>
        </p:txBody>
      </p:sp>
      <p:sp>
        <p:nvSpPr>
          <p:cNvPr id="10" name="Shape 8">
            <a:extLst>
              <a:ext uri="{FF2B5EF4-FFF2-40B4-BE49-F238E27FC236}">
                <a16:creationId xmlns:a16="http://schemas.microsoft.com/office/drawing/2014/main" id="{CB4508C9-D6CD-5BCD-CBDE-F5A974BEB368}"/>
              </a:ext>
            </a:extLst>
          </p:cNvPr>
          <p:cNvSpPr/>
          <p:nvPr/>
        </p:nvSpPr>
        <p:spPr>
          <a:xfrm>
            <a:off x="9648508" y="5705856"/>
            <a:ext cx="408920" cy="408920"/>
          </a:xfrm>
          <a:prstGeom prst="rect">
            <a:avLst/>
          </a:prstGeom>
          <a:ln w="12700">
            <a:solidFill>
              <a:srgbClr val="C6890F">
                <a:alpha val="14000"/>
              </a:srgbClr>
            </a:solidFill>
            <a:prstDash val="solid"/>
          </a:ln>
        </p:spPr>
        <p:txBody>
          <a:bodyPr/>
          <a:lstStyle/>
          <a:p>
            <a:endParaRPr lang="en-US" sz="1800"/>
          </a:p>
        </p:txBody>
      </p:sp>
      <p:sp>
        <p:nvSpPr>
          <p:cNvPr id="11" name="Shape 9">
            <a:extLst>
              <a:ext uri="{FF2B5EF4-FFF2-40B4-BE49-F238E27FC236}">
                <a16:creationId xmlns:a16="http://schemas.microsoft.com/office/drawing/2014/main" id="{34C0B76E-800A-278A-78AF-CDB4FD0FF242}"/>
              </a:ext>
            </a:extLst>
          </p:cNvPr>
          <p:cNvSpPr/>
          <p:nvPr/>
        </p:nvSpPr>
        <p:spPr>
          <a:xfrm>
            <a:off x="10123996" y="5705856"/>
            <a:ext cx="408920" cy="408920"/>
          </a:xfrm>
          <a:prstGeom prst="rect">
            <a:avLst/>
          </a:prstGeom>
          <a:ln w="12700">
            <a:solidFill>
              <a:srgbClr val="C6890F">
                <a:alpha val="14000"/>
              </a:srgbClr>
            </a:solidFill>
            <a:prstDash val="solid"/>
          </a:ln>
        </p:spPr>
        <p:txBody>
          <a:bodyPr/>
          <a:lstStyle/>
          <a:p>
            <a:endParaRPr lang="en-US" sz="1800"/>
          </a:p>
        </p:txBody>
      </p:sp>
      <p:sp>
        <p:nvSpPr>
          <p:cNvPr id="12" name="Shape 10">
            <a:extLst>
              <a:ext uri="{FF2B5EF4-FFF2-40B4-BE49-F238E27FC236}">
                <a16:creationId xmlns:a16="http://schemas.microsoft.com/office/drawing/2014/main" id="{357FD0CD-F01F-BD20-4E6D-B536D135D754}"/>
              </a:ext>
            </a:extLst>
          </p:cNvPr>
          <p:cNvSpPr/>
          <p:nvPr/>
        </p:nvSpPr>
        <p:spPr>
          <a:xfrm>
            <a:off x="10599484" y="5705856"/>
            <a:ext cx="408920" cy="408920"/>
          </a:xfrm>
          <a:prstGeom prst="rect">
            <a:avLst/>
          </a:prstGeom>
          <a:ln w="12700">
            <a:solidFill>
              <a:srgbClr val="C6890F">
                <a:alpha val="14000"/>
              </a:srgbClr>
            </a:solidFill>
            <a:prstDash val="solid"/>
          </a:ln>
        </p:spPr>
        <p:txBody>
          <a:bodyPr/>
          <a:lstStyle/>
          <a:p>
            <a:endParaRPr lang="en-US" sz="1800"/>
          </a:p>
        </p:txBody>
      </p:sp>
      <p:sp>
        <p:nvSpPr>
          <p:cNvPr id="13" name="Shape 11">
            <a:extLst>
              <a:ext uri="{FF2B5EF4-FFF2-40B4-BE49-F238E27FC236}">
                <a16:creationId xmlns:a16="http://schemas.microsoft.com/office/drawing/2014/main" id="{DE3B9C97-FDB1-FC9D-518F-C7D181BB5843}"/>
              </a:ext>
            </a:extLst>
          </p:cNvPr>
          <p:cNvSpPr/>
          <p:nvPr/>
        </p:nvSpPr>
        <p:spPr>
          <a:xfrm>
            <a:off x="11074972" y="5705856"/>
            <a:ext cx="408920" cy="408920"/>
          </a:xfrm>
          <a:prstGeom prst="rect">
            <a:avLst/>
          </a:prstGeom>
          <a:ln w="12700">
            <a:solidFill>
              <a:srgbClr val="C6890F">
                <a:alpha val="14000"/>
              </a:srgbClr>
            </a:solidFill>
            <a:prstDash val="solid"/>
          </a:ln>
        </p:spPr>
        <p:txBody>
          <a:bodyPr/>
          <a:lstStyle/>
          <a:p>
            <a:endParaRPr lang="en-US" sz="1800"/>
          </a:p>
        </p:txBody>
      </p:sp>
      <p:sp>
        <p:nvSpPr>
          <p:cNvPr id="14" name="Shape 12">
            <a:extLst>
              <a:ext uri="{FF2B5EF4-FFF2-40B4-BE49-F238E27FC236}">
                <a16:creationId xmlns:a16="http://schemas.microsoft.com/office/drawing/2014/main" id="{2CAD49FC-A06C-4C73-FE15-40EE635EB5D8}"/>
              </a:ext>
            </a:extLst>
          </p:cNvPr>
          <p:cNvSpPr/>
          <p:nvPr/>
        </p:nvSpPr>
        <p:spPr>
          <a:xfrm>
            <a:off x="9785668"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5" name="Shape 13">
            <a:extLst>
              <a:ext uri="{FF2B5EF4-FFF2-40B4-BE49-F238E27FC236}">
                <a16:creationId xmlns:a16="http://schemas.microsoft.com/office/drawing/2014/main" id="{E64AE9BB-9833-8133-2F30-58CC98C75B71}"/>
              </a:ext>
            </a:extLst>
          </p:cNvPr>
          <p:cNvSpPr/>
          <p:nvPr/>
        </p:nvSpPr>
        <p:spPr>
          <a:xfrm>
            <a:off x="9944408" y="798820"/>
            <a:ext cx="249448" cy="249448"/>
          </a:xfrm>
          <a:prstGeom prst="ellipse">
            <a:avLst/>
          </a:prstGeom>
          <a:ln w="28575">
            <a:solidFill>
              <a:srgbClr val="C6890F">
                <a:alpha val="85000"/>
              </a:srgbClr>
            </a:solidFill>
            <a:prstDash val="solid"/>
          </a:ln>
        </p:spPr>
        <p:txBody>
          <a:bodyPr/>
          <a:lstStyle/>
          <a:p>
            <a:endParaRPr lang="en-US" sz="1800"/>
          </a:p>
        </p:txBody>
      </p:sp>
      <p:sp>
        <p:nvSpPr>
          <p:cNvPr id="16" name="Shape 14">
            <a:extLst>
              <a:ext uri="{FF2B5EF4-FFF2-40B4-BE49-F238E27FC236}">
                <a16:creationId xmlns:a16="http://schemas.microsoft.com/office/drawing/2014/main" id="{C9DBA682-24DD-5229-5569-FFC01ADF165A}"/>
              </a:ext>
            </a:extLst>
          </p:cNvPr>
          <p:cNvSpPr/>
          <p:nvPr/>
        </p:nvSpPr>
        <p:spPr>
          <a:xfrm>
            <a:off x="10511336"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7" name="Shape 15">
            <a:extLst>
              <a:ext uri="{FF2B5EF4-FFF2-40B4-BE49-F238E27FC236}">
                <a16:creationId xmlns:a16="http://schemas.microsoft.com/office/drawing/2014/main" id="{68252B19-C47A-DC2C-12D5-CC153AAEB8CB}"/>
              </a:ext>
            </a:extLst>
          </p:cNvPr>
          <p:cNvSpPr/>
          <p:nvPr/>
        </p:nvSpPr>
        <p:spPr>
          <a:xfrm>
            <a:off x="10670076" y="798820"/>
            <a:ext cx="249448" cy="249448"/>
          </a:xfrm>
          <a:prstGeom prst="ellipse">
            <a:avLst/>
          </a:prstGeom>
          <a:ln w="28575">
            <a:solidFill>
              <a:srgbClr val="C6890F">
                <a:alpha val="85000"/>
              </a:srgbClr>
            </a:solidFill>
            <a:prstDash val="solid"/>
          </a:ln>
        </p:spPr>
        <p:txBody>
          <a:bodyPr/>
          <a:lstStyle/>
          <a:p>
            <a:endParaRPr lang="en-US" sz="1800"/>
          </a:p>
        </p:txBody>
      </p:sp>
      <p:sp>
        <p:nvSpPr>
          <p:cNvPr id="18" name="Shape 16">
            <a:extLst>
              <a:ext uri="{FF2B5EF4-FFF2-40B4-BE49-F238E27FC236}">
                <a16:creationId xmlns:a16="http://schemas.microsoft.com/office/drawing/2014/main" id="{01A93660-E444-3E00-9CA0-28256006AA23}"/>
              </a:ext>
            </a:extLst>
          </p:cNvPr>
          <p:cNvSpPr/>
          <p:nvPr/>
        </p:nvSpPr>
        <p:spPr>
          <a:xfrm>
            <a:off x="10749446" y="878190"/>
            <a:ext cx="90708" cy="90708"/>
          </a:xfrm>
          <a:prstGeom prst="ellipse">
            <a:avLst/>
          </a:prstGeom>
          <a:solidFill>
            <a:srgbClr val="2E9BC4">
              <a:alpha val="85000"/>
            </a:srgbClr>
          </a:solidFill>
          <a:ln/>
        </p:spPr>
        <p:txBody>
          <a:bodyPr/>
          <a:lstStyle/>
          <a:p>
            <a:endParaRPr lang="en-US" sz="1800"/>
          </a:p>
        </p:txBody>
      </p:sp>
      <p:sp>
        <p:nvSpPr>
          <p:cNvPr id="22" name="Text 20">
            <a:extLst>
              <a:ext uri="{FF2B5EF4-FFF2-40B4-BE49-F238E27FC236}">
                <a16:creationId xmlns:a16="http://schemas.microsoft.com/office/drawing/2014/main" id="{44DE7C0C-9779-4295-7F85-E06C8BCD5F0F}"/>
              </a:ext>
            </a:extLst>
          </p:cNvPr>
          <p:cNvSpPr txBox="1"/>
          <p:nvPr/>
        </p:nvSpPr>
        <p:spPr>
          <a:xfrm>
            <a:off x="605092" y="2651760"/>
            <a:ext cx="10515600" cy="1097280"/>
          </a:xfrm>
          <a:prstGeom prst="rect">
            <a:avLst/>
          </a:prstGeom>
          <a:noFill/>
          <a:ln/>
        </p:spPr>
        <p:txBody>
          <a:bodyPr wrap="square" lIns="0" tIns="0" rIns="0" bIns="0" rtlCol="0" anchor="ctr"/>
          <a:lstStyle/>
          <a:p>
            <a:r>
              <a:rPr lang="en-US" sz="5000" b="1">
                <a:solidFill>
                  <a:srgbClr val="C6890F"/>
                </a:solidFill>
                <a:latin typeface="Arial"/>
                <a:cs typeface="Arial"/>
              </a:rPr>
              <a:t>Sub-System Trade Studies</a:t>
            </a:r>
            <a:endParaRPr lang="en-US"/>
          </a:p>
        </p:txBody>
      </p:sp>
      <p:sp>
        <p:nvSpPr>
          <p:cNvPr id="23" name="Shape 21">
            <a:extLst>
              <a:ext uri="{FF2B5EF4-FFF2-40B4-BE49-F238E27FC236}">
                <a16:creationId xmlns:a16="http://schemas.microsoft.com/office/drawing/2014/main" id="{2F53E320-C784-5F80-9C05-45D1FEF499BD}"/>
              </a:ext>
            </a:extLst>
          </p:cNvPr>
          <p:cNvSpPr/>
          <p:nvPr/>
        </p:nvSpPr>
        <p:spPr>
          <a:xfrm>
            <a:off x="659956" y="3886200"/>
            <a:ext cx="3108960" cy="0"/>
          </a:xfrm>
          <a:prstGeom prst="line">
            <a:avLst/>
          </a:prstGeom>
          <a:noFill/>
          <a:ln w="25400">
            <a:solidFill>
              <a:srgbClr val="C6890F"/>
            </a:solidFill>
            <a:prstDash val="solid"/>
          </a:ln>
        </p:spPr>
        <p:txBody>
          <a:bodyPr/>
          <a:lstStyle/>
          <a:p>
            <a:endParaRPr lang="en-US" sz="1800"/>
          </a:p>
        </p:txBody>
      </p:sp>
      <p:sp>
        <p:nvSpPr>
          <p:cNvPr id="27" name="Text 19">
            <a:extLst>
              <a:ext uri="{FF2B5EF4-FFF2-40B4-BE49-F238E27FC236}">
                <a16:creationId xmlns:a16="http://schemas.microsoft.com/office/drawing/2014/main" id="{AA38DACD-007C-0E12-B453-19A9286AF943}"/>
              </a:ext>
            </a:extLst>
          </p:cNvPr>
          <p:cNvSpPr txBox="1"/>
          <p:nvPr/>
        </p:nvSpPr>
        <p:spPr>
          <a:xfrm>
            <a:off x="641500" y="2194881"/>
            <a:ext cx="8227457" cy="36566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kern="0" spc="300">
                <a:solidFill>
                  <a:srgbClr val="2E9BC4"/>
                </a:solidFill>
                <a:latin typeface="Arial"/>
                <a:ea typeface="Arial" pitchFamily="34" charset="-122"/>
                <a:cs typeface="Arial"/>
              </a:rPr>
              <a:t>ASEN 4018-013</a:t>
            </a:r>
            <a:endParaRPr lang="en-US" sz="1400">
              <a:latin typeface="Arial"/>
              <a:cs typeface="Arial"/>
            </a:endParaRPr>
          </a:p>
        </p:txBody>
      </p:sp>
      <p:grpSp>
        <p:nvGrpSpPr>
          <p:cNvPr id="19" name="Trade Studies Bar - 1 Propulsion">
            <a:extLst>
              <a:ext uri="{FF2B5EF4-FFF2-40B4-BE49-F238E27FC236}">
                <a16:creationId xmlns:a16="http://schemas.microsoft.com/office/drawing/2014/main" id="{25F9E961-2E42-D2FE-94CF-DAF64167B07D}"/>
              </a:ext>
            </a:extLst>
          </p:cNvPr>
          <p:cNvGrpSpPr/>
          <p:nvPr/>
        </p:nvGrpSpPr>
        <p:grpSpPr>
          <a:xfrm>
            <a:off x="814349" y="6565513"/>
            <a:ext cx="10563301" cy="276999"/>
            <a:chOff x="790698" y="5902391"/>
            <a:chExt cx="10563301" cy="276999"/>
          </a:xfrm>
        </p:grpSpPr>
        <p:sp>
          <p:nvSpPr>
            <p:cNvPr id="21" name="Segment 0 - Trade Studies">
              <a:extLst>
                <a:ext uri="{FF2B5EF4-FFF2-40B4-BE49-F238E27FC236}">
                  <a16:creationId xmlns:a16="http://schemas.microsoft.com/office/drawing/2014/main" id="{92FCFF7A-400E-3E9E-8C8F-AB7AC5CB1845}"/>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25" name="Segment 1 - Propulsion">
              <a:extLst>
                <a:ext uri="{FF2B5EF4-FFF2-40B4-BE49-F238E27FC236}">
                  <a16:creationId xmlns:a16="http://schemas.microsoft.com/office/drawing/2014/main" id="{D8B59CBE-5623-01EF-1DB8-C7680C54853C}"/>
                </a:ext>
              </a:extLst>
            </p:cNvPr>
            <p:cNvSpPr/>
            <p:nvPr/>
          </p:nvSpPr>
          <p:spPr>
            <a:xfrm>
              <a:off x="2689515" y="5902391"/>
              <a:ext cx="1782024" cy="276999"/>
            </a:xfrm>
            <a:prstGeom prst="chevron">
              <a:avLst>
                <a:gd name="adj" fmla="val 33000"/>
              </a:avLst>
            </a:prstGeom>
            <a:solidFill>
              <a:srgbClr val="DEDAD5"/>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a:solidFill>
                    <a:schemeClr val="tx1">
                      <a:lumMod val="50000"/>
                      <a:lumOff val="50000"/>
                    </a:schemeClr>
                  </a:solidFill>
                  <a:latin typeface="Calibri"/>
                </a:rPr>
                <a:t>Propulsion</a:t>
              </a:r>
            </a:p>
          </p:txBody>
        </p:sp>
        <p:sp>
          <p:nvSpPr>
            <p:cNvPr id="26" name="Segment 2 - Power Systems">
              <a:extLst>
                <a:ext uri="{FF2B5EF4-FFF2-40B4-BE49-F238E27FC236}">
                  <a16:creationId xmlns:a16="http://schemas.microsoft.com/office/drawing/2014/main" id="{A6F67298-C18F-B61B-8B25-7F6604A1AC9B}"/>
                </a:ext>
              </a:extLst>
            </p:cNvPr>
            <p:cNvSpPr/>
            <p:nvPr/>
          </p:nvSpPr>
          <p:spPr>
            <a:xfrm>
              <a:off x="441013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Power Systems</a:t>
              </a:r>
            </a:p>
          </p:txBody>
        </p:sp>
        <p:sp>
          <p:nvSpPr>
            <p:cNvPr id="28" name="Segment 3 - Airframe">
              <a:extLst>
                <a:ext uri="{FF2B5EF4-FFF2-40B4-BE49-F238E27FC236}">
                  <a16:creationId xmlns:a16="http://schemas.microsoft.com/office/drawing/2014/main" id="{19937BD5-0DFC-C9B2-51C2-33AD2AFE411B}"/>
                </a:ext>
              </a:extLst>
            </p:cNvPr>
            <p:cNvSpPr/>
            <p:nvPr/>
          </p:nvSpPr>
          <p:spPr>
            <a:xfrm>
              <a:off x="613074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Airframe</a:t>
              </a:r>
            </a:p>
          </p:txBody>
        </p:sp>
        <p:sp>
          <p:nvSpPr>
            <p:cNvPr id="29" name="Segment 4 - GNC">
              <a:extLst>
                <a:ext uri="{FF2B5EF4-FFF2-40B4-BE49-F238E27FC236}">
                  <a16:creationId xmlns:a16="http://schemas.microsoft.com/office/drawing/2014/main" id="{55B240A3-8596-020F-587F-EF0B41D5FE01}"/>
                </a:ext>
              </a:extLst>
            </p:cNvPr>
            <p:cNvSpPr/>
            <p:nvPr/>
          </p:nvSpPr>
          <p:spPr>
            <a:xfrm>
              <a:off x="785136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GNC</a:t>
              </a:r>
            </a:p>
          </p:txBody>
        </p:sp>
        <p:sp>
          <p:nvSpPr>
            <p:cNvPr id="30" name="Segment 5 - Avionics">
              <a:extLst>
                <a:ext uri="{FF2B5EF4-FFF2-40B4-BE49-F238E27FC236}">
                  <a16:creationId xmlns:a16="http://schemas.microsoft.com/office/drawing/2014/main" id="{BAD3EB58-1AE1-4268-309F-EB65B9104A05}"/>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
        <p:nvSpPr>
          <p:cNvPr id="31" name="Slide Number Placeholder 5">
            <a:extLst>
              <a:ext uri="{FF2B5EF4-FFF2-40B4-BE49-F238E27FC236}">
                <a16:creationId xmlns:a16="http://schemas.microsoft.com/office/drawing/2014/main" id="{E9338041-6624-6B47-F29F-A0C791FB6AAA}"/>
              </a:ext>
            </a:extLst>
          </p:cNvPr>
          <p:cNvSpPr txBox="1">
            <a:spLocks/>
          </p:cNvSpPr>
          <p:nvPr/>
        </p:nvSpPr>
        <p:spPr>
          <a:xfrm>
            <a:off x="9181561" y="6521451"/>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ACAF18C-C32B-5246-8B79-94468F598665}" type="slidenum">
              <a:rPr lang="en-US" smtClean="0">
                <a:solidFill>
                  <a:schemeClr val="bg1"/>
                </a:solidFill>
              </a:rPr>
              <a:pPr/>
              <a:t>18</a:t>
            </a:fld>
            <a:endParaRPr lang="en-US">
              <a:solidFill>
                <a:schemeClr val="bg1"/>
              </a:solidFill>
            </a:endParaRPr>
          </a:p>
        </p:txBody>
      </p:sp>
    </p:spTree>
    <p:extLst>
      <p:ext uri="{BB962C8B-B14F-4D97-AF65-F5344CB8AC3E}">
        <p14:creationId xmlns:p14="http://schemas.microsoft.com/office/powerpoint/2010/main" val="9386275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B2A27"/>
        </a:solidFill>
        <a:effectLst/>
      </p:bgPr>
    </p:bg>
    <p:spTree>
      <p:nvGrpSpPr>
        <p:cNvPr id="1" name="">
          <a:extLst>
            <a:ext uri="{FF2B5EF4-FFF2-40B4-BE49-F238E27FC236}">
              <a16:creationId xmlns:a16="http://schemas.microsoft.com/office/drawing/2014/main" id="{D4E20850-ADFA-E50A-49AF-AF5A33B73CA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B195F9D-3E38-A39C-6B8F-D24E9204C735}"/>
              </a:ext>
            </a:extLst>
          </p:cNvPr>
          <p:cNvSpPr/>
          <p:nvPr/>
        </p:nvSpPr>
        <p:spPr>
          <a:xfrm>
            <a:off x="9648508" y="4754880"/>
            <a:ext cx="408920" cy="408920"/>
          </a:xfrm>
          <a:prstGeom prst="rect">
            <a:avLst/>
          </a:prstGeom>
          <a:ln w="12700">
            <a:solidFill>
              <a:srgbClr val="C6890F">
                <a:alpha val="14000"/>
              </a:srgbClr>
            </a:solidFill>
            <a:prstDash val="solid"/>
          </a:ln>
        </p:spPr>
        <p:txBody>
          <a:bodyPr/>
          <a:lstStyle/>
          <a:p>
            <a:endParaRPr lang="en-US" sz="1800"/>
          </a:p>
        </p:txBody>
      </p:sp>
      <p:sp>
        <p:nvSpPr>
          <p:cNvPr id="3" name="Shape 1">
            <a:extLst>
              <a:ext uri="{FF2B5EF4-FFF2-40B4-BE49-F238E27FC236}">
                <a16:creationId xmlns:a16="http://schemas.microsoft.com/office/drawing/2014/main" id="{26E776EA-B2F3-5824-3A66-8BDBF82241AC}"/>
              </a:ext>
            </a:extLst>
          </p:cNvPr>
          <p:cNvSpPr/>
          <p:nvPr/>
        </p:nvSpPr>
        <p:spPr>
          <a:xfrm>
            <a:off x="10123996" y="4754880"/>
            <a:ext cx="408920" cy="408920"/>
          </a:xfrm>
          <a:prstGeom prst="rect">
            <a:avLst/>
          </a:prstGeom>
          <a:ln w="12700">
            <a:solidFill>
              <a:srgbClr val="C6890F">
                <a:alpha val="14000"/>
              </a:srgbClr>
            </a:solidFill>
            <a:prstDash val="solid"/>
          </a:ln>
        </p:spPr>
        <p:txBody>
          <a:bodyPr/>
          <a:lstStyle/>
          <a:p>
            <a:endParaRPr lang="en-US" sz="1800"/>
          </a:p>
        </p:txBody>
      </p:sp>
      <p:sp>
        <p:nvSpPr>
          <p:cNvPr id="4" name="Shape 2">
            <a:extLst>
              <a:ext uri="{FF2B5EF4-FFF2-40B4-BE49-F238E27FC236}">
                <a16:creationId xmlns:a16="http://schemas.microsoft.com/office/drawing/2014/main" id="{2878E6FD-CB47-BD4C-0088-01B02A494C4A}"/>
              </a:ext>
            </a:extLst>
          </p:cNvPr>
          <p:cNvSpPr/>
          <p:nvPr/>
        </p:nvSpPr>
        <p:spPr>
          <a:xfrm>
            <a:off x="10599484" y="4754880"/>
            <a:ext cx="408920" cy="408920"/>
          </a:xfrm>
          <a:prstGeom prst="rect">
            <a:avLst/>
          </a:prstGeom>
          <a:ln w="12700">
            <a:solidFill>
              <a:srgbClr val="C6890F">
                <a:alpha val="14000"/>
              </a:srgbClr>
            </a:solidFill>
            <a:prstDash val="solid"/>
          </a:ln>
        </p:spPr>
        <p:txBody>
          <a:bodyPr/>
          <a:lstStyle/>
          <a:p>
            <a:endParaRPr lang="en-US" sz="1800"/>
          </a:p>
        </p:txBody>
      </p:sp>
      <p:sp>
        <p:nvSpPr>
          <p:cNvPr id="5" name="Shape 3">
            <a:extLst>
              <a:ext uri="{FF2B5EF4-FFF2-40B4-BE49-F238E27FC236}">
                <a16:creationId xmlns:a16="http://schemas.microsoft.com/office/drawing/2014/main" id="{2C17F052-BAB6-EECE-408D-7B702B9DE0EA}"/>
              </a:ext>
            </a:extLst>
          </p:cNvPr>
          <p:cNvSpPr/>
          <p:nvPr/>
        </p:nvSpPr>
        <p:spPr>
          <a:xfrm>
            <a:off x="11074972" y="4754880"/>
            <a:ext cx="408920" cy="408920"/>
          </a:xfrm>
          <a:prstGeom prst="rect">
            <a:avLst/>
          </a:prstGeom>
          <a:ln w="12700">
            <a:solidFill>
              <a:srgbClr val="C6890F">
                <a:alpha val="14000"/>
              </a:srgbClr>
            </a:solidFill>
            <a:prstDash val="solid"/>
          </a:ln>
        </p:spPr>
        <p:txBody>
          <a:bodyPr/>
          <a:lstStyle/>
          <a:p>
            <a:endParaRPr lang="en-US" sz="1800"/>
          </a:p>
        </p:txBody>
      </p:sp>
      <p:sp>
        <p:nvSpPr>
          <p:cNvPr id="6" name="Shape 4">
            <a:extLst>
              <a:ext uri="{FF2B5EF4-FFF2-40B4-BE49-F238E27FC236}">
                <a16:creationId xmlns:a16="http://schemas.microsoft.com/office/drawing/2014/main" id="{9B738FE9-3A19-CD72-F1BE-02A8939BDDDE}"/>
              </a:ext>
            </a:extLst>
          </p:cNvPr>
          <p:cNvSpPr/>
          <p:nvPr/>
        </p:nvSpPr>
        <p:spPr>
          <a:xfrm>
            <a:off x="9648508" y="5230368"/>
            <a:ext cx="408920" cy="408920"/>
          </a:xfrm>
          <a:prstGeom prst="rect">
            <a:avLst/>
          </a:prstGeom>
          <a:ln w="12700">
            <a:solidFill>
              <a:srgbClr val="C6890F">
                <a:alpha val="14000"/>
              </a:srgbClr>
            </a:solidFill>
            <a:prstDash val="solid"/>
          </a:ln>
        </p:spPr>
        <p:txBody>
          <a:bodyPr/>
          <a:lstStyle/>
          <a:p>
            <a:endParaRPr lang="en-US" sz="1800"/>
          </a:p>
        </p:txBody>
      </p:sp>
      <p:sp>
        <p:nvSpPr>
          <p:cNvPr id="7" name="Shape 5">
            <a:extLst>
              <a:ext uri="{FF2B5EF4-FFF2-40B4-BE49-F238E27FC236}">
                <a16:creationId xmlns:a16="http://schemas.microsoft.com/office/drawing/2014/main" id="{32584B5D-1177-1F74-B951-4D1A742A80A8}"/>
              </a:ext>
            </a:extLst>
          </p:cNvPr>
          <p:cNvSpPr/>
          <p:nvPr/>
        </p:nvSpPr>
        <p:spPr>
          <a:xfrm>
            <a:off x="10123996" y="5230368"/>
            <a:ext cx="408920" cy="408920"/>
          </a:xfrm>
          <a:prstGeom prst="rect">
            <a:avLst/>
          </a:prstGeom>
          <a:ln w="12700">
            <a:solidFill>
              <a:srgbClr val="C6890F">
                <a:alpha val="14000"/>
              </a:srgbClr>
            </a:solidFill>
            <a:prstDash val="solid"/>
          </a:ln>
        </p:spPr>
        <p:txBody>
          <a:bodyPr/>
          <a:lstStyle/>
          <a:p>
            <a:endParaRPr lang="en-US" sz="1800"/>
          </a:p>
        </p:txBody>
      </p:sp>
      <p:sp>
        <p:nvSpPr>
          <p:cNvPr id="8" name="Shape 6">
            <a:extLst>
              <a:ext uri="{FF2B5EF4-FFF2-40B4-BE49-F238E27FC236}">
                <a16:creationId xmlns:a16="http://schemas.microsoft.com/office/drawing/2014/main" id="{1E287BC2-5B90-26BD-6132-6B390CE65A4C}"/>
              </a:ext>
            </a:extLst>
          </p:cNvPr>
          <p:cNvSpPr/>
          <p:nvPr/>
        </p:nvSpPr>
        <p:spPr>
          <a:xfrm>
            <a:off x="10599484" y="5230368"/>
            <a:ext cx="408920" cy="408920"/>
          </a:xfrm>
          <a:prstGeom prst="rect">
            <a:avLst/>
          </a:prstGeom>
          <a:ln w="12700">
            <a:solidFill>
              <a:srgbClr val="C6890F">
                <a:alpha val="14000"/>
              </a:srgbClr>
            </a:solidFill>
            <a:prstDash val="solid"/>
          </a:ln>
        </p:spPr>
        <p:txBody>
          <a:bodyPr/>
          <a:lstStyle/>
          <a:p>
            <a:endParaRPr lang="en-US" sz="1800"/>
          </a:p>
        </p:txBody>
      </p:sp>
      <p:sp>
        <p:nvSpPr>
          <p:cNvPr id="9" name="Shape 7">
            <a:extLst>
              <a:ext uri="{FF2B5EF4-FFF2-40B4-BE49-F238E27FC236}">
                <a16:creationId xmlns:a16="http://schemas.microsoft.com/office/drawing/2014/main" id="{844ADC5A-FB6E-337B-7435-0E9E33C08056}"/>
              </a:ext>
            </a:extLst>
          </p:cNvPr>
          <p:cNvSpPr/>
          <p:nvPr/>
        </p:nvSpPr>
        <p:spPr>
          <a:xfrm>
            <a:off x="11074972" y="5230368"/>
            <a:ext cx="408920" cy="408920"/>
          </a:xfrm>
          <a:prstGeom prst="rect">
            <a:avLst/>
          </a:prstGeom>
          <a:ln w="12700">
            <a:solidFill>
              <a:srgbClr val="C6890F">
                <a:alpha val="14000"/>
              </a:srgbClr>
            </a:solidFill>
            <a:prstDash val="solid"/>
          </a:ln>
        </p:spPr>
        <p:txBody>
          <a:bodyPr/>
          <a:lstStyle/>
          <a:p>
            <a:endParaRPr lang="en-US" sz="1800"/>
          </a:p>
        </p:txBody>
      </p:sp>
      <p:sp>
        <p:nvSpPr>
          <p:cNvPr id="10" name="Shape 8">
            <a:extLst>
              <a:ext uri="{FF2B5EF4-FFF2-40B4-BE49-F238E27FC236}">
                <a16:creationId xmlns:a16="http://schemas.microsoft.com/office/drawing/2014/main" id="{9856CCCC-EBB9-F170-BC07-72169DC3B543}"/>
              </a:ext>
            </a:extLst>
          </p:cNvPr>
          <p:cNvSpPr/>
          <p:nvPr/>
        </p:nvSpPr>
        <p:spPr>
          <a:xfrm>
            <a:off x="9648508" y="5705856"/>
            <a:ext cx="408920" cy="408920"/>
          </a:xfrm>
          <a:prstGeom prst="rect">
            <a:avLst/>
          </a:prstGeom>
          <a:ln w="12700">
            <a:solidFill>
              <a:srgbClr val="C6890F">
                <a:alpha val="14000"/>
              </a:srgbClr>
            </a:solidFill>
            <a:prstDash val="solid"/>
          </a:ln>
        </p:spPr>
        <p:txBody>
          <a:bodyPr/>
          <a:lstStyle/>
          <a:p>
            <a:endParaRPr lang="en-US" sz="1800"/>
          </a:p>
        </p:txBody>
      </p:sp>
      <p:sp>
        <p:nvSpPr>
          <p:cNvPr id="11" name="Shape 9">
            <a:extLst>
              <a:ext uri="{FF2B5EF4-FFF2-40B4-BE49-F238E27FC236}">
                <a16:creationId xmlns:a16="http://schemas.microsoft.com/office/drawing/2014/main" id="{496FF3C4-5F3F-A0FB-3F16-7E4EEF29541B}"/>
              </a:ext>
            </a:extLst>
          </p:cNvPr>
          <p:cNvSpPr/>
          <p:nvPr/>
        </p:nvSpPr>
        <p:spPr>
          <a:xfrm>
            <a:off x="10123996" y="5705856"/>
            <a:ext cx="408920" cy="408920"/>
          </a:xfrm>
          <a:prstGeom prst="rect">
            <a:avLst/>
          </a:prstGeom>
          <a:ln w="12700">
            <a:solidFill>
              <a:srgbClr val="C6890F">
                <a:alpha val="14000"/>
              </a:srgbClr>
            </a:solidFill>
            <a:prstDash val="solid"/>
          </a:ln>
        </p:spPr>
        <p:txBody>
          <a:bodyPr/>
          <a:lstStyle/>
          <a:p>
            <a:endParaRPr lang="en-US" sz="1800"/>
          </a:p>
        </p:txBody>
      </p:sp>
      <p:sp>
        <p:nvSpPr>
          <p:cNvPr id="12" name="Shape 10">
            <a:extLst>
              <a:ext uri="{FF2B5EF4-FFF2-40B4-BE49-F238E27FC236}">
                <a16:creationId xmlns:a16="http://schemas.microsoft.com/office/drawing/2014/main" id="{0AAC0F6C-E953-BD74-CFAC-EE7884D73D28}"/>
              </a:ext>
            </a:extLst>
          </p:cNvPr>
          <p:cNvSpPr/>
          <p:nvPr/>
        </p:nvSpPr>
        <p:spPr>
          <a:xfrm>
            <a:off x="10599484" y="5705856"/>
            <a:ext cx="408920" cy="408920"/>
          </a:xfrm>
          <a:prstGeom prst="rect">
            <a:avLst/>
          </a:prstGeom>
          <a:ln w="12700">
            <a:solidFill>
              <a:srgbClr val="C6890F">
                <a:alpha val="14000"/>
              </a:srgbClr>
            </a:solidFill>
            <a:prstDash val="solid"/>
          </a:ln>
        </p:spPr>
        <p:txBody>
          <a:bodyPr/>
          <a:lstStyle/>
          <a:p>
            <a:endParaRPr lang="en-US" sz="1800"/>
          </a:p>
        </p:txBody>
      </p:sp>
      <p:sp>
        <p:nvSpPr>
          <p:cNvPr id="13" name="Shape 11">
            <a:extLst>
              <a:ext uri="{FF2B5EF4-FFF2-40B4-BE49-F238E27FC236}">
                <a16:creationId xmlns:a16="http://schemas.microsoft.com/office/drawing/2014/main" id="{56DC7AC0-6922-73CB-6FE5-AF2AA769FCFF}"/>
              </a:ext>
            </a:extLst>
          </p:cNvPr>
          <p:cNvSpPr/>
          <p:nvPr/>
        </p:nvSpPr>
        <p:spPr>
          <a:xfrm>
            <a:off x="11074972" y="5705856"/>
            <a:ext cx="408920" cy="408920"/>
          </a:xfrm>
          <a:prstGeom prst="rect">
            <a:avLst/>
          </a:prstGeom>
          <a:ln w="12700">
            <a:solidFill>
              <a:srgbClr val="C6890F">
                <a:alpha val="14000"/>
              </a:srgbClr>
            </a:solidFill>
            <a:prstDash val="solid"/>
          </a:ln>
        </p:spPr>
        <p:txBody>
          <a:bodyPr/>
          <a:lstStyle/>
          <a:p>
            <a:endParaRPr lang="en-US" sz="1800"/>
          </a:p>
        </p:txBody>
      </p:sp>
      <p:sp>
        <p:nvSpPr>
          <p:cNvPr id="14" name="Shape 12">
            <a:extLst>
              <a:ext uri="{FF2B5EF4-FFF2-40B4-BE49-F238E27FC236}">
                <a16:creationId xmlns:a16="http://schemas.microsoft.com/office/drawing/2014/main" id="{7AF5010D-CF9E-D251-A4ED-6BD22644C32E}"/>
              </a:ext>
            </a:extLst>
          </p:cNvPr>
          <p:cNvSpPr/>
          <p:nvPr/>
        </p:nvSpPr>
        <p:spPr>
          <a:xfrm>
            <a:off x="9785668"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5" name="Shape 13">
            <a:extLst>
              <a:ext uri="{FF2B5EF4-FFF2-40B4-BE49-F238E27FC236}">
                <a16:creationId xmlns:a16="http://schemas.microsoft.com/office/drawing/2014/main" id="{60C85619-4616-BE6B-C5D6-B6A3F3F351E2}"/>
              </a:ext>
            </a:extLst>
          </p:cNvPr>
          <p:cNvSpPr/>
          <p:nvPr/>
        </p:nvSpPr>
        <p:spPr>
          <a:xfrm>
            <a:off x="9944408" y="798820"/>
            <a:ext cx="249448" cy="249448"/>
          </a:xfrm>
          <a:prstGeom prst="ellipse">
            <a:avLst/>
          </a:prstGeom>
          <a:ln w="28575">
            <a:solidFill>
              <a:srgbClr val="C6890F">
                <a:alpha val="85000"/>
              </a:srgbClr>
            </a:solidFill>
            <a:prstDash val="solid"/>
          </a:ln>
        </p:spPr>
        <p:txBody>
          <a:bodyPr/>
          <a:lstStyle/>
          <a:p>
            <a:endParaRPr lang="en-US" sz="1800"/>
          </a:p>
        </p:txBody>
      </p:sp>
      <p:sp>
        <p:nvSpPr>
          <p:cNvPr id="16" name="Shape 14">
            <a:extLst>
              <a:ext uri="{FF2B5EF4-FFF2-40B4-BE49-F238E27FC236}">
                <a16:creationId xmlns:a16="http://schemas.microsoft.com/office/drawing/2014/main" id="{7C56F35E-A9C0-D732-AD1A-042B4C178D58}"/>
              </a:ext>
            </a:extLst>
          </p:cNvPr>
          <p:cNvSpPr/>
          <p:nvPr/>
        </p:nvSpPr>
        <p:spPr>
          <a:xfrm>
            <a:off x="10511336"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7" name="Shape 15">
            <a:extLst>
              <a:ext uri="{FF2B5EF4-FFF2-40B4-BE49-F238E27FC236}">
                <a16:creationId xmlns:a16="http://schemas.microsoft.com/office/drawing/2014/main" id="{8C02E7B6-6FFE-80AC-9D88-49A0FBFE4C8F}"/>
              </a:ext>
            </a:extLst>
          </p:cNvPr>
          <p:cNvSpPr/>
          <p:nvPr/>
        </p:nvSpPr>
        <p:spPr>
          <a:xfrm>
            <a:off x="10670076" y="798820"/>
            <a:ext cx="249448" cy="249448"/>
          </a:xfrm>
          <a:prstGeom prst="ellipse">
            <a:avLst/>
          </a:prstGeom>
          <a:ln w="28575">
            <a:solidFill>
              <a:srgbClr val="C6890F">
                <a:alpha val="85000"/>
              </a:srgbClr>
            </a:solidFill>
            <a:prstDash val="solid"/>
          </a:ln>
        </p:spPr>
        <p:txBody>
          <a:bodyPr/>
          <a:lstStyle/>
          <a:p>
            <a:endParaRPr lang="en-US" sz="1800"/>
          </a:p>
        </p:txBody>
      </p:sp>
      <p:sp>
        <p:nvSpPr>
          <p:cNvPr id="18" name="Shape 16">
            <a:extLst>
              <a:ext uri="{FF2B5EF4-FFF2-40B4-BE49-F238E27FC236}">
                <a16:creationId xmlns:a16="http://schemas.microsoft.com/office/drawing/2014/main" id="{B090A61A-3A16-C3D5-0BE4-1AD114B7C616}"/>
              </a:ext>
            </a:extLst>
          </p:cNvPr>
          <p:cNvSpPr/>
          <p:nvPr/>
        </p:nvSpPr>
        <p:spPr>
          <a:xfrm>
            <a:off x="10749446" y="878190"/>
            <a:ext cx="90708" cy="90708"/>
          </a:xfrm>
          <a:prstGeom prst="ellipse">
            <a:avLst/>
          </a:prstGeom>
          <a:solidFill>
            <a:srgbClr val="2E9BC4">
              <a:alpha val="85000"/>
            </a:srgbClr>
          </a:solidFill>
          <a:ln/>
        </p:spPr>
        <p:txBody>
          <a:bodyPr/>
          <a:lstStyle/>
          <a:p>
            <a:endParaRPr lang="en-US" sz="1800"/>
          </a:p>
        </p:txBody>
      </p:sp>
      <p:sp>
        <p:nvSpPr>
          <p:cNvPr id="22" name="Text 20">
            <a:extLst>
              <a:ext uri="{FF2B5EF4-FFF2-40B4-BE49-F238E27FC236}">
                <a16:creationId xmlns:a16="http://schemas.microsoft.com/office/drawing/2014/main" id="{F457EB5F-6E9C-2A47-0CE5-AB96B1E01AB4}"/>
              </a:ext>
            </a:extLst>
          </p:cNvPr>
          <p:cNvSpPr txBox="1"/>
          <p:nvPr/>
        </p:nvSpPr>
        <p:spPr>
          <a:xfrm>
            <a:off x="605092" y="2651760"/>
            <a:ext cx="10515600" cy="1097280"/>
          </a:xfrm>
          <a:prstGeom prst="rect">
            <a:avLst/>
          </a:prstGeom>
          <a:noFill/>
          <a:ln/>
        </p:spPr>
        <p:txBody>
          <a:bodyPr wrap="square" lIns="0" tIns="0" rIns="0" bIns="0" rtlCol="0" anchor="ctr"/>
          <a:lstStyle/>
          <a:p>
            <a:r>
              <a:rPr lang="en-US" sz="5000" b="1">
                <a:solidFill>
                  <a:srgbClr val="C6890F"/>
                </a:solidFill>
                <a:latin typeface="Arial"/>
                <a:cs typeface="Arial"/>
              </a:rPr>
              <a:t>UAS - Propulsion</a:t>
            </a:r>
            <a:endParaRPr lang="en-US"/>
          </a:p>
        </p:txBody>
      </p:sp>
      <p:sp>
        <p:nvSpPr>
          <p:cNvPr id="23" name="Shape 21">
            <a:extLst>
              <a:ext uri="{FF2B5EF4-FFF2-40B4-BE49-F238E27FC236}">
                <a16:creationId xmlns:a16="http://schemas.microsoft.com/office/drawing/2014/main" id="{F8F9ED2F-2844-79A9-92C1-F355E33D7A93}"/>
              </a:ext>
            </a:extLst>
          </p:cNvPr>
          <p:cNvSpPr/>
          <p:nvPr/>
        </p:nvSpPr>
        <p:spPr>
          <a:xfrm>
            <a:off x="659956" y="3886200"/>
            <a:ext cx="3108960" cy="0"/>
          </a:xfrm>
          <a:prstGeom prst="line">
            <a:avLst/>
          </a:prstGeom>
          <a:noFill/>
          <a:ln w="25400">
            <a:solidFill>
              <a:srgbClr val="C6890F"/>
            </a:solidFill>
            <a:prstDash val="solid"/>
          </a:ln>
        </p:spPr>
        <p:txBody>
          <a:bodyPr/>
          <a:lstStyle/>
          <a:p>
            <a:endParaRPr lang="en-US" sz="1800"/>
          </a:p>
        </p:txBody>
      </p:sp>
      <p:sp>
        <p:nvSpPr>
          <p:cNvPr id="24" name="Text 22">
            <a:extLst>
              <a:ext uri="{FF2B5EF4-FFF2-40B4-BE49-F238E27FC236}">
                <a16:creationId xmlns:a16="http://schemas.microsoft.com/office/drawing/2014/main" id="{39B6A4D9-41BE-9588-AE27-E4CEF9A245B8}"/>
              </a:ext>
            </a:extLst>
          </p:cNvPr>
          <p:cNvSpPr txBox="1"/>
          <p:nvPr/>
        </p:nvSpPr>
        <p:spPr>
          <a:xfrm>
            <a:off x="641668" y="4114800"/>
            <a:ext cx="8686800" cy="548640"/>
          </a:xfrm>
          <a:prstGeom prst="rect">
            <a:avLst/>
          </a:prstGeom>
          <a:noFill/>
          <a:ln/>
        </p:spPr>
        <p:txBody>
          <a:bodyPr wrap="square" lIns="0" tIns="0" rIns="0" bIns="0" rtlCol="0" anchor="ctr"/>
          <a:lstStyle/>
          <a:p>
            <a:r>
              <a:rPr lang="en-US" sz="1600">
                <a:solidFill>
                  <a:srgbClr val="E9E3D6"/>
                </a:solidFill>
                <a:latin typeface="Arial"/>
                <a:cs typeface="Arial"/>
              </a:rPr>
              <a:t>Trade-studies</a:t>
            </a:r>
            <a:endParaRPr lang="en-US" sz="1800"/>
          </a:p>
        </p:txBody>
      </p:sp>
      <p:sp>
        <p:nvSpPr>
          <p:cNvPr id="27" name="Text 19">
            <a:extLst>
              <a:ext uri="{FF2B5EF4-FFF2-40B4-BE49-F238E27FC236}">
                <a16:creationId xmlns:a16="http://schemas.microsoft.com/office/drawing/2014/main" id="{D697347A-B5FD-5A76-F736-30898DDFDEC9}"/>
              </a:ext>
            </a:extLst>
          </p:cNvPr>
          <p:cNvSpPr txBox="1"/>
          <p:nvPr/>
        </p:nvSpPr>
        <p:spPr>
          <a:xfrm>
            <a:off x="641500" y="2194881"/>
            <a:ext cx="8227457" cy="36566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kern="0" spc="300">
                <a:solidFill>
                  <a:srgbClr val="2E9BC4"/>
                </a:solidFill>
                <a:latin typeface="Arial"/>
                <a:ea typeface="Arial" pitchFamily="34" charset="-122"/>
                <a:cs typeface="Arial"/>
              </a:rPr>
              <a:t>ASEN 4018-013</a:t>
            </a:r>
            <a:endParaRPr lang="en-US" sz="1400">
              <a:latin typeface="Arial"/>
              <a:cs typeface="Arial"/>
            </a:endParaRPr>
          </a:p>
        </p:txBody>
      </p:sp>
      <p:sp>
        <p:nvSpPr>
          <p:cNvPr id="25" name="Slide Number Placeholder 5">
            <a:extLst>
              <a:ext uri="{FF2B5EF4-FFF2-40B4-BE49-F238E27FC236}">
                <a16:creationId xmlns:a16="http://schemas.microsoft.com/office/drawing/2014/main" id="{63D8055A-9307-60D2-656E-23BE09978183}"/>
              </a:ext>
            </a:extLst>
          </p:cNvPr>
          <p:cNvSpPr txBox="1">
            <a:spLocks/>
          </p:cNvSpPr>
          <p:nvPr/>
        </p:nvSpPr>
        <p:spPr>
          <a:xfrm>
            <a:off x="9181561" y="6521451"/>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ACAF18C-C32B-5246-8B79-94468F598665}" type="slidenum">
              <a:rPr lang="en-US" smtClean="0">
                <a:solidFill>
                  <a:schemeClr val="bg1"/>
                </a:solidFill>
              </a:rPr>
              <a:pPr/>
              <a:t>19</a:t>
            </a:fld>
            <a:endParaRPr lang="en-US">
              <a:solidFill>
                <a:schemeClr val="bg1"/>
              </a:solidFill>
            </a:endParaRPr>
          </a:p>
        </p:txBody>
      </p:sp>
    </p:spTree>
    <p:extLst>
      <p:ext uri="{BB962C8B-B14F-4D97-AF65-F5344CB8AC3E}">
        <p14:creationId xmlns:p14="http://schemas.microsoft.com/office/powerpoint/2010/main" val="40044576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p:cNvPicPr>
            <a:picLocks noChangeAspect="1"/>
          </p:cNvPicPr>
          <p:nvPr/>
        </p:nvPicPr>
        <p:blipFill>
          <a:blip r:embed="rId3"/>
          <a:stretch>
            <a:fillRect/>
          </a:stretch>
        </p:blipFill>
        <p:spPr>
          <a:xfrm>
            <a:off x="579489" y="504749"/>
            <a:ext cx="362102" cy="362102"/>
          </a:xfrm>
          <a:prstGeom prst="rect">
            <a:avLst/>
          </a:prstGeom>
        </p:spPr>
      </p:pic>
      <p:sp>
        <p:nvSpPr>
          <p:cNvPr id="4" name="Text 1"/>
          <p:cNvSpPr txBox="1"/>
          <p:nvPr/>
        </p:nvSpPr>
        <p:spPr>
          <a:xfrm>
            <a:off x="1281748" y="353648"/>
            <a:ext cx="7680960" cy="658368"/>
          </a:xfrm>
          <a:prstGeom prst="rect">
            <a:avLst/>
          </a:prstGeom>
          <a:noFill/>
          <a:ln/>
        </p:spPr>
        <p:txBody>
          <a:bodyPr wrap="square" lIns="0" tIns="0" rIns="0" bIns="0" rtlCol="0" anchor="ctr"/>
          <a:lstStyle/>
          <a:p>
            <a:r>
              <a:rPr lang="en-US" sz="2800" b="1" kern="0" spc="100">
                <a:solidFill>
                  <a:srgbClr val="2B2A28"/>
                </a:solidFill>
                <a:latin typeface="Arial"/>
                <a:ea typeface="Calibri"/>
                <a:cs typeface="Arial"/>
              </a:rPr>
              <a:t>Subsystem Background</a:t>
            </a:r>
          </a:p>
        </p:txBody>
      </p:sp>
      <p:sp>
        <p:nvSpPr>
          <p:cNvPr id="5" name="Shape 2"/>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pic>
        <p:nvPicPr>
          <p:cNvPr id="8" name="Picture 7" descr="Racing drone propeller comparison – DroneHiTech">
            <a:extLst>
              <a:ext uri="{FF2B5EF4-FFF2-40B4-BE49-F238E27FC236}">
                <a16:creationId xmlns:a16="http://schemas.microsoft.com/office/drawing/2014/main" id="{DE4BB0D8-4982-862A-F1B2-8F1AC7AD9A99}"/>
              </a:ext>
            </a:extLst>
          </p:cNvPr>
          <p:cNvPicPr>
            <a:picLocks noChangeAspect="1"/>
          </p:cNvPicPr>
          <p:nvPr/>
        </p:nvPicPr>
        <p:blipFill>
          <a:blip r:embed="rId4"/>
          <a:stretch>
            <a:fillRect/>
          </a:stretch>
        </p:blipFill>
        <p:spPr>
          <a:xfrm>
            <a:off x="7531790" y="2150993"/>
            <a:ext cx="3840646" cy="2562640"/>
          </a:xfrm>
          <a:prstGeom prst="rect">
            <a:avLst/>
          </a:prstGeom>
        </p:spPr>
      </p:pic>
      <p:sp>
        <p:nvSpPr>
          <p:cNvPr id="9" name="Slide Number Placeholder 23">
            <a:extLst>
              <a:ext uri="{FF2B5EF4-FFF2-40B4-BE49-F238E27FC236}">
                <a16:creationId xmlns:a16="http://schemas.microsoft.com/office/drawing/2014/main" id="{53A17D67-702F-5B2D-EFEA-099848A86793}"/>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t>20</a:t>
            </a:fld>
            <a:endParaRPr lang="en-US"/>
          </a:p>
        </p:txBody>
      </p:sp>
      <p:sp>
        <p:nvSpPr>
          <p:cNvPr id="10" name="TextBox 9">
            <a:extLst>
              <a:ext uri="{FF2B5EF4-FFF2-40B4-BE49-F238E27FC236}">
                <a16:creationId xmlns:a16="http://schemas.microsoft.com/office/drawing/2014/main" id="{B6EA34E6-2DFC-B51B-B4FF-58F5012A977D}"/>
              </a:ext>
            </a:extLst>
          </p:cNvPr>
          <p:cNvSpPr txBox="1"/>
          <p:nvPr/>
        </p:nvSpPr>
        <p:spPr>
          <a:xfrm>
            <a:off x="795130" y="1643269"/>
            <a:ext cx="5685182"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
            </a:pPr>
            <a:r>
              <a:rPr lang="en-US">
                <a:ea typeface="+mn-lt"/>
                <a:cs typeface="+mn-lt"/>
              </a:rPr>
              <a:t>Provide the thrust needed to meet UAS flight requirements</a:t>
            </a:r>
          </a:p>
          <a:p>
            <a:pPr marL="285750" indent="-285750">
              <a:buFont typeface="Wingdings"/>
              <a:buChar char="§"/>
            </a:pPr>
            <a:endParaRPr lang="en-US">
              <a:ea typeface="+mn-lt"/>
              <a:cs typeface="+mn-lt"/>
            </a:endParaRPr>
          </a:p>
          <a:p>
            <a:pPr marL="285750" indent="-285750">
              <a:buFont typeface="Wingdings"/>
              <a:buChar char="§"/>
            </a:pPr>
            <a:r>
              <a:rPr lang="en-US">
                <a:ea typeface="+mn-lt"/>
                <a:cs typeface="+mn-lt"/>
              </a:rPr>
              <a:t>Balance propulsion performance, weight, and power consumption</a:t>
            </a:r>
          </a:p>
          <a:p>
            <a:pPr marL="285750" indent="-285750">
              <a:buFont typeface="Wingdings"/>
              <a:buChar char="§"/>
            </a:pPr>
            <a:endParaRPr lang="en-US"/>
          </a:p>
          <a:p>
            <a:pPr marL="285750" indent="-285750">
              <a:buFont typeface="Wingdings"/>
              <a:buChar char="§"/>
            </a:pPr>
            <a:r>
              <a:rPr lang="en-US"/>
              <a:t>Components responsible for: </a:t>
            </a:r>
          </a:p>
          <a:p>
            <a:pPr marL="742950" lvl="1" indent="-285750">
              <a:buFont typeface="Courier New"/>
              <a:buChar char="o"/>
            </a:pPr>
            <a:r>
              <a:rPr lang="en-US"/>
              <a:t>Motors</a:t>
            </a:r>
          </a:p>
          <a:p>
            <a:pPr marL="742950" lvl="1" indent="-285750">
              <a:buFont typeface="Courier New"/>
              <a:buChar char="o"/>
            </a:pPr>
            <a:r>
              <a:rPr lang="en-US"/>
              <a:t>ESCs (Electronic Speed Controllers)</a:t>
            </a:r>
          </a:p>
          <a:p>
            <a:pPr marL="742950" lvl="1" indent="-285750">
              <a:buFont typeface="Courier New"/>
              <a:buChar char="o"/>
            </a:pPr>
            <a:r>
              <a:rPr lang="en-US"/>
              <a:t>Propellers</a:t>
            </a:r>
          </a:p>
          <a:p>
            <a:pPr lvl="1"/>
            <a:endParaRPr lang="en-US"/>
          </a:p>
          <a:p>
            <a:pPr marL="285750" indent="-285750">
              <a:buFont typeface="Wingdings"/>
              <a:buChar char="§"/>
            </a:pPr>
            <a:endParaRPr lang="en-US"/>
          </a:p>
        </p:txBody>
      </p:sp>
      <p:grpSp>
        <p:nvGrpSpPr>
          <p:cNvPr id="11" name="Trade Studies Bar - 1 Propulsion">
            <a:extLst>
              <a:ext uri="{FF2B5EF4-FFF2-40B4-BE49-F238E27FC236}">
                <a16:creationId xmlns:a16="http://schemas.microsoft.com/office/drawing/2014/main" id="{03D99F52-3905-5F3D-816C-B79F4953BDE7}"/>
              </a:ext>
            </a:extLst>
          </p:cNvPr>
          <p:cNvGrpSpPr/>
          <p:nvPr/>
        </p:nvGrpSpPr>
        <p:grpSpPr>
          <a:xfrm>
            <a:off x="814349" y="6570022"/>
            <a:ext cx="10563301" cy="276999"/>
            <a:chOff x="790698" y="5902391"/>
            <a:chExt cx="10563301" cy="276999"/>
          </a:xfrm>
        </p:grpSpPr>
        <p:sp>
          <p:nvSpPr>
            <p:cNvPr id="12" name="Segment 0 - Trade Studies">
              <a:extLst>
                <a:ext uri="{FF2B5EF4-FFF2-40B4-BE49-F238E27FC236}">
                  <a16:creationId xmlns:a16="http://schemas.microsoft.com/office/drawing/2014/main" id="{DD6DA69B-788F-E522-EF8F-BAAA217A3FA1}"/>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3" name="Segment 1 - Propulsion">
              <a:extLst>
                <a:ext uri="{FF2B5EF4-FFF2-40B4-BE49-F238E27FC236}">
                  <a16:creationId xmlns:a16="http://schemas.microsoft.com/office/drawing/2014/main" id="{452F49DC-DC16-DC87-0FED-D06C8F75801C}"/>
                </a:ext>
              </a:extLst>
            </p:cNvPr>
            <p:cNvSpPr/>
            <p:nvPr/>
          </p:nvSpPr>
          <p:spPr>
            <a:xfrm>
              <a:off x="268951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Propulsion</a:t>
              </a:r>
            </a:p>
          </p:txBody>
        </p:sp>
        <p:sp>
          <p:nvSpPr>
            <p:cNvPr id="14" name="Segment 2 - Power Systems">
              <a:extLst>
                <a:ext uri="{FF2B5EF4-FFF2-40B4-BE49-F238E27FC236}">
                  <a16:creationId xmlns:a16="http://schemas.microsoft.com/office/drawing/2014/main" id="{125CD24D-0DC1-2430-BD47-36D53544AC8E}"/>
                </a:ext>
              </a:extLst>
            </p:cNvPr>
            <p:cNvSpPr/>
            <p:nvPr/>
          </p:nvSpPr>
          <p:spPr>
            <a:xfrm>
              <a:off x="441013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Power Systems</a:t>
              </a:r>
            </a:p>
          </p:txBody>
        </p:sp>
        <p:sp>
          <p:nvSpPr>
            <p:cNvPr id="15" name="Segment 3 - Airframe">
              <a:extLst>
                <a:ext uri="{FF2B5EF4-FFF2-40B4-BE49-F238E27FC236}">
                  <a16:creationId xmlns:a16="http://schemas.microsoft.com/office/drawing/2014/main" id="{7CAFA4BB-41AE-4756-A92F-4237B8394394}"/>
                </a:ext>
              </a:extLst>
            </p:cNvPr>
            <p:cNvSpPr/>
            <p:nvPr/>
          </p:nvSpPr>
          <p:spPr>
            <a:xfrm>
              <a:off x="613074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Airframe</a:t>
              </a:r>
            </a:p>
          </p:txBody>
        </p:sp>
        <p:sp>
          <p:nvSpPr>
            <p:cNvPr id="16" name="Segment 4 - GNC">
              <a:extLst>
                <a:ext uri="{FF2B5EF4-FFF2-40B4-BE49-F238E27FC236}">
                  <a16:creationId xmlns:a16="http://schemas.microsoft.com/office/drawing/2014/main" id="{CC69E125-99F2-5053-0451-82AE9083823C}"/>
                </a:ext>
              </a:extLst>
            </p:cNvPr>
            <p:cNvSpPr/>
            <p:nvPr/>
          </p:nvSpPr>
          <p:spPr>
            <a:xfrm>
              <a:off x="785136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GNC</a:t>
              </a:r>
            </a:p>
          </p:txBody>
        </p:sp>
        <p:sp>
          <p:nvSpPr>
            <p:cNvPr id="17" name="Segment 5 - Avionics">
              <a:extLst>
                <a:ext uri="{FF2B5EF4-FFF2-40B4-BE49-F238E27FC236}">
                  <a16:creationId xmlns:a16="http://schemas.microsoft.com/office/drawing/2014/main" id="{7F840C49-D545-E45D-1A3A-A84E77F2931E}"/>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Tree>
    <p:extLst>
      <p:ext uri="{BB962C8B-B14F-4D97-AF65-F5344CB8AC3E}">
        <p14:creationId xmlns:p14="http://schemas.microsoft.com/office/powerpoint/2010/main" val="40121334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30F96-72B1-FE5A-ACB9-9EDC6A7BB8F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4F6AB10-9DA5-0A23-D568-10A80C3C221E}"/>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6BC9BB7A-FACE-7A7A-DFE5-CFB7E4419AF3}"/>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F5FD7C93-C51F-3D6D-153E-6BF0A56F14FB}"/>
              </a:ext>
            </a:extLst>
          </p:cNvPr>
          <p:cNvSpPr txBox="1"/>
          <p:nvPr/>
        </p:nvSpPr>
        <p:spPr>
          <a:xfrm>
            <a:off x="1281748" y="353648"/>
            <a:ext cx="7680960" cy="658368"/>
          </a:xfrm>
          <a:prstGeom prst="rect">
            <a:avLst/>
          </a:prstGeom>
          <a:noFill/>
          <a:ln/>
        </p:spPr>
        <p:txBody>
          <a:bodyPr wrap="square" lIns="0" tIns="0" rIns="0" bIns="0" rtlCol="0" anchor="ctr"/>
          <a:lstStyle/>
          <a:p>
            <a:r>
              <a:rPr lang="en-US" sz="2800" b="1" kern="0" spc="100">
                <a:solidFill>
                  <a:srgbClr val="2B2A28"/>
                </a:solidFill>
                <a:latin typeface="Arial"/>
                <a:cs typeface="Arial"/>
              </a:rPr>
              <a:t>Summary of Trades Conducted </a:t>
            </a:r>
            <a:endParaRPr lang="en-US" sz="1800"/>
          </a:p>
        </p:txBody>
      </p:sp>
      <p:sp>
        <p:nvSpPr>
          <p:cNvPr id="5" name="Shape 2">
            <a:extLst>
              <a:ext uri="{FF2B5EF4-FFF2-40B4-BE49-F238E27FC236}">
                <a16:creationId xmlns:a16="http://schemas.microsoft.com/office/drawing/2014/main" id="{74FB4618-7B52-7693-14F4-23C87D93E5A3}"/>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C822FFD8-637D-BA0F-7EF9-12A95B41C7BC}"/>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graphicFrame>
        <p:nvGraphicFramePr>
          <p:cNvPr id="9" name="Table 8">
            <a:extLst>
              <a:ext uri="{FF2B5EF4-FFF2-40B4-BE49-F238E27FC236}">
                <a16:creationId xmlns:a16="http://schemas.microsoft.com/office/drawing/2014/main" id="{A36185F4-4F34-9438-5D52-7AC124FA1CD9}"/>
              </a:ext>
            </a:extLst>
          </p:cNvPr>
          <p:cNvGraphicFramePr>
            <a:graphicFrameLocks noGrp="1"/>
          </p:cNvGraphicFramePr>
          <p:nvPr>
            <p:extLst>
              <p:ext uri="{D42A27DB-BD31-4B8C-83A1-F6EECF244321}">
                <p14:modId xmlns:p14="http://schemas.microsoft.com/office/powerpoint/2010/main" val="242541352"/>
              </p:ext>
            </p:extLst>
          </p:nvPr>
        </p:nvGraphicFramePr>
        <p:xfrm>
          <a:off x="479534" y="1208689"/>
          <a:ext cx="11237392" cy="4765902"/>
        </p:xfrm>
        <a:graphic>
          <a:graphicData uri="http://schemas.openxmlformats.org/drawingml/2006/table">
            <a:tbl>
              <a:tblPr bandRow="1">
                <a:tableStyleId>{5C22544A-7EE6-4342-B048-85BDC9FD1C3A}</a:tableStyleId>
              </a:tblPr>
              <a:tblGrid>
                <a:gridCol w="2446876">
                  <a:extLst>
                    <a:ext uri="{9D8B030D-6E8A-4147-A177-3AD203B41FA5}">
                      <a16:colId xmlns:a16="http://schemas.microsoft.com/office/drawing/2014/main" val="4226704145"/>
                    </a:ext>
                  </a:extLst>
                </a:gridCol>
                <a:gridCol w="3078968">
                  <a:extLst>
                    <a:ext uri="{9D8B030D-6E8A-4147-A177-3AD203B41FA5}">
                      <a16:colId xmlns:a16="http://schemas.microsoft.com/office/drawing/2014/main" val="2555824011"/>
                    </a:ext>
                  </a:extLst>
                </a:gridCol>
                <a:gridCol w="3058235">
                  <a:extLst>
                    <a:ext uri="{9D8B030D-6E8A-4147-A177-3AD203B41FA5}">
                      <a16:colId xmlns:a16="http://schemas.microsoft.com/office/drawing/2014/main" val="3575650190"/>
                    </a:ext>
                  </a:extLst>
                </a:gridCol>
                <a:gridCol w="2653313">
                  <a:extLst>
                    <a:ext uri="{9D8B030D-6E8A-4147-A177-3AD203B41FA5}">
                      <a16:colId xmlns:a16="http://schemas.microsoft.com/office/drawing/2014/main" val="3763836732"/>
                    </a:ext>
                  </a:extLst>
                </a:gridCol>
              </a:tblGrid>
              <a:tr h="645591">
                <a:tc>
                  <a:txBody>
                    <a:bodyPr/>
                    <a:lstStyle/>
                    <a:p>
                      <a:pPr lvl="0">
                        <a:buNone/>
                      </a:pPr>
                      <a:r>
                        <a:rPr lang="en-US" sz="1200" b="1" i="0">
                          <a:effectLst/>
                          <a:latin typeface="Arial"/>
                          <a:ea typeface="Calibri"/>
                          <a:cs typeface="Arial"/>
                        </a:rPr>
                        <a:t>Trades Conducted</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buNone/>
                      </a:pPr>
                      <a:r>
                        <a:rPr lang="en-US" sz="1200" b="1" i="0">
                          <a:effectLst/>
                          <a:latin typeface="Arial"/>
                          <a:ea typeface="Calibri"/>
                          <a:cs typeface="Arial"/>
                        </a:rPr>
                        <a:t>Trade Description</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C0E6F5"/>
                    </a:solidFill>
                  </a:tcPr>
                </a:tc>
                <a:tc>
                  <a:txBody>
                    <a:bodyPr/>
                    <a:lstStyle/>
                    <a:p>
                      <a:pPr lvl="0">
                        <a:buNone/>
                      </a:pPr>
                      <a:r>
                        <a:rPr lang="en-US" sz="1200" b="1" i="0">
                          <a:effectLst/>
                          <a:latin typeface="Arial"/>
                          <a:ea typeface="Calibri"/>
                          <a:cs typeface="Arial"/>
                        </a:rPr>
                        <a:t>Rationale</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rgbClr val="C0E6F5"/>
                    </a:solidFill>
                  </a:tcPr>
                </a:tc>
                <a:tc>
                  <a:txBody>
                    <a:bodyPr/>
                    <a:lstStyle/>
                    <a:p>
                      <a:pPr lvl="0">
                        <a:buNone/>
                      </a:pPr>
                      <a:r>
                        <a:rPr lang="en-US" sz="1200" b="1" i="0">
                          <a:effectLst/>
                          <a:latin typeface="Arial"/>
                          <a:ea typeface="Calibri"/>
                          <a:cs typeface="Arial"/>
                        </a:rPr>
                        <a:t>Results</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2433659630"/>
                  </a:ext>
                </a:extLst>
              </a:tr>
              <a:tr h="645591">
                <a:tc>
                  <a:txBody>
                    <a:bodyPr/>
                    <a:lstStyle/>
                    <a:p>
                      <a:pPr lvl="0">
                        <a:buNone/>
                      </a:pPr>
                      <a:r>
                        <a:rPr lang="en-US" sz="1200" b="0" i="0">
                          <a:effectLst/>
                          <a:latin typeface="Arial"/>
                          <a:ea typeface="Calibri"/>
                          <a:cs typeface="Arial"/>
                        </a:rPr>
                        <a:t>Propeller Material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0" i="0">
                          <a:effectLst/>
                          <a:latin typeface="Arial"/>
                          <a:ea typeface="Calibri"/>
                          <a:cs typeface="Arial"/>
                        </a:rPr>
                        <a:t>Conducted a trade study on various materials for the propeller.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200" b="0" i="0">
                          <a:effectLst/>
                          <a:latin typeface="Arial"/>
                          <a:ea typeface="Calibri"/>
                          <a:cs typeface="Arial"/>
                        </a:rPr>
                        <a:t>Determined the viability of various materials due to cost, strength, and weight savings.</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lgn="ctr">
                        <a:lnSpc>
                          <a:spcPct val="100000"/>
                        </a:lnSpc>
                        <a:spcBef>
                          <a:spcPts val="0"/>
                        </a:spcBef>
                        <a:spcAft>
                          <a:spcPts val="0"/>
                        </a:spcAft>
                        <a:buNone/>
                      </a:pPr>
                      <a:r>
                        <a:rPr lang="en-US" sz="1200" b="0" i="0" u="none" strike="noStrike" noProof="0">
                          <a:solidFill>
                            <a:srgbClr val="000000"/>
                          </a:solidFill>
                          <a:effectLst/>
                          <a:latin typeface="Aptos"/>
                        </a:rPr>
                        <a:t>Carbon fiber reinforced nylon </a:t>
                      </a:r>
                    </a:p>
                    <a:p>
                      <a:pPr lvl="0" algn="ctr">
                        <a:buNone/>
                      </a:pPr>
                      <a:endParaRPr lang="en-US" sz="1400" b="0" i="0" u="none" strike="noStrike" noProof="0">
                        <a:effectLst/>
                      </a:endParaRPr>
                    </a:p>
                  </a:txBody>
                  <a:tcPr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884621858"/>
                  </a:ext>
                </a:extLst>
              </a:tr>
              <a:tr h="645591">
                <a:tc>
                  <a:txBody>
                    <a:bodyPr/>
                    <a:lstStyle/>
                    <a:p>
                      <a:pPr lvl="0">
                        <a:buNone/>
                      </a:pPr>
                      <a:r>
                        <a:rPr lang="en-US" sz="1200" b="0" i="0">
                          <a:effectLst/>
                          <a:latin typeface="Arial"/>
                          <a:ea typeface="Calibri"/>
                          <a:cs typeface="Arial"/>
                        </a:rPr>
                        <a:t>Motor Sizing/Power Draw</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buNone/>
                      </a:pPr>
                      <a:r>
                        <a:rPr lang="en-US" sz="1200" b="0" i="0" u="none" strike="noStrike" noProof="0">
                          <a:solidFill>
                            <a:srgbClr val="000000"/>
                          </a:solidFill>
                          <a:effectLst/>
                          <a:latin typeface="Arial"/>
                          <a:ea typeface="Calibri"/>
                          <a:cs typeface="Arial"/>
                        </a:rPr>
                        <a:t>Created an excel calculator that takes in input from other teams and gives estimates on the anticipated motor specs.</a:t>
                      </a:r>
                      <a:endParaRPr lang="en-US" sz="12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200" b="0" i="0">
                          <a:effectLst/>
                          <a:latin typeface="Arial"/>
                          <a:ea typeface="Calibri"/>
                          <a:cs typeface="Arial"/>
                        </a:rPr>
                        <a:t>Our requirements for RPM, propeller efficiency, and UAS weight may change throughout the design process. This creates a tool to define motor performance requirments.</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lgn="ctr">
                        <a:buNone/>
                      </a:pPr>
                      <a:r>
                        <a:rPr lang="en-US" sz="1200" b="0" i="0">
                          <a:effectLst/>
                          <a:latin typeface="Arial"/>
                          <a:ea typeface="Calibri"/>
                          <a:cs typeface="Arial"/>
                        </a:rPr>
                        <a:t>Requirements Calculator Created</a:t>
                      </a:r>
                    </a:p>
                  </a:txBody>
                  <a:tcPr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271658159"/>
                  </a:ext>
                </a:extLst>
              </a:tr>
              <a:tr h="645591">
                <a:tc>
                  <a:txBody>
                    <a:bodyPr/>
                    <a:lstStyle/>
                    <a:p>
                      <a:pPr lvl="0">
                        <a:buNone/>
                      </a:pPr>
                      <a:r>
                        <a:rPr lang="en-US" sz="1200" b="0" i="0">
                          <a:effectLst/>
                          <a:latin typeface="Arial"/>
                          <a:ea typeface="Calibri"/>
                          <a:cs typeface="Arial"/>
                        </a:rPr>
                        <a:t>Propeller Type</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buNone/>
                      </a:pPr>
                      <a:r>
                        <a:rPr lang="en-US" sz="1200" b="0" i="0">
                          <a:effectLst/>
                          <a:latin typeface="Arial"/>
                          <a:ea typeface="Calibri"/>
                          <a:cs typeface="Arial"/>
                        </a:rPr>
                        <a:t>Created trade study on different propeller configurations to maximize efficiency and find a suitable candidate for achieving necessary thrust. </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200" b="0" i="0">
                          <a:effectLst/>
                          <a:latin typeface="Arial"/>
                          <a:ea typeface="Calibri"/>
                          <a:cs typeface="Arial"/>
                        </a:rPr>
                        <a:t>Determined exact shape of propeller is going to satisfy thrust and power requirements for the UAS. </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lgn="ctr">
                        <a:lnSpc>
                          <a:spcPct val="100000"/>
                        </a:lnSpc>
                        <a:spcBef>
                          <a:spcPts val="0"/>
                        </a:spcBef>
                        <a:spcAft>
                          <a:spcPts val="0"/>
                        </a:spcAft>
                        <a:buNone/>
                      </a:pPr>
                      <a:r>
                        <a:rPr lang="en-US" sz="1400" b="0" i="0" u="none" strike="noStrike" noProof="0">
                          <a:solidFill>
                            <a:srgbClr val="000000"/>
                          </a:solidFill>
                          <a:effectLst/>
                          <a:latin typeface="Aptos"/>
                        </a:rPr>
                        <a:t>7×3.8WSF</a:t>
                      </a:r>
                    </a:p>
                    <a:p>
                      <a:pPr lvl="0" algn="ctr">
                        <a:buNone/>
                      </a:pPr>
                      <a:endParaRPr lang="en-US" sz="1200" b="0" i="0" u="none" strike="noStrike" noProof="0">
                        <a:effectLst/>
                      </a:endParaRPr>
                    </a:p>
                  </a:txBody>
                  <a:tcPr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675334779"/>
                  </a:ext>
                </a:extLst>
              </a:tr>
              <a:tr h="302172">
                <a:tc>
                  <a:txBody>
                    <a:bodyPr/>
                    <a:lstStyle/>
                    <a:p>
                      <a:pPr lvl="0">
                        <a:buNone/>
                      </a:pPr>
                      <a:r>
                        <a:rPr lang="en-US" sz="1200" b="0" i="0">
                          <a:effectLst/>
                          <a:latin typeface="Arial"/>
                          <a:ea typeface="Calibri"/>
                          <a:cs typeface="Arial"/>
                        </a:rPr>
                        <a:t>Weight and Power</a:t>
                      </a:r>
                      <a:endParaRPr lang="en-US" sz="12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buNone/>
                      </a:pPr>
                      <a:r>
                        <a:rPr lang="en-US" sz="1200" b="0" i="0">
                          <a:effectLst/>
                          <a:latin typeface="Arial"/>
                          <a:ea typeface="Calibri"/>
                          <a:cs typeface="Arial"/>
                        </a:rPr>
                        <a:t>Considering different possible inputs from other subteams, determined the thrust range and propulsion's energy consumption</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200" b="0" i="0">
                          <a:effectLst/>
                          <a:latin typeface="Arial"/>
                          <a:ea typeface="Calibri"/>
                          <a:cs typeface="Arial"/>
                        </a:rPr>
                        <a:t>Since PROP provides the thrust and consumes the most mass, considering project requirements, needed to put bounds on mass and power. </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lgn="ctr">
                        <a:buNone/>
                      </a:pPr>
                      <a:r>
                        <a:rPr lang="en-US" sz="1200" b="0" i="0">
                          <a:effectLst/>
                          <a:latin typeface="Arial"/>
                          <a:ea typeface="Calibri"/>
                          <a:cs typeface="Arial"/>
                        </a:rPr>
                        <a:t>2.6 Kg / 600W / 151 Wh</a:t>
                      </a:r>
                      <a:endParaRPr lang="en-US" sz="1200" b="0" i="0" err="1">
                        <a:effectLst/>
                        <a:latin typeface="Arial"/>
                        <a:ea typeface="Calibri"/>
                        <a:cs typeface="Arial"/>
                      </a:endParaRPr>
                    </a:p>
                  </a:txBody>
                  <a:tcPr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824301303"/>
                  </a:ext>
                </a:extLst>
              </a:tr>
              <a:tr h="302172">
                <a:tc>
                  <a:txBody>
                    <a:bodyPr/>
                    <a:lstStyle/>
                    <a:p>
                      <a:pPr lvl="0">
                        <a:buNone/>
                      </a:pPr>
                      <a:r>
                        <a:rPr lang="en-US" sz="1200" b="0" i="0">
                          <a:effectLst/>
                          <a:latin typeface="Arial"/>
                          <a:ea typeface="Calibri"/>
                          <a:cs typeface="Arial"/>
                        </a:rPr>
                        <a:t>ESCs quantitative</a:t>
                      </a:r>
                      <a:endParaRPr lang="en-US" sz="12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buNone/>
                      </a:pPr>
                      <a:r>
                        <a:rPr lang="en-US" sz="1200" b="0" i="0">
                          <a:effectLst/>
                          <a:latin typeface="Arial"/>
                          <a:ea typeface="Calibri"/>
                          <a:cs typeface="Arial"/>
                        </a:rPr>
                        <a:t>Considered different qualitative aspects of COTS ESCs</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200" b="0" i="0">
                          <a:effectLst/>
                          <a:latin typeface="Arial"/>
                          <a:ea typeface="Calibri"/>
                          <a:cs typeface="Arial"/>
                        </a:rPr>
                        <a:t>Since we can't narrow down the design space for ESCs until we have finalized other design input variables, only considered qualitative and types of ESCs</a:t>
                      </a:r>
                      <a:endParaRPr lang="en-US" sz="1200"/>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lgn="ctr">
                        <a:buNone/>
                      </a:pPr>
                      <a:r>
                        <a:rPr lang="en-US" sz="1200"/>
                        <a:t>1 ESC per Propulsion Channel</a:t>
                      </a:r>
                    </a:p>
                  </a:txBody>
                  <a:tcPr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476118129"/>
                  </a:ext>
                </a:extLst>
              </a:tr>
            </a:tbl>
          </a:graphicData>
        </a:graphic>
      </p:graphicFrame>
      <p:sp>
        <p:nvSpPr>
          <p:cNvPr id="8" name="Slide Number Placeholder 23">
            <a:extLst>
              <a:ext uri="{FF2B5EF4-FFF2-40B4-BE49-F238E27FC236}">
                <a16:creationId xmlns:a16="http://schemas.microsoft.com/office/drawing/2014/main" id="{3169266E-0E39-2332-E3CC-95DF59A1F126}"/>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t>21</a:t>
            </a:fld>
            <a:endParaRPr lang="en-US"/>
          </a:p>
        </p:txBody>
      </p:sp>
      <p:grpSp>
        <p:nvGrpSpPr>
          <p:cNvPr id="10" name="Trade Studies Bar - 1 Propulsion">
            <a:extLst>
              <a:ext uri="{FF2B5EF4-FFF2-40B4-BE49-F238E27FC236}">
                <a16:creationId xmlns:a16="http://schemas.microsoft.com/office/drawing/2014/main" id="{BE95AC8E-265A-0E1A-96D9-F94E72E3E8BC}"/>
              </a:ext>
            </a:extLst>
          </p:cNvPr>
          <p:cNvGrpSpPr/>
          <p:nvPr/>
        </p:nvGrpSpPr>
        <p:grpSpPr>
          <a:xfrm>
            <a:off x="814349" y="6570022"/>
            <a:ext cx="10563301" cy="276999"/>
            <a:chOff x="790698" y="5902391"/>
            <a:chExt cx="10563301" cy="276999"/>
          </a:xfrm>
        </p:grpSpPr>
        <p:sp>
          <p:nvSpPr>
            <p:cNvPr id="11" name="Segment 0 - Trade Studies">
              <a:extLst>
                <a:ext uri="{FF2B5EF4-FFF2-40B4-BE49-F238E27FC236}">
                  <a16:creationId xmlns:a16="http://schemas.microsoft.com/office/drawing/2014/main" id="{992663D6-5B74-769D-62C7-9F6EAB24C25E}"/>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2" name="Segment 1 - Propulsion">
              <a:extLst>
                <a:ext uri="{FF2B5EF4-FFF2-40B4-BE49-F238E27FC236}">
                  <a16:creationId xmlns:a16="http://schemas.microsoft.com/office/drawing/2014/main" id="{D4BDF304-5CE6-0FC8-BE02-B7E5F84B5D66}"/>
                </a:ext>
              </a:extLst>
            </p:cNvPr>
            <p:cNvSpPr/>
            <p:nvPr/>
          </p:nvSpPr>
          <p:spPr>
            <a:xfrm>
              <a:off x="268951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Propulsion</a:t>
              </a:r>
            </a:p>
          </p:txBody>
        </p:sp>
        <p:sp>
          <p:nvSpPr>
            <p:cNvPr id="13" name="Segment 2 - Power Systems">
              <a:extLst>
                <a:ext uri="{FF2B5EF4-FFF2-40B4-BE49-F238E27FC236}">
                  <a16:creationId xmlns:a16="http://schemas.microsoft.com/office/drawing/2014/main" id="{3380C91F-5709-1060-EF4F-4FA7FE577DF4}"/>
                </a:ext>
              </a:extLst>
            </p:cNvPr>
            <p:cNvSpPr/>
            <p:nvPr/>
          </p:nvSpPr>
          <p:spPr>
            <a:xfrm>
              <a:off x="441013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Power Systems</a:t>
              </a:r>
            </a:p>
          </p:txBody>
        </p:sp>
        <p:sp>
          <p:nvSpPr>
            <p:cNvPr id="14" name="Segment 3 - Airframe">
              <a:extLst>
                <a:ext uri="{FF2B5EF4-FFF2-40B4-BE49-F238E27FC236}">
                  <a16:creationId xmlns:a16="http://schemas.microsoft.com/office/drawing/2014/main" id="{2D1C3998-D811-F098-0329-AE066B9AF2A0}"/>
                </a:ext>
              </a:extLst>
            </p:cNvPr>
            <p:cNvSpPr/>
            <p:nvPr/>
          </p:nvSpPr>
          <p:spPr>
            <a:xfrm>
              <a:off x="613074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Airframe</a:t>
              </a:r>
            </a:p>
          </p:txBody>
        </p:sp>
        <p:sp>
          <p:nvSpPr>
            <p:cNvPr id="15" name="Segment 4 - GNC">
              <a:extLst>
                <a:ext uri="{FF2B5EF4-FFF2-40B4-BE49-F238E27FC236}">
                  <a16:creationId xmlns:a16="http://schemas.microsoft.com/office/drawing/2014/main" id="{845816FE-46DF-B1BA-934E-15DB90C0F823}"/>
                </a:ext>
              </a:extLst>
            </p:cNvPr>
            <p:cNvSpPr/>
            <p:nvPr/>
          </p:nvSpPr>
          <p:spPr>
            <a:xfrm>
              <a:off x="785136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GNC</a:t>
              </a:r>
            </a:p>
          </p:txBody>
        </p:sp>
        <p:sp>
          <p:nvSpPr>
            <p:cNvPr id="16" name="Segment 5 - Avionics">
              <a:extLst>
                <a:ext uri="{FF2B5EF4-FFF2-40B4-BE49-F238E27FC236}">
                  <a16:creationId xmlns:a16="http://schemas.microsoft.com/office/drawing/2014/main" id="{86C43379-153D-C3C4-320F-91ABD22F53A9}"/>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Tree>
    <p:extLst>
      <p:ext uri="{BB962C8B-B14F-4D97-AF65-F5344CB8AC3E}">
        <p14:creationId xmlns:p14="http://schemas.microsoft.com/office/powerpoint/2010/main" val="20076705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73A95-5FC6-AB34-41D0-5E27B0A3C4A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B3ECF82-CF98-55A6-16D1-B537F372C04B}"/>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78A00ADB-EF22-DDAE-F43E-B2D60E490B56}"/>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C0ACE928-9B92-AE99-BF4D-5423C19E055D}"/>
              </a:ext>
            </a:extLst>
          </p:cNvPr>
          <p:cNvSpPr txBox="1"/>
          <p:nvPr/>
        </p:nvSpPr>
        <p:spPr>
          <a:xfrm>
            <a:off x="1281748" y="353648"/>
            <a:ext cx="7680960" cy="658368"/>
          </a:xfrm>
          <a:prstGeom prst="rect">
            <a:avLst/>
          </a:prstGeom>
          <a:noFill/>
          <a:ln/>
        </p:spPr>
        <p:txBody>
          <a:bodyPr wrap="square" lIns="0" tIns="0" rIns="0" bIns="0" rtlCol="0" anchor="ctr"/>
          <a:lstStyle/>
          <a:p>
            <a:r>
              <a:rPr lang="en-US" sz="2800" b="1" kern="0" spc="100">
                <a:solidFill>
                  <a:srgbClr val="2B2A28"/>
                </a:solidFill>
                <a:latin typeface="Arial"/>
                <a:cs typeface="Arial"/>
              </a:rPr>
              <a:t>Relevant Requirements for Materials, Power Draw, and Propeller Type Trades</a:t>
            </a:r>
          </a:p>
        </p:txBody>
      </p:sp>
      <p:sp>
        <p:nvSpPr>
          <p:cNvPr id="5" name="Shape 2">
            <a:extLst>
              <a:ext uri="{FF2B5EF4-FFF2-40B4-BE49-F238E27FC236}">
                <a16:creationId xmlns:a16="http://schemas.microsoft.com/office/drawing/2014/main" id="{FE663850-6297-9B89-370D-AAC620E5AA0D}"/>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C8B01871-F55C-DC71-9220-68815F293EB4}"/>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graphicFrame>
        <p:nvGraphicFramePr>
          <p:cNvPr id="9" name="Table 8">
            <a:extLst>
              <a:ext uri="{FF2B5EF4-FFF2-40B4-BE49-F238E27FC236}">
                <a16:creationId xmlns:a16="http://schemas.microsoft.com/office/drawing/2014/main" id="{B3C17548-D674-A613-6A6D-4ACC1A9F24BF}"/>
              </a:ext>
            </a:extLst>
          </p:cNvPr>
          <p:cNvGraphicFramePr>
            <a:graphicFrameLocks noGrp="1"/>
          </p:cNvGraphicFramePr>
          <p:nvPr>
            <p:extLst>
              <p:ext uri="{D42A27DB-BD31-4B8C-83A1-F6EECF244321}">
                <p14:modId xmlns:p14="http://schemas.microsoft.com/office/powerpoint/2010/main" val="1948145944"/>
              </p:ext>
            </p:extLst>
          </p:nvPr>
        </p:nvGraphicFramePr>
        <p:xfrm>
          <a:off x="760321" y="1297527"/>
          <a:ext cx="11237392" cy="3668622"/>
        </p:xfrm>
        <a:graphic>
          <a:graphicData uri="http://schemas.openxmlformats.org/drawingml/2006/table">
            <a:tbl>
              <a:tblPr bandRow="1">
                <a:tableStyleId>{5C22544A-7EE6-4342-B048-85BDC9FD1C3A}</a:tableStyleId>
              </a:tblPr>
              <a:tblGrid>
                <a:gridCol w="3280572">
                  <a:extLst>
                    <a:ext uri="{9D8B030D-6E8A-4147-A177-3AD203B41FA5}">
                      <a16:colId xmlns:a16="http://schemas.microsoft.com/office/drawing/2014/main" val="4226704145"/>
                    </a:ext>
                  </a:extLst>
                </a:gridCol>
                <a:gridCol w="4128030">
                  <a:extLst>
                    <a:ext uri="{9D8B030D-6E8A-4147-A177-3AD203B41FA5}">
                      <a16:colId xmlns:a16="http://schemas.microsoft.com/office/drawing/2014/main" val="2555824011"/>
                    </a:ext>
                  </a:extLst>
                </a:gridCol>
                <a:gridCol w="3828790">
                  <a:extLst>
                    <a:ext uri="{9D8B030D-6E8A-4147-A177-3AD203B41FA5}">
                      <a16:colId xmlns:a16="http://schemas.microsoft.com/office/drawing/2014/main" val="3575650190"/>
                    </a:ext>
                  </a:extLst>
                </a:gridCol>
              </a:tblGrid>
              <a:tr h="645591">
                <a:tc>
                  <a:txBody>
                    <a:bodyPr/>
                    <a:lstStyle/>
                    <a:p>
                      <a:pPr lvl="0">
                        <a:buNone/>
                      </a:pPr>
                      <a:r>
                        <a:rPr lang="en-US" sz="1400" b="1" i="0">
                          <a:effectLst/>
                          <a:latin typeface="Arial"/>
                          <a:ea typeface="Calibri"/>
                          <a:cs typeface="Arial"/>
                        </a:rPr>
                        <a:t>Requirement #</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buNone/>
                      </a:pPr>
                      <a:r>
                        <a:rPr lang="en-US" sz="1400" b="1" i="0">
                          <a:effectLst/>
                          <a:latin typeface="Arial"/>
                          <a:ea typeface="Calibri"/>
                          <a:cs typeface="Arial"/>
                        </a:rPr>
                        <a:t>Requirement</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C0E6F5"/>
                    </a:solidFill>
                  </a:tcPr>
                </a:tc>
                <a:tc>
                  <a:txBody>
                    <a:bodyPr/>
                    <a:lstStyle/>
                    <a:p>
                      <a:pPr lvl="0">
                        <a:buNone/>
                      </a:pPr>
                      <a:r>
                        <a:rPr lang="en-US" sz="1400" b="1" i="0">
                          <a:effectLst/>
                          <a:latin typeface="Arial"/>
                          <a:ea typeface="Calibri"/>
                          <a:cs typeface="Arial"/>
                        </a:rPr>
                        <a:t>Rationale for Relevance</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C0E6F5"/>
                    </a:solidFill>
                  </a:tcPr>
                </a:tc>
                <a:extLst>
                  <a:ext uri="{0D108BD9-81ED-4DB2-BD59-A6C34878D82A}">
                    <a16:rowId xmlns:a16="http://schemas.microsoft.com/office/drawing/2014/main" val="2433659630"/>
                  </a:ext>
                </a:extLst>
              </a:tr>
              <a:tr h="645591">
                <a:tc>
                  <a:txBody>
                    <a:bodyPr/>
                    <a:lstStyle/>
                    <a:p>
                      <a:pPr>
                        <a:buNone/>
                      </a:pPr>
                      <a:r>
                        <a:rPr lang="en-US" sz="1400" b="0" i="0">
                          <a:effectLst/>
                          <a:latin typeface="Arial"/>
                          <a:ea typeface="Calibri"/>
                          <a:cs typeface="Arial"/>
                        </a:rPr>
                        <a:t>UAS-VSYS-4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buNone/>
                      </a:pPr>
                      <a:r>
                        <a:rPr lang="en-US" sz="1400" b="0" i="0" u="none" strike="noStrike" noProof="0">
                          <a:effectLst/>
                        </a:rPr>
                        <a:t>The UAS shall have Thrust to Weight ratio &gt; 1.</a:t>
                      </a:r>
                      <a:endParaRPr lang="en-US" sz="1400" b="0" i="0" u="none" strike="noStrike" noProof="0">
                        <a:effectLst/>
                        <a:latin typeface="Apto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600" b="0" i="0" u="none" strike="noStrike" noProof="0">
                          <a:effectLst/>
                        </a:rPr>
                        <a:t>In order to be able to maneuver and also increase altitude/hover. </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extLst>
                  <a:ext uri="{0D108BD9-81ED-4DB2-BD59-A6C34878D82A}">
                    <a16:rowId xmlns:a16="http://schemas.microsoft.com/office/drawing/2014/main" val="3884621858"/>
                  </a:ext>
                </a:extLst>
              </a:tr>
              <a:tr h="645591">
                <a:tc>
                  <a:txBody>
                    <a:bodyPr/>
                    <a:lstStyle/>
                    <a:p>
                      <a:pPr lvl="0" algn="l">
                        <a:lnSpc>
                          <a:spcPct val="100000"/>
                        </a:lnSpc>
                        <a:spcBef>
                          <a:spcPts val="0"/>
                        </a:spcBef>
                        <a:spcAft>
                          <a:spcPts val="0"/>
                        </a:spcAft>
                        <a:buNone/>
                      </a:pPr>
                      <a:r>
                        <a:rPr lang="en-US" sz="1400" b="0" i="0" u="none" strike="noStrike" noProof="0">
                          <a:solidFill>
                            <a:srgbClr val="000000"/>
                          </a:solidFill>
                          <a:effectLst/>
                          <a:latin typeface="Arial"/>
                          <a:ea typeface="Calibri"/>
                          <a:cs typeface="Arial"/>
                        </a:rPr>
                        <a:t>UAS-7</a:t>
                      </a:r>
                    </a:p>
                    <a:p>
                      <a:pPr lvl="0">
                        <a:buNone/>
                      </a:pPr>
                      <a:endParaRPr lang="en-US" sz="1400" b="0" i="0">
                        <a:effectLst/>
                        <a:latin typeface="Arial" panose="020B0604020202020204" pitchFamily="34" charset="0"/>
                        <a:ea typeface="Calibri"/>
                        <a:cs typeface="Arial" panose="020B0604020202020204" pitchFamily="34" charset="0"/>
                      </a:endParaRP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u="none" strike="noStrike">
                          <a:solidFill>
                            <a:srgbClr val="000000"/>
                          </a:solidFill>
                          <a:effectLst/>
                          <a:latin typeface="Arial"/>
                          <a:cs typeface="Arial"/>
                        </a:rPr>
                        <a:t>The UAS shall have an endurance of at least 15 minutes.</a:t>
                      </a:r>
                    </a:p>
                  </a:txBody>
                  <a:tcPr marL="9525" marR="9525" marT="9525"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600" b="0" i="0" u="none" strike="noStrike" noProof="0">
                          <a:effectLst/>
                        </a:rPr>
                        <a:t>Motor and propeller selection must provide sufficient thrust, control, and efficiency to complete takeoff, maneuvering, searching, and return flight within the available battery capacity.</a:t>
                      </a:r>
                      <a:endParaRPr lang="en-US" sz="1600"/>
                    </a:p>
                  </a:txBody>
                  <a:tcPr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extLst>
                  <a:ext uri="{0D108BD9-81ED-4DB2-BD59-A6C34878D82A}">
                    <a16:rowId xmlns:a16="http://schemas.microsoft.com/office/drawing/2014/main" val="1355369355"/>
                  </a:ext>
                </a:extLst>
              </a:tr>
              <a:tr h="645591">
                <a:tc>
                  <a:txBody>
                    <a:bodyPr/>
                    <a:lstStyle/>
                    <a:p>
                      <a:pPr lvl="0" algn="l">
                        <a:lnSpc>
                          <a:spcPct val="100000"/>
                        </a:lnSpc>
                        <a:spcBef>
                          <a:spcPts val="0"/>
                        </a:spcBef>
                        <a:spcAft>
                          <a:spcPts val="0"/>
                        </a:spcAft>
                        <a:buNone/>
                      </a:pPr>
                      <a:r>
                        <a:rPr lang="en-US" sz="1400" b="0" i="0" u="none" strike="noStrike" noProof="0">
                          <a:solidFill>
                            <a:srgbClr val="000000"/>
                          </a:solidFill>
                          <a:effectLst/>
                          <a:latin typeface="Arial"/>
                          <a:ea typeface="Calibri"/>
                          <a:cs typeface="Arial"/>
                        </a:rPr>
                        <a:t>UAS-VSYS-14</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lgn="l">
                        <a:buNone/>
                      </a:pPr>
                      <a:r>
                        <a:rPr lang="en-US" sz="1400" b="0" i="0" u="none" strike="noStrike" noProof="0">
                          <a:solidFill>
                            <a:srgbClr val="000000"/>
                          </a:solidFill>
                          <a:effectLst/>
                          <a:latin typeface="Aptos"/>
                        </a:rPr>
                        <a:t>The UAS propulsion system shall maintain steady level flight at an altitude of 2m above the ground and can't move faster than 0.5 m/s</a:t>
                      </a:r>
                      <a:endParaRPr lang="en-US"/>
                    </a:p>
                  </a:txBody>
                  <a:tcPr marL="9525" marR="9525" marT="9525"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600" b="0" i="0" u="none" strike="noStrike" noProof="0">
                          <a:effectLst/>
                        </a:rPr>
                        <a:t>The propulsion system must support stable hover and precise thrust adjustments for controlled flight within the specified altitude and speed limits.</a:t>
                      </a:r>
                      <a:endParaRPr lang="en-US" sz="1600"/>
                    </a:p>
                  </a:txBody>
                  <a:tcPr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extLst>
                  <a:ext uri="{0D108BD9-81ED-4DB2-BD59-A6C34878D82A}">
                    <a16:rowId xmlns:a16="http://schemas.microsoft.com/office/drawing/2014/main" val="2224957842"/>
                  </a:ext>
                </a:extLst>
              </a:tr>
            </a:tbl>
          </a:graphicData>
        </a:graphic>
      </p:graphicFrame>
      <p:sp>
        <p:nvSpPr>
          <p:cNvPr id="8" name="Slide Number Placeholder 23">
            <a:extLst>
              <a:ext uri="{FF2B5EF4-FFF2-40B4-BE49-F238E27FC236}">
                <a16:creationId xmlns:a16="http://schemas.microsoft.com/office/drawing/2014/main" id="{6FDA4F81-27F2-8443-324E-F4A662E8BB72}"/>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t>22</a:t>
            </a:fld>
            <a:endParaRPr lang="en-US"/>
          </a:p>
        </p:txBody>
      </p:sp>
      <p:grpSp>
        <p:nvGrpSpPr>
          <p:cNvPr id="10" name="Trade Studies Bar - 1 Propulsion">
            <a:extLst>
              <a:ext uri="{FF2B5EF4-FFF2-40B4-BE49-F238E27FC236}">
                <a16:creationId xmlns:a16="http://schemas.microsoft.com/office/drawing/2014/main" id="{AB68695A-93A0-1434-597A-2031365E202C}"/>
              </a:ext>
            </a:extLst>
          </p:cNvPr>
          <p:cNvGrpSpPr/>
          <p:nvPr/>
        </p:nvGrpSpPr>
        <p:grpSpPr>
          <a:xfrm>
            <a:off x="814349" y="6570022"/>
            <a:ext cx="10563301" cy="276999"/>
            <a:chOff x="790698" y="5902391"/>
            <a:chExt cx="10563301" cy="276999"/>
          </a:xfrm>
        </p:grpSpPr>
        <p:sp>
          <p:nvSpPr>
            <p:cNvPr id="11" name="Segment 0 - Trade Studies">
              <a:extLst>
                <a:ext uri="{FF2B5EF4-FFF2-40B4-BE49-F238E27FC236}">
                  <a16:creationId xmlns:a16="http://schemas.microsoft.com/office/drawing/2014/main" id="{D84FEEC7-9DF9-455A-912C-20BDEDA00F9C}"/>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2" name="Segment 1 - Propulsion">
              <a:extLst>
                <a:ext uri="{FF2B5EF4-FFF2-40B4-BE49-F238E27FC236}">
                  <a16:creationId xmlns:a16="http://schemas.microsoft.com/office/drawing/2014/main" id="{6C1190E6-5EE7-A019-21FE-613A0B2C7DC5}"/>
                </a:ext>
              </a:extLst>
            </p:cNvPr>
            <p:cNvSpPr/>
            <p:nvPr/>
          </p:nvSpPr>
          <p:spPr>
            <a:xfrm>
              <a:off x="268951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Propulsion</a:t>
              </a:r>
            </a:p>
          </p:txBody>
        </p:sp>
        <p:sp>
          <p:nvSpPr>
            <p:cNvPr id="13" name="Segment 2 - Power Systems">
              <a:extLst>
                <a:ext uri="{FF2B5EF4-FFF2-40B4-BE49-F238E27FC236}">
                  <a16:creationId xmlns:a16="http://schemas.microsoft.com/office/drawing/2014/main" id="{F11725D3-8E09-8BBC-D932-A863BFCC5CFE}"/>
                </a:ext>
              </a:extLst>
            </p:cNvPr>
            <p:cNvSpPr/>
            <p:nvPr/>
          </p:nvSpPr>
          <p:spPr>
            <a:xfrm>
              <a:off x="441013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Power Systems</a:t>
              </a:r>
            </a:p>
          </p:txBody>
        </p:sp>
        <p:sp>
          <p:nvSpPr>
            <p:cNvPr id="14" name="Segment 3 - Airframe">
              <a:extLst>
                <a:ext uri="{FF2B5EF4-FFF2-40B4-BE49-F238E27FC236}">
                  <a16:creationId xmlns:a16="http://schemas.microsoft.com/office/drawing/2014/main" id="{6C8C89BD-C3DC-6AD8-26EE-3B9F5DD04EC6}"/>
                </a:ext>
              </a:extLst>
            </p:cNvPr>
            <p:cNvSpPr/>
            <p:nvPr/>
          </p:nvSpPr>
          <p:spPr>
            <a:xfrm>
              <a:off x="613074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Airframe</a:t>
              </a:r>
            </a:p>
          </p:txBody>
        </p:sp>
        <p:sp>
          <p:nvSpPr>
            <p:cNvPr id="15" name="Segment 4 - GNC">
              <a:extLst>
                <a:ext uri="{FF2B5EF4-FFF2-40B4-BE49-F238E27FC236}">
                  <a16:creationId xmlns:a16="http://schemas.microsoft.com/office/drawing/2014/main" id="{15950F19-12D3-78CC-E83F-497292052F96}"/>
                </a:ext>
              </a:extLst>
            </p:cNvPr>
            <p:cNvSpPr/>
            <p:nvPr/>
          </p:nvSpPr>
          <p:spPr>
            <a:xfrm>
              <a:off x="785136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GNC</a:t>
              </a:r>
            </a:p>
          </p:txBody>
        </p:sp>
        <p:sp>
          <p:nvSpPr>
            <p:cNvPr id="16" name="Segment 5 - Avionics">
              <a:extLst>
                <a:ext uri="{FF2B5EF4-FFF2-40B4-BE49-F238E27FC236}">
                  <a16:creationId xmlns:a16="http://schemas.microsoft.com/office/drawing/2014/main" id="{1F427435-E68E-B887-6008-F35D61336B08}"/>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Tree>
    <p:extLst>
      <p:ext uri="{BB962C8B-B14F-4D97-AF65-F5344CB8AC3E}">
        <p14:creationId xmlns:p14="http://schemas.microsoft.com/office/powerpoint/2010/main" val="21540582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244DF-CC3F-BC48-A4AC-E7BBAE90FF3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507090F-E0EB-9FDA-0506-8329DA1F1A7B}"/>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162F4C6D-E4D9-0117-DC0A-4D1D9FFB3BF8}"/>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93DE98EC-EB4E-FDF7-E1D8-BA471400A969}"/>
              </a:ext>
            </a:extLst>
          </p:cNvPr>
          <p:cNvSpPr txBox="1"/>
          <p:nvPr/>
        </p:nvSpPr>
        <p:spPr>
          <a:xfrm>
            <a:off x="1281749" y="368854"/>
            <a:ext cx="9094965" cy="627956"/>
          </a:xfrm>
          <a:prstGeom prst="rect">
            <a:avLst/>
          </a:prstGeom>
          <a:noFill/>
          <a:ln/>
        </p:spPr>
        <p:txBody>
          <a:bodyPr wrap="square" lIns="0" tIns="0" rIns="0" bIns="0" rtlCol="0" anchor="ctr"/>
          <a:lstStyle/>
          <a:p>
            <a:r>
              <a:rPr lang="en-US" sz="2800" b="1" kern="0" spc="100">
                <a:solidFill>
                  <a:srgbClr val="2B2A28"/>
                </a:solidFill>
                <a:latin typeface="Arial"/>
                <a:cs typeface="Arial"/>
              </a:rPr>
              <a:t>Propeller Geometry – Blade Count</a:t>
            </a:r>
            <a:endParaRPr lang="en-US"/>
          </a:p>
        </p:txBody>
      </p:sp>
      <p:sp>
        <p:nvSpPr>
          <p:cNvPr id="5" name="Shape 2">
            <a:extLst>
              <a:ext uri="{FF2B5EF4-FFF2-40B4-BE49-F238E27FC236}">
                <a16:creationId xmlns:a16="http://schemas.microsoft.com/office/drawing/2014/main" id="{ED3DF44E-939C-206A-904C-32664D22007B}"/>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9E61086D-380B-0274-2E27-70D34D599308}"/>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21" name="TextBox 20">
            <a:extLst>
              <a:ext uri="{FF2B5EF4-FFF2-40B4-BE49-F238E27FC236}">
                <a16:creationId xmlns:a16="http://schemas.microsoft.com/office/drawing/2014/main" id="{C7219196-A752-C843-7EC0-E8323D9D2C21}"/>
              </a:ext>
            </a:extLst>
          </p:cNvPr>
          <p:cNvSpPr txBox="1"/>
          <p:nvPr/>
        </p:nvSpPr>
        <p:spPr>
          <a:xfrm>
            <a:off x="454851" y="1364553"/>
            <a:ext cx="4083508"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rial"/>
                <a:ea typeface="+mn-lt"/>
                <a:cs typeface="Arial"/>
              </a:rPr>
              <a:t>• 2 bladed propellers outperform all the other ones in the metrics we most care about(figure of merit, torque and hover efficiency)</a:t>
            </a:r>
            <a:endParaRPr lang="en-US">
              <a:latin typeface="Arial"/>
              <a:cs typeface="Arial"/>
            </a:endParaRPr>
          </a:p>
          <a:p>
            <a:endParaRPr lang="en-US">
              <a:latin typeface="Arial" panose="020B0604020202020204" pitchFamily="34" charset="0"/>
              <a:cs typeface="Arial" panose="020B0604020202020204" pitchFamily="34" charset="0"/>
            </a:endParaRPr>
          </a:p>
          <a:p>
            <a:pPr marL="285750" indent="-285750">
              <a:buFont typeface="Arial"/>
              <a:buChar char="•"/>
            </a:pPr>
            <a:r>
              <a:rPr lang="en-US">
                <a:latin typeface="Arial"/>
                <a:cs typeface="Arial"/>
              </a:rPr>
              <a:t>Most data only tested APC's 2 bladed propellers</a:t>
            </a:r>
            <a:endParaRPr lang="en-US"/>
          </a:p>
          <a:p>
            <a:endParaRPr lang="en-US">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612A46EE-5F78-573D-F3C4-5CDBD484BA3B}"/>
              </a:ext>
            </a:extLst>
          </p:cNvPr>
          <p:cNvPicPr>
            <a:picLocks noChangeAspect="1"/>
          </p:cNvPicPr>
          <p:nvPr/>
        </p:nvPicPr>
        <p:blipFill>
          <a:blip r:embed="rId4"/>
          <a:stretch>
            <a:fillRect/>
          </a:stretch>
        </p:blipFill>
        <p:spPr>
          <a:xfrm>
            <a:off x="4959371" y="992910"/>
            <a:ext cx="7064623" cy="4883728"/>
          </a:xfrm>
          <a:prstGeom prst="rect">
            <a:avLst/>
          </a:prstGeom>
        </p:spPr>
      </p:pic>
      <p:sp>
        <p:nvSpPr>
          <p:cNvPr id="9" name="Slide Number Placeholder 23">
            <a:extLst>
              <a:ext uri="{FF2B5EF4-FFF2-40B4-BE49-F238E27FC236}">
                <a16:creationId xmlns:a16="http://schemas.microsoft.com/office/drawing/2014/main" id="{F9BA6D60-1540-1322-462C-40A380BFF2A4}"/>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t>23</a:t>
            </a:fld>
            <a:endParaRPr lang="en-US"/>
          </a:p>
        </p:txBody>
      </p:sp>
      <p:grpSp>
        <p:nvGrpSpPr>
          <p:cNvPr id="10" name="Trade Studies Bar - 1 Propulsion">
            <a:extLst>
              <a:ext uri="{FF2B5EF4-FFF2-40B4-BE49-F238E27FC236}">
                <a16:creationId xmlns:a16="http://schemas.microsoft.com/office/drawing/2014/main" id="{8648D8F5-B5FE-556D-D6FD-023E81B6541E}"/>
              </a:ext>
            </a:extLst>
          </p:cNvPr>
          <p:cNvGrpSpPr/>
          <p:nvPr/>
        </p:nvGrpSpPr>
        <p:grpSpPr>
          <a:xfrm>
            <a:off x="814349" y="6570022"/>
            <a:ext cx="10563301" cy="276999"/>
            <a:chOff x="790698" y="5902391"/>
            <a:chExt cx="10563301" cy="276999"/>
          </a:xfrm>
        </p:grpSpPr>
        <p:sp>
          <p:nvSpPr>
            <p:cNvPr id="11" name="Segment 0 - Trade Studies">
              <a:extLst>
                <a:ext uri="{FF2B5EF4-FFF2-40B4-BE49-F238E27FC236}">
                  <a16:creationId xmlns:a16="http://schemas.microsoft.com/office/drawing/2014/main" id="{1A549392-7A37-5F87-5D04-7AB2359EC557}"/>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2" name="Segment 1 - Propulsion">
              <a:extLst>
                <a:ext uri="{FF2B5EF4-FFF2-40B4-BE49-F238E27FC236}">
                  <a16:creationId xmlns:a16="http://schemas.microsoft.com/office/drawing/2014/main" id="{96F7B434-BB34-9D1E-6D4F-936D214799F4}"/>
                </a:ext>
              </a:extLst>
            </p:cNvPr>
            <p:cNvSpPr/>
            <p:nvPr/>
          </p:nvSpPr>
          <p:spPr>
            <a:xfrm>
              <a:off x="268951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Propulsion</a:t>
              </a:r>
            </a:p>
          </p:txBody>
        </p:sp>
        <p:sp>
          <p:nvSpPr>
            <p:cNvPr id="13" name="Segment 2 - Power Systems">
              <a:extLst>
                <a:ext uri="{FF2B5EF4-FFF2-40B4-BE49-F238E27FC236}">
                  <a16:creationId xmlns:a16="http://schemas.microsoft.com/office/drawing/2014/main" id="{62CDBA82-776C-435C-408B-C53E816D3FCC}"/>
                </a:ext>
              </a:extLst>
            </p:cNvPr>
            <p:cNvSpPr/>
            <p:nvPr/>
          </p:nvSpPr>
          <p:spPr>
            <a:xfrm>
              <a:off x="441013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Power Systems</a:t>
              </a:r>
            </a:p>
          </p:txBody>
        </p:sp>
        <p:sp>
          <p:nvSpPr>
            <p:cNvPr id="14" name="Segment 3 - Airframe">
              <a:extLst>
                <a:ext uri="{FF2B5EF4-FFF2-40B4-BE49-F238E27FC236}">
                  <a16:creationId xmlns:a16="http://schemas.microsoft.com/office/drawing/2014/main" id="{F327EC52-0D99-87D4-3284-DEE6E40AD1B2}"/>
                </a:ext>
              </a:extLst>
            </p:cNvPr>
            <p:cNvSpPr/>
            <p:nvPr/>
          </p:nvSpPr>
          <p:spPr>
            <a:xfrm>
              <a:off x="613074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Airframe</a:t>
              </a:r>
            </a:p>
          </p:txBody>
        </p:sp>
        <p:sp>
          <p:nvSpPr>
            <p:cNvPr id="15" name="Segment 4 - GNC">
              <a:extLst>
                <a:ext uri="{FF2B5EF4-FFF2-40B4-BE49-F238E27FC236}">
                  <a16:creationId xmlns:a16="http://schemas.microsoft.com/office/drawing/2014/main" id="{FE0397EA-AD71-56E9-0142-6B23FED0C1DC}"/>
                </a:ext>
              </a:extLst>
            </p:cNvPr>
            <p:cNvSpPr/>
            <p:nvPr/>
          </p:nvSpPr>
          <p:spPr>
            <a:xfrm>
              <a:off x="785136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GNC</a:t>
              </a:r>
            </a:p>
          </p:txBody>
        </p:sp>
        <p:sp>
          <p:nvSpPr>
            <p:cNvPr id="16" name="Segment 5 - Avionics">
              <a:extLst>
                <a:ext uri="{FF2B5EF4-FFF2-40B4-BE49-F238E27FC236}">
                  <a16:creationId xmlns:a16="http://schemas.microsoft.com/office/drawing/2014/main" id="{68FCFDC4-676D-AAEF-5941-D76EB45D5C29}"/>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Tree>
    <p:extLst>
      <p:ext uri="{BB962C8B-B14F-4D97-AF65-F5344CB8AC3E}">
        <p14:creationId xmlns:p14="http://schemas.microsoft.com/office/powerpoint/2010/main" val="24030066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DCBC1-51E0-3E80-A193-102C2C6E6ED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3C62415-A5FC-6495-3FAE-6AF90A7A1C62}"/>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AFFF7F26-9264-6EFF-4FE8-5997FB3C02DA}"/>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7E67E815-CD40-C716-7AC4-546F9404007A}"/>
              </a:ext>
            </a:extLst>
          </p:cNvPr>
          <p:cNvSpPr txBox="1"/>
          <p:nvPr/>
        </p:nvSpPr>
        <p:spPr>
          <a:xfrm>
            <a:off x="1281749" y="368854"/>
            <a:ext cx="9094965" cy="627956"/>
          </a:xfrm>
          <a:prstGeom prst="rect">
            <a:avLst/>
          </a:prstGeom>
          <a:noFill/>
          <a:ln/>
        </p:spPr>
        <p:txBody>
          <a:bodyPr wrap="square" lIns="0" tIns="0" rIns="0" bIns="0" rtlCol="0" anchor="ctr"/>
          <a:lstStyle/>
          <a:p>
            <a:r>
              <a:rPr lang="en-US" sz="2800" b="1" kern="0" spc="100">
                <a:solidFill>
                  <a:srgbClr val="2B2A28"/>
                </a:solidFill>
                <a:latin typeface="Arial"/>
                <a:cs typeface="Arial"/>
              </a:rPr>
              <a:t>Propeller Configuration Selection</a:t>
            </a:r>
            <a:endParaRPr lang="en-US"/>
          </a:p>
        </p:txBody>
      </p:sp>
      <p:sp>
        <p:nvSpPr>
          <p:cNvPr id="5" name="Shape 2">
            <a:extLst>
              <a:ext uri="{FF2B5EF4-FFF2-40B4-BE49-F238E27FC236}">
                <a16:creationId xmlns:a16="http://schemas.microsoft.com/office/drawing/2014/main" id="{FA8325FA-F3E5-A8A2-E5F4-1B3675B6CD50}"/>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1F9E5615-5FD4-EE34-4D1F-E0E07B5E3DD3}"/>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pic>
        <p:nvPicPr>
          <p:cNvPr id="12" name="Picture 11">
            <a:extLst>
              <a:ext uri="{FF2B5EF4-FFF2-40B4-BE49-F238E27FC236}">
                <a16:creationId xmlns:a16="http://schemas.microsoft.com/office/drawing/2014/main" id="{5613D860-BA19-0A85-306F-92CE78135418}"/>
              </a:ext>
            </a:extLst>
          </p:cNvPr>
          <p:cNvPicPr>
            <a:picLocks noChangeAspect="1"/>
          </p:cNvPicPr>
          <p:nvPr/>
        </p:nvPicPr>
        <p:blipFill>
          <a:blip r:embed="rId4"/>
          <a:stretch>
            <a:fillRect/>
          </a:stretch>
        </p:blipFill>
        <p:spPr>
          <a:xfrm>
            <a:off x="151500" y="1188611"/>
            <a:ext cx="4721020" cy="3140711"/>
          </a:xfrm>
          <a:prstGeom prst="rect">
            <a:avLst/>
          </a:prstGeom>
        </p:spPr>
      </p:pic>
      <p:pic>
        <p:nvPicPr>
          <p:cNvPr id="14" name="Picture 13">
            <a:extLst>
              <a:ext uri="{FF2B5EF4-FFF2-40B4-BE49-F238E27FC236}">
                <a16:creationId xmlns:a16="http://schemas.microsoft.com/office/drawing/2014/main" id="{404F00E8-9337-1A41-6E86-77AFA7A1B4A2}"/>
              </a:ext>
            </a:extLst>
          </p:cNvPr>
          <p:cNvPicPr>
            <a:picLocks noChangeAspect="1"/>
          </p:cNvPicPr>
          <p:nvPr/>
        </p:nvPicPr>
        <p:blipFill>
          <a:blip r:embed="rId5"/>
          <a:stretch>
            <a:fillRect/>
          </a:stretch>
        </p:blipFill>
        <p:spPr>
          <a:xfrm>
            <a:off x="4973051" y="1188982"/>
            <a:ext cx="4446505" cy="3139967"/>
          </a:xfrm>
          <a:prstGeom prst="rect">
            <a:avLst/>
          </a:prstGeom>
        </p:spPr>
      </p:pic>
      <p:pic>
        <p:nvPicPr>
          <p:cNvPr id="19" name="Picture 18">
            <a:extLst>
              <a:ext uri="{FF2B5EF4-FFF2-40B4-BE49-F238E27FC236}">
                <a16:creationId xmlns:a16="http://schemas.microsoft.com/office/drawing/2014/main" id="{BAD28F4B-A5A0-3765-F26B-1FFE70725DBE}"/>
              </a:ext>
            </a:extLst>
          </p:cNvPr>
          <p:cNvPicPr>
            <a:picLocks noChangeAspect="1"/>
          </p:cNvPicPr>
          <p:nvPr/>
        </p:nvPicPr>
        <p:blipFill>
          <a:blip r:embed="rId6"/>
          <a:stretch>
            <a:fillRect/>
          </a:stretch>
        </p:blipFill>
        <p:spPr>
          <a:xfrm>
            <a:off x="1282590" y="4392701"/>
            <a:ext cx="2354975" cy="874987"/>
          </a:xfrm>
          <a:prstGeom prst="rect">
            <a:avLst/>
          </a:prstGeom>
        </p:spPr>
      </p:pic>
      <p:pic>
        <p:nvPicPr>
          <p:cNvPr id="20" name="Picture 19">
            <a:extLst>
              <a:ext uri="{FF2B5EF4-FFF2-40B4-BE49-F238E27FC236}">
                <a16:creationId xmlns:a16="http://schemas.microsoft.com/office/drawing/2014/main" id="{C98AE7FE-8A21-83FD-7F0B-F05EE35DE777}"/>
              </a:ext>
            </a:extLst>
          </p:cNvPr>
          <p:cNvPicPr>
            <a:picLocks noChangeAspect="1"/>
          </p:cNvPicPr>
          <p:nvPr/>
        </p:nvPicPr>
        <p:blipFill>
          <a:blip r:embed="rId7"/>
          <a:stretch>
            <a:fillRect/>
          </a:stretch>
        </p:blipFill>
        <p:spPr>
          <a:xfrm>
            <a:off x="5631960" y="4510514"/>
            <a:ext cx="3135368" cy="692370"/>
          </a:xfrm>
          <a:prstGeom prst="rect">
            <a:avLst/>
          </a:prstGeom>
        </p:spPr>
      </p:pic>
      <p:sp>
        <p:nvSpPr>
          <p:cNvPr id="21" name="TextBox 20">
            <a:extLst>
              <a:ext uri="{FF2B5EF4-FFF2-40B4-BE49-F238E27FC236}">
                <a16:creationId xmlns:a16="http://schemas.microsoft.com/office/drawing/2014/main" id="{EFBC574C-5C36-F189-EA5F-7D5F14B0C781}"/>
              </a:ext>
            </a:extLst>
          </p:cNvPr>
          <p:cNvSpPr txBox="1"/>
          <p:nvPr/>
        </p:nvSpPr>
        <p:spPr>
          <a:xfrm>
            <a:off x="466396" y="5181194"/>
            <a:ext cx="10733689"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rial" panose="020B0604020202020204" pitchFamily="34" charset="0"/>
                <a:ea typeface="+mn-lt"/>
                <a:cs typeface="Arial" panose="020B0604020202020204" pitchFamily="34" charset="0"/>
              </a:rPr>
              <a:t>• </a:t>
            </a:r>
            <a:r>
              <a:rPr lang="en-US" b="1">
                <a:latin typeface="Arial" panose="020B0604020202020204" pitchFamily="34" charset="0"/>
                <a:ea typeface="+mn-lt"/>
                <a:cs typeface="Arial" panose="020B0604020202020204" pitchFamily="34" charset="0"/>
              </a:rPr>
              <a:t>Assumptions</a:t>
            </a:r>
            <a:r>
              <a:rPr lang="en-US">
                <a:latin typeface="Arial" panose="020B0604020202020204" pitchFamily="34" charset="0"/>
                <a:ea typeface="+mn-lt"/>
                <a:cs typeface="Arial" panose="020B0604020202020204" pitchFamily="34" charset="0"/>
              </a:rPr>
              <a:t>: 8 </a:t>
            </a:r>
            <a:r>
              <a:rPr lang="en-US" err="1">
                <a:latin typeface="Arial" panose="020B0604020202020204" pitchFamily="34" charset="0"/>
                <a:ea typeface="+mn-lt"/>
                <a:cs typeface="Arial" panose="020B0604020202020204" pitchFamily="34" charset="0"/>
              </a:rPr>
              <a:t>lb</a:t>
            </a:r>
            <a:r>
              <a:rPr lang="en-US">
                <a:latin typeface="Arial" panose="020B0604020202020204" pitchFamily="34" charset="0"/>
                <a:ea typeface="+mn-lt"/>
                <a:cs typeface="Arial" panose="020B0604020202020204" pitchFamily="34" charset="0"/>
              </a:rPr>
              <a:t> total weight, four rotors, 7-inch propellers, and static performance data interpolated to the hover condition.</a:t>
            </a:r>
          </a:p>
          <a:p>
            <a:r>
              <a:rPr lang="en-US">
                <a:latin typeface="Arial" panose="020B0604020202020204" pitchFamily="34" charset="0"/>
                <a:ea typeface="+mn-lt"/>
                <a:cs typeface="Arial" panose="020B0604020202020204" pitchFamily="34" charset="0"/>
              </a:rPr>
              <a:t>• The 7×3.8WSF leads both plotted metrics: 2.19 thrust-to-weight at Mach 0.5 tip speed and 6.25 g/W at hover.</a:t>
            </a:r>
            <a:endParaRPr lang="en-US">
              <a:latin typeface="Arial" panose="020B0604020202020204" pitchFamily="34" charset="0"/>
              <a:cs typeface="Arial" panose="020B0604020202020204" pitchFamily="34" charset="0"/>
            </a:endParaRPr>
          </a:p>
          <a:p>
            <a:endParaRPr lang="en-US">
              <a:latin typeface="Arial" panose="020B0604020202020204" pitchFamily="34" charset="0"/>
              <a:cs typeface="Arial" panose="020B0604020202020204" pitchFamily="34" charset="0"/>
            </a:endParaRPr>
          </a:p>
        </p:txBody>
      </p:sp>
      <p:pic>
        <p:nvPicPr>
          <p:cNvPr id="22" name="Picture 21">
            <a:extLst>
              <a:ext uri="{FF2B5EF4-FFF2-40B4-BE49-F238E27FC236}">
                <a16:creationId xmlns:a16="http://schemas.microsoft.com/office/drawing/2014/main" id="{868901B1-F471-51A4-F4BE-F7EF7B82E680}"/>
              </a:ext>
            </a:extLst>
          </p:cNvPr>
          <p:cNvPicPr>
            <a:picLocks noChangeAspect="1"/>
          </p:cNvPicPr>
          <p:nvPr/>
        </p:nvPicPr>
        <p:blipFill>
          <a:blip r:embed="rId8"/>
          <a:stretch>
            <a:fillRect/>
          </a:stretch>
        </p:blipFill>
        <p:spPr>
          <a:xfrm>
            <a:off x="9732579" y="1855896"/>
            <a:ext cx="2133600" cy="1438275"/>
          </a:xfrm>
          <a:prstGeom prst="rect">
            <a:avLst/>
          </a:prstGeom>
        </p:spPr>
      </p:pic>
      <p:sp>
        <p:nvSpPr>
          <p:cNvPr id="8" name="TextBox 7">
            <a:extLst>
              <a:ext uri="{FF2B5EF4-FFF2-40B4-BE49-F238E27FC236}">
                <a16:creationId xmlns:a16="http://schemas.microsoft.com/office/drawing/2014/main" id="{B8FD6082-F576-6E83-3785-78DF2EDD06B1}"/>
              </a:ext>
            </a:extLst>
          </p:cNvPr>
          <p:cNvSpPr txBox="1"/>
          <p:nvPr/>
        </p:nvSpPr>
        <p:spPr>
          <a:xfrm>
            <a:off x="1663148" y="4240695"/>
            <a:ext cx="310100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Configurations</a:t>
            </a:r>
          </a:p>
        </p:txBody>
      </p:sp>
      <p:sp>
        <p:nvSpPr>
          <p:cNvPr id="9" name="TextBox 8">
            <a:extLst>
              <a:ext uri="{FF2B5EF4-FFF2-40B4-BE49-F238E27FC236}">
                <a16:creationId xmlns:a16="http://schemas.microsoft.com/office/drawing/2014/main" id="{95A40FE5-AAF2-A080-4041-5FAA7D4784AC}"/>
              </a:ext>
            </a:extLst>
          </p:cNvPr>
          <p:cNvSpPr txBox="1"/>
          <p:nvPr/>
        </p:nvSpPr>
        <p:spPr>
          <a:xfrm>
            <a:off x="6321286" y="4240694"/>
            <a:ext cx="310100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Configurations</a:t>
            </a:r>
          </a:p>
        </p:txBody>
      </p:sp>
      <p:sp>
        <p:nvSpPr>
          <p:cNvPr id="10" name="Slide Number Placeholder 23">
            <a:extLst>
              <a:ext uri="{FF2B5EF4-FFF2-40B4-BE49-F238E27FC236}">
                <a16:creationId xmlns:a16="http://schemas.microsoft.com/office/drawing/2014/main" id="{26D816F1-959A-6E8E-0144-412C3B945F5D}"/>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t>24</a:t>
            </a:fld>
            <a:endParaRPr lang="en-US"/>
          </a:p>
        </p:txBody>
      </p:sp>
      <p:grpSp>
        <p:nvGrpSpPr>
          <p:cNvPr id="11" name="Trade Studies Bar - 1 Propulsion">
            <a:extLst>
              <a:ext uri="{FF2B5EF4-FFF2-40B4-BE49-F238E27FC236}">
                <a16:creationId xmlns:a16="http://schemas.microsoft.com/office/drawing/2014/main" id="{FB94508A-9EE8-7029-1381-344F632EDCFC}"/>
              </a:ext>
            </a:extLst>
          </p:cNvPr>
          <p:cNvGrpSpPr/>
          <p:nvPr/>
        </p:nvGrpSpPr>
        <p:grpSpPr>
          <a:xfrm>
            <a:off x="814349" y="6570022"/>
            <a:ext cx="10563301" cy="276999"/>
            <a:chOff x="790698" y="5902391"/>
            <a:chExt cx="10563301" cy="276999"/>
          </a:xfrm>
        </p:grpSpPr>
        <p:sp>
          <p:nvSpPr>
            <p:cNvPr id="13" name="Segment 0 - Trade Studies">
              <a:extLst>
                <a:ext uri="{FF2B5EF4-FFF2-40B4-BE49-F238E27FC236}">
                  <a16:creationId xmlns:a16="http://schemas.microsoft.com/office/drawing/2014/main" id="{6AA70B14-75CE-FDBD-767B-FC34AEAF7E0B}"/>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5" name="Segment 1 - Propulsion">
              <a:extLst>
                <a:ext uri="{FF2B5EF4-FFF2-40B4-BE49-F238E27FC236}">
                  <a16:creationId xmlns:a16="http://schemas.microsoft.com/office/drawing/2014/main" id="{605B0170-ECEE-8CD2-BF58-6918817928FA}"/>
                </a:ext>
              </a:extLst>
            </p:cNvPr>
            <p:cNvSpPr/>
            <p:nvPr/>
          </p:nvSpPr>
          <p:spPr>
            <a:xfrm>
              <a:off x="268951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Propulsion</a:t>
              </a:r>
            </a:p>
          </p:txBody>
        </p:sp>
        <p:sp>
          <p:nvSpPr>
            <p:cNvPr id="16" name="Segment 2 - Power Systems">
              <a:extLst>
                <a:ext uri="{FF2B5EF4-FFF2-40B4-BE49-F238E27FC236}">
                  <a16:creationId xmlns:a16="http://schemas.microsoft.com/office/drawing/2014/main" id="{0B4D2BE5-22F6-34ED-4CFD-EB1401AAC404}"/>
                </a:ext>
              </a:extLst>
            </p:cNvPr>
            <p:cNvSpPr/>
            <p:nvPr/>
          </p:nvSpPr>
          <p:spPr>
            <a:xfrm>
              <a:off x="441013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Power Systems</a:t>
              </a:r>
            </a:p>
          </p:txBody>
        </p:sp>
        <p:sp>
          <p:nvSpPr>
            <p:cNvPr id="17" name="Segment 3 - Airframe">
              <a:extLst>
                <a:ext uri="{FF2B5EF4-FFF2-40B4-BE49-F238E27FC236}">
                  <a16:creationId xmlns:a16="http://schemas.microsoft.com/office/drawing/2014/main" id="{7F60A003-3171-3383-7766-82E441D2DB3E}"/>
                </a:ext>
              </a:extLst>
            </p:cNvPr>
            <p:cNvSpPr/>
            <p:nvPr/>
          </p:nvSpPr>
          <p:spPr>
            <a:xfrm>
              <a:off x="613074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Airframe</a:t>
              </a:r>
            </a:p>
          </p:txBody>
        </p:sp>
        <p:sp>
          <p:nvSpPr>
            <p:cNvPr id="18" name="Segment 4 - GNC">
              <a:extLst>
                <a:ext uri="{FF2B5EF4-FFF2-40B4-BE49-F238E27FC236}">
                  <a16:creationId xmlns:a16="http://schemas.microsoft.com/office/drawing/2014/main" id="{114B0171-0448-AA50-0A91-D3866F0FAF5A}"/>
                </a:ext>
              </a:extLst>
            </p:cNvPr>
            <p:cNvSpPr/>
            <p:nvPr/>
          </p:nvSpPr>
          <p:spPr>
            <a:xfrm>
              <a:off x="785136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GNC</a:t>
              </a:r>
            </a:p>
          </p:txBody>
        </p:sp>
        <p:sp>
          <p:nvSpPr>
            <p:cNvPr id="23" name="Segment 5 - Avionics">
              <a:extLst>
                <a:ext uri="{FF2B5EF4-FFF2-40B4-BE49-F238E27FC236}">
                  <a16:creationId xmlns:a16="http://schemas.microsoft.com/office/drawing/2014/main" id="{8471D21F-F605-35FA-92E0-64CA39940D54}"/>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Tree>
    <p:extLst>
      <p:ext uri="{BB962C8B-B14F-4D97-AF65-F5344CB8AC3E}">
        <p14:creationId xmlns:p14="http://schemas.microsoft.com/office/powerpoint/2010/main" val="17742680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ADF513B-3064-7163-1D8C-5A24DDB00C8B}"/>
              </a:ext>
            </a:extLst>
          </p:cNvPr>
          <p:cNvPicPr>
            <a:picLocks noChangeAspect="1"/>
          </p:cNvPicPr>
          <p:nvPr/>
        </p:nvPicPr>
        <p:blipFill>
          <a:blip r:embed="rId2"/>
          <a:stretch>
            <a:fillRect/>
          </a:stretch>
        </p:blipFill>
        <p:spPr>
          <a:xfrm>
            <a:off x="0" y="-754"/>
            <a:ext cx="12192000" cy="973714"/>
          </a:xfrm>
          <a:prstGeom prst="rect">
            <a:avLst/>
          </a:prstGeom>
        </p:spPr>
      </p:pic>
      <p:pic>
        <p:nvPicPr>
          <p:cNvPr id="3" name="Picture 2">
            <a:extLst>
              <a:ext uri="{FF2B5EF4-FFF2-40B4-BE49-F238E27FC236}">
                <a16:creationId xmlns:a16="http://schemas.microsoft.com/office/drawing/2014/main" id="{3636CA82-8D1A-AB31-1D41-4046F4AC921E}"/>
              </a:ext>
            </a:extLst>
          </p:cNvPr>
          <p:cNvPicPr>
            <a:picLocks noChangeAspect="1"/>
          </p:cNvPicPr>
          <p:nvPr/>
        </p:nvPicPr>
        <p:blipFill>
          <a:blip r:embed="rId3"/>
          <a:stretch>
            <a:fillRect/>
          </a:stretch>
        </p:blipFill>
        <p:spPr>
          <a:xfrm>
            <a:off x="1129862" y="1249910"/>
            <a:ext cx="9295086" cy="2545145"/>
          </a:xfrm>
          <a:prstGeom prst="rect">
            <a:avLst/>
          </a:prstGeom>
        </p:spPr>
      </p:pic>
      <p:sp>
        <p:nvSpPr>
          <p:cNvPr id="4" name="TextBox 3">
            <a:extLst>
              <a:ext uri="{FF2B5EF4-FFF2-40B4-BE49-F238E27FC236}">
                <a16:creationId xmlns:a16="http://schemas.microsoft.com/office/drawing/2014/main" id="{833C3BC1-47C6-BC92-0576-C1F66362DC13}"/>
              </a:ext>
            </a:extLst>
          </p:cNvPr>
          <p:cNvSpPr txBox="1"/>
          <p:nvPr/>
        </p:nvSpPr>
        <p:spPr>
          <a:xfrm>
            <a:off x="1129862" y="4348655"/>
            <a:ext cx="9288517"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b="1">
                <a:latin typeface="Arial" panose="020B0604020202020204" pitchFamily="34" charset="0"/>
                <a:cs typeface="Arial" panose="020B0604020202020204" pitchFamily="34" charset="0"/>
              </a:rPr>
              <a:t>Priority:</a:t>
            </a:r>
            <a:r>
              <a:rPr lang="en-US">
                <a:latin typeface="Arial" panose="020B0604020202020204" pitchFamily="34" charset="0"/>
                <a:cs typeface="Arial" panose="020B0604020202020204" pitchFamily="34" charset="0"/>
              </a:rPr>
              <a:t> Thrust and hover power loading (70% combined)</a:t>
            </a:r>
          </a:p>
          <a:p>
            <a:pPr marL="228600" indent="-228600">
              <a:buFont typeface=""/>
              <a:buChar char="•"/>
            </a:pPr>
            <a:r>
              <a:rPr lang="en-US" b="1">
                <a:latin typeface="Arial" panose="020B0604020202020204" pitchFamily="34" charset="0"/>
                <a:cs typeface="Arial" panose="020B0604020202020204" pitchFamily="34" charset="0"/>
              </a:rPr>
              <a:t>Top choice:</a:t>
            </a:r>
            <a:r>
              <a:rPr lang="en-US">
                <a:latin typeface="Arial" panose="020B0604020202020204" pitchFamily="34" charset="0"/>
                <a:cs typeface="Arial" panose="020B0604020202020204" pitchFamily="34" charset="0"/>
              </a:rPr>
              <a:t> 7×3.8WSF - 9.55/10</a:t>
            </a:r>
          </a:p>
          <a:p>
            <a:pPr marL="228600" indent="-228600">
              <a:buFont typeface=""/>
              <a:buChar char="•"/>
            </a:pPr>
            <a:r>
              <a:rPr lang="en-US" b="1">
                <a:latin typeface="Arial" panose="020B0604020202020204" pitchFamily="34" charset="0"/>
                <a:cs typeface="Arial" panose="020B0604020202020204" pitchFamily="34" charset="0"/>
              </a:rPr>
              <a:t>Runner-up:</a:t>
            </a:r>
            <a:r>
              <a:rPr lang="en-US">
                <a:latin typeface="Arial" panose="020B0604020202020204" pitchFamily="34" charset="0"/>
                <a:cs typeface="Arial" panose="020B0604020202020204" pitchFamily="34" charset="0"/>
              </a:rPr>
              <a:t> 7×6SF - 8.36/10</a:t>
            </a:r>
          </a:p>
          <a:p>
            <a:pPr marL="228600" indent="-228600">
              <a:buFont typeface=""/>
              <a:buChar char="•"/>
            </a:pPr>
            <a:r>
              <a:rPr lang="en-US" b="1">
                <a:latin typeface="Arial" panose="020B0604020202020204" pitchFamily="34" charset="0"/>
                <a:cs typeface="Arial" panose="020B0604020202020204" pitchFamily="34" charset="0"/>
              </a:rPr>
              <a:t>Next step:</a:t>
            </a:r>
            <a:r>
              <a:rPr lang="en-US">
                <a:latin typeface="Arial" panose="020B0604020202020204" pitchFamily="34" charset="0"/>
                <a:cs typeface="Arial" panose="020B0604020202020204" pitchFamily="34" charset="0"/>
              </a:rPr>
              <a:t> Create CAD Models to be able to 3D Print chosen Materials</a:t>
            </a:r>
          </a:p>
          <a:p>
            <a:pPr algn="ctr"/>
            <a:endParaRPr lang="en-US">
              <a:latin typeface="Arial" panose="020B0604020202020204" pitchFamily="34" charset="0"/>
              <a:cs typeface="Arial" panose="020B0604020202020204" pitchFamily="34" charset="0"/>
            </a:endParaRPr>
          </a:p>
        </p:txBody>
      </p:sp>
      <p:sp>
        <p:nvSpPr>
          <p:cNvPr id="6" name="Slide Number Placeholder 23">
            <a:extLst>
              <a:ext uri="{FF2B5EF4-FFF2-40B4-BE49-F238E27FC236}">
                <a16:creationId xmlns:a16="http://schemas.microsoft.com/office/drawing/2014/main" id="{99F690B5-8A6C-378A-83A7-A1C6492406B1}"/>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t>25</a:t>
            </a:fld>
            <a:endParaRPr lang="en-US"/>
          </a:p>
        </p:txBody>
      </p:sp>
      <p:grpSp>
        <p:nvGrpSpPr>
          <p:cNvPr id="7" name="Trade Studies Bar - 1 Propulsion">
            <a:extLst>
              <a:ext uri="{FF2B5EF4-FFF2-40B4-BE49-F238E27FC236}">
                <a16:creationId xmlns:a16="http://schemas.microsoft.com/office/drawing/2014/main" id="{1B0FDF0D-F085-73AB-F191-2C16D7C801B5}"/>
              </a:ext>
            </a:extLst>
          </p:cNvPr>
          <p:cNvGrpSpPr/>
          <p:nvPr/>
        </p:nvGrpSpPr>
        <p:grpSpPr>
          <a:xfrm>
            <a:off x="814349" y="6570022"/>
            <a:ext cx="10563301" cy="276999"/>
            <a:chOff x="790698" y="5902391"/>
            <a:chExt cx="10563301" cy="276999"/>
          </a:xfrm>
        </p:grpSpPr>
        <p:sp>
          <p:nvSpPr>
            <p:cNvPr id="8" name="Segment 0 - Trade Studies">
              <a:extLst>
                <a:ext uri="{FF2B5EF4-FFF2-40B4-BE49-F238E27FC236}">
                  <a16:creationId xmlns:a16="http://schemas.microsoft.com/office/drawing/2014/main" id="{67F93F59-77EB-27E3-A488-0EA5BF93C543}"/>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9" name="Segment 1 - Propulsion">
              <a:extLst>
                <a:ext uri="{FF2B5EF4-FFF2-40B4-BE49-F238E27FC236}">
                  <a16:creationId xmlns:a16="http://schemas.microsoft.com/office/drawing/2014/main" id="{749C8AB8-3C46-47C3-37CA-B6D24531B31A}"/>
                </a:ext>
              </a:extLst>
            </p:cNvPr>
            <p:cNvSpPr/>
            <p:nvPr/>
          </p:nvSpPr>
          <p:spPr>
            <a:xfrm>
              <a:off x="268951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Propulsion</a:t>
              </a:r>
            </a:p>
          </p:txBody>
        </p:sp>
        <p:sp>
          <p:nvSpPr>
            <p:cNvPr id="10" name="Segment 2 - Power Systems">
              <a:extLst>
                <a:ext uri="{FF2B5EF4-FFF2-40B4-BE49-F238E27FC236}">
                  <a16:creationId xmlns:a16="http://schemas.microsoft.com/office/drawing/2014/main" id="{53E260B7-3D46-B007-353C-7B4DCA1F070D}"/>
                </a:ext>
              </a:extLst>
            </p:cNvPr>
            <p:cNvSpPr/>
            <p:nvPr/>
          </p:nvSpPr>
          <p:spPr>
            <a:xfrm>
              <a:off x="441013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Power Systems</a:t>
              </a:r>
            </a:p>
          </p:txBody>
        </p:sp>
        <p:sp>
          <p:nvSpPr>
            <p:cNvPr id="11" name="Segment 3 - Airframe">
              <a:extLst>
                <a:ext uri="{FF2B5EF4-FFF2-40B4-BE49-F238E27FC236}">
                  <a16:creationId xmlns:a16="http://schemas.microsoft.com/office/drawing/2014/main" id="{55E11DD8-4A56-4C3C-D0F6-D8F39EFD35CB}"/>
                </a:ext>
              </a:extLst>
            </p:cNvPr>
            <p:cNvSpPr/>
            <p:nvPr/>
          </p:nvSpPr>
          <p:spPr>
            <a:xfrm>
              <a:off x="613074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Airframe</a:t>
              </a:r>
            </a:p>
          </p:txBody>
        </p:sp>
        <p:sp>
          <p:nvSpPr>
            <p:cNvPr id="12" name="Segment 4 - GNC">
              <a:extLst>
                <a:ext uri="{FF2B5EF4-FFF2-40B4-BE49-F238E27FC236}">
                  <a16:creationId xmlns:a16="http://schemas.microsoft.com/office/drawing/2014/main" id="{0376A6A6-E0DC-09CC-577A-70BED3D55438}"/>
                </a:ext>
              </a:extLst>
            </p:cNvPr>
            <p:cNvSpPr/>
            <p:nvPr/>
          </p:nvSpPr>
          <p:spPr>
            <a:xfrm>
              <a:off x="785136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GNC</a:t>
              </a:r>
            </a:p>
          </p:txBody>
        </p:sp>
        <p:sp>
          <p:nvSpPr>
            <p:cNvPr id="13" name="Segment 5 - Avionics">
              <a:extLst>
                <a:ext uri="{FF2B5EF4-FFF2-40B4-BE49-F238E27FC236}">
                  <a16:creationId xmlns:a16="http://schemas.microsoft.com/office/drawing/2014/main" id="{818E2601-E470-7486-01B4-89EA7DC78297}"/>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Tree>
    <p:extLst>
      <p:ext uri="{BB962C8B-B14F-4D97-AF65-F5344CB8AC3E}">
        <p14:creationId xmlns:p14="http://schemas.microsoft.com/office/powerpoint/2010/main" val="37249962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2BA2D-1B8E-09A4-AADE-C59E9FE0995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0FB82CD-E5FA-88B6-3666-9E2A2D640680}"/>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FB7373E5-3F84-3100-F4C3-2CCCA1D7B1AE}"/>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40C7B431-DBA7-02F5-0904-8036315A7932}"/>
              </a:ext>
            </a:extLst>
          </p:cNvPr>
          <p:cNvSpPr txBox="1"/>
          <p:nvPr/>
        </p:nvSpPr>
        <p:spPr>
          <a:xfrm>
            <a:off x="1281748" y="353648"/>
            <a:ext cx="7680960" cy="658368"/>
          </a:xfrm>
          <a:prstGeom prst="rect">
            <a:avLst/>
          </a:prstGeom>
          <a:noFill/>
          <a:ln/>
        </p:spPr>
        <p:txBody>
          <a:bodyPr wrap="square" lIns="0" tIns="0" rIns="0" bIns="0" rtlCol="0" anchor="ctr"/>
          <a:lstStyle/>
          <a:p>
            <a:r>
              <a:rPr lang="en-US" sz="2800" b="1" kern="0" spc="100">
                <a:solidFill>
                  <a:srgbClr val="2B2A28"/>
                </a:solidFill>
                <a:latin typeface="Arial"/>
                <a:ea typeface="Calibri"/>
                <a:cs typeface="Arial"/>
              </a:rPr>
              <a:t>Propeller Material Selection</a:t>
            </a:r>
            <a:endParaRPr lang="en-US"/>
          </a:p>
        </p:txBody>
      </p:sp>
      <p:sp>
        <p:nvSpPr>
          <p:cNvPr id="5" name="Shape 2">
            <a:extLst>
              <a:ext uri="{FF2B5EF4-FFF2-40B4-BE49-F238E27FC236}">
                <a16:creationId xmlns:a16="http://schemas.microsoft.com/office/drawing/2014/main" id="{6974750C-056C-7C98-326D-250D452EA807}"/>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255FB3D4-F6BC-3F9B-E7EF-1309ED0367A7}"/>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7" name="Text 4">
            <a:extLst>
              <a:ext uri="{FF2B5EF4-FFF2-40B4-BE49-F238E27FC236}">
                <a16:creationId xmlns:a16="http://schemas.microsoft.com/office/drawing/2014/main" id="{9758B91E-EEAA-E87B-A896-5DF1749AE8A5}"/>
              </a:ext>
            </a:extLst>
          </p:cNvPr>
          <p:cNvSpPr txBox="1"/>
          <p:nvPr/>
        </p:nvSpPr>
        <p:spPr>
          <a:xfrm>
            <a:off x="458788" y="1554480"/>
            <a:ext cx="10914827" cy="1078554"/>
          </a:xfrm>
          <a:prstGeom prst="rect">
            <a:avLst/>
          </a:prstGeom>
          <a:noFill/>
          <a:ln>
            <a:solidFill>
              <a:schemeClr val="bg1"/>
            </a:solidFill>
          </a:ln>
        </p:spPr>
        <p:txBody>
          <a:bodyPr wrap="square" lIns="0" tIns="0" rIns="0" bIns="0" rtlCol="0" anchor="t"/>
          <a:lstStyle/>
          <a:p>
            <a:pPr marL="171450" indent="-171450">
              <a:lnSpc>
                <a:spcPct val="105000"/>
              </a:lnSpc>
              <a:spcAft>
                <a:spcPts val="600"/>
              </a:spcAft>
              <a:buSzPct val="100000"/>
              <a:buFont typeface="Arial"/>
              <a:buChar char="•"/>
            </a:pPr>
            <a:r>
              <a:rPr lang="en-US" sz="1200">
                <a:latin typeface="Arial"/>
                <a:ea typeface="Calibri"/>
                <a:cs typeface="Arial"/>
              </a:rPr>
              <a:t>The main driver for the selection of these materials is the method of manufacturing/procurement.</a:t>
            </a:r>
          </a:p>
          <a:p>
            <a:pPr marL="628650" lvl="1" indent="-171450">
              <a:lnSpc>
                <a:spcPct val="105000"/>
              </a:lnSpc>
              <a:spcAft>
                <a:spcPts val="600"/>
              </a:spcAft>
              <a:buSzPct val="100000"/>
              <a:buFont typeface="Courier New"/>
              <a:buChar char="o"/>
            </a:pPr>
            <a:r>
              <a:rPr lang="en-US" sz="1200">
                <a:latin typeface="Arial"/>
                <a:ea typeface="Calibri"/>
                <a:cs typeface="Arial"/>
              </a:rPr>
              <a:t>Some materials are only practically available COTS</a:t>
            </a:r>
          </a:p>
          <a:p>
            <a:pPr marL="628650" lvl="1" indent="-171450">
              <a:lnSpc>
                <a:spcPct val="105000"/>
              </a:lnSpc>
              <a:spcAft>
                <a:spcPts val="600"/>
              </a:spcAft>
              <a:buSzPct val="100000"/>
              <a:buFont typeface="Courier New"/>
              <a:buChar char="o"/>
            </a:pPr>
            <a:r>
              <a:rPr lang="en-US" sz="1200">
                <a:latin typeface="Arial"/>
                <a:ea typeface="Calibri"/>
                <a:cs typeface="Arial"/>
              </a:rPr>
              <a:t>Other materials can be 3d printed if we want our own geometry</a:t>
            </a:r>
          </a:p>
          <a:p>
            <a:pPr marL="628650" lvl="1" indent="-171450">
              <a:lnSpc>
                <a:spcPct val="105000"/>
              </a:lnSpc>
              <a:spcAft>
                <a:spcPts val="600"/>
              </a:spcAft>
              <a:buSzPct val="100000"/>
              <a:buFont typeface="Courier New"/>
              <a:buChar char="o"/>
            </a:pPr>
            <a:r>
              <a:rPr lang="en-US" sz="1200">
                <a:latin typeface="Arial"/>
                <a:ea typeface="Calibri"/>
                <a:cs typeface="Arial"/>
              </a:rPr>
              <a:t>We ignore other methods of manufacturing (i.e. injection molding) due to the increases in complexity and risk.</a:t>
            </a:r>
          </a:p>
          <a:p>
            <a:pPr marL="171450" indent="-171450">
              <a:lnSpc>
                <a:spcPct val="105000"/>
              </a:lnSpc>
              <a:spcAft>
                <a:spcPts val="600"/>
              </a:spcAft>
              <a:buSzPct val="100000"/>
              <a:buFont typeface="Arial"/>
              <a:buChar char="•"/>
            </a:pPr>
            <a:endParaRPr lang="en-US" sz="1200">
              <a:latin typeface="Arial"/>
              <a:ea typeface="Calibri"/>
              <a:cs typeface="Arial"/>
            </a:endParaRPr>
          </a:p>
        </p:txBody>
      </p:sp>
      <p:sp>
        <p:nvSpPr>
          <p:cNvPr id="10" name="Text 4">
            <a:extLst>
              <a:ext uri="{FF2B5EF4-FFF2-40B4-BE49-F238E27FC236}">
                <a16:creationId xmlns:a16="http://schemas.microsoft.com/office/drawing/2014/main" id="{3CC24222-9A30-AF89-C257-AA59DB7EB5B5}"/>
              </a:ext>
            </a:extLst>
          </p:cNvPr>
          <p:cNvSpPr txBox="1"/>
          <p:nvPr/>
        </p:nvSpPr>
        <p:spPr>
          <a:xfrm>
            <a:off x="448827" y="4946126"/>
            <a:ext cx="10914827" cy="1078554"/>
          </a:xfrm>
          <a:prstGeom prst="rect">
            <a:avLst/>
          </a:prstGeom>
          <a:noFill/>
          <a:ln>
            <a:solidFill>
              <a:schemeClr val="bg1"/>
            </a:solidFill>
          </a:ln>
        </p:spPr>
        <p:txBody>
          <a:bodyPr wrap="square" lIns="0" tIns="0" rIns="0" bIns="0" rtlCol="0" anchor="t"/>
          <a:lstStyle/>
          <a:p>
            <a:pPr marL="171450" indent="-171450">
              <a:lnSpc>
                <a:spcPct val="105000"/>
              </a:lnSpc>
              <a:spcAft>
                <a:spcPts val="600"/>
              </a:spcAft>
              <a:buSzPct val="100000"/>
              <a:buFont typeface="Arial"/>
              <a:buChar char="•"/>
            </a:pPr>
            <a:r>
              <a:rPr lang="en-US" sz="1200">
                <a:latin typeface="Arial"/>
                <a:ea typeface="Calibri"/>
                <a:cs typeface="Arial"/>
              </a:rPr>
              <a:t>Weights were selected to put less emphasis on the material strength because each one already had an acceptable FOS.</a:t>
            </a:r>
            <a:endParaRPr lang="en-US">
              <a:latin typeface="Aptos" panose="02110004020202020204"/>
              <a:ea typeface="Calibri"/>
              <a:cs typeface="Arial"/>
            </a:endParaRPr>
          </a:p>
          <a:p>
            <a:pPr marL="171450" indent="-171450">
              <a:lnSpc>
                <a:spcPct val="105000"/>
              </a:lnSpc>
              <a:spcAft>
                <a:spcPts val="600"/>
              </a:spcAft>
              <a:buSzPct val="100000"/>
              <a:buFont typeface="Arial"/>
              <a:buChar char="•"/>
            </a:pPr>
            <a:r>
              <a:rPr lang="en-US" sz="1200">
                <a:latin typeface="Arial"/>
                <a:ea typeface="Calibri"/>
                <a:cs typeface="Arial"/>
              </a:rPr>
              <a:t>The study suggests that Carbon Fiber Reinforced Nylon is the best option if we can buy a COTS propeller</a:t>
            </a:r>
          </a:p>
          <a:p>
            <a:pPr marL="171450" indent="-171450">
              <a:lnSpc>
                <a:spcPct val="105000"/>
              </a:lnSpc>
              <a:spcAft>
                <a:spcPts val="600"/>
              </a:spcAft>
              <a:buSzPct val="100000"/>
              <a:buFont typeface="Arial"/>
              <a:buChar char="•"/>
            </a:pPr>
            <a:r>
              <a:rPr lang="en-US" sz="1200">
                <a:latin typeface="Arial"/>
                <a:ea typeface="Calibri"/>
                <a:cs typeface="Arial"/>
              </a:rPr>
              <a:t>The study also suggests that 3d Printed Carbon Fiber Reinforced Nylon is the best option if we need to use a specific geometry for performance.</a:t>
            </a:r>
          </a:p>
        </p:txBody>
      </p:sp>
      <p:pic>
        <p:nvPicPr>
          <p:cNvPr id="12" name="Picture 11">
            <a:extLst>
              <a:ext uri="{FF2B5EF4-FFF2-40B4-BE49-F238E27FC236}">
                <a16:creationId xmlns:a16="http://schemas.microsoft.com/office/drawing/2014/main" id="{FABB97B3-39E0-F346-EDAE-02215D1D0FCC}"/>
              </a:ext>
            </a:extLst>
          </p:cNvPr>
          <p:cNvPicPr>
            <a:picLocks noChangeAspect="1"/>
          </p:cNvPicPr>
          <p:nvPr/>
        </p:nvPicPr>
        <p:blipFill>
          <a:blip r:embed="rId4"/>
          <a:stretch>
            <a:fillRect/>
          </a:stretch>
        </p:blipFill>
        <p:spPr>
          <a:xfrm>
            <a:off x="69725" y="2702551"/>
            <a:ext cx="12052550" cy="1940978"/>
          </a:xfrm>
          <a:prstGeom prst="rect">
            <a:avLst/>
          </a:prstGeom>
        </p:spPr>
      </p:pic>
      <p:sp>
        <p:nvSpPr>
          <p:cNvPr id="9" name="Slide Number Placeholder 23">
            <a:extLst>
              <a:ext uri="{FF2B5EF4-FFF2-40B4-BE49-F238E27FC236}">
                <a16:creationId xmlns:a16="http://schemas.microsoft.com/office/drawing/2014/main" id="{EFF81987-7CF1-7DEA-90C9-6156BCD7E8F2}"/>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t>26</a:t>
            </a:fld>
            <a:endParaRPr lang="en-US"/>
          </a:p>
        </p:txBody>
      </p:sp>
      <p:grpSp>
        <p:nvGrpSpPr>
          <p:cNvPr id="11" name="Trade Studies Bar - 1 Propulsion">
            <a:extLst>
              <a:ext uri="{FF2B5EF4-FFF2-40B4-BE49-F238E27FC236}">
                <a16:creationId xmlns:a16="http://schemas.microsoft.com/office/drawing/2014/main" id="{3A4D9751-DFE5-7ACA-E11B-DA35F2A33C85}"/>
              </a:ext>
            </a:extLst>
          </p:cNvPr>
          <p:cNvGrpSpPr/>
          <p:nvPr/>
        </p:nvGrpSpPr>
        <p:grpSpPr>
          <a:xfrm>
            <a:off x="814349" y="6570022"/>
            <a:ext cx="10563301" cy="276999"/>
            <a:chOff x="790698" y="5902391"/>
            <a:chExt cx="10563301" cy="276999"/>
          </a:xfrm>
        </p:grpSpPr>
        <p:sp>
          <p:nvSpPr>
            <p:cNvPr id="13" name="Segment 0 - Trade Studies">
              <a:extLst>
                <a:ext uri="{FF2B5EF4-FFF2-40B4-BE49-F238E27FC236}">
                  <a16:creationId xmlns:a16="http://schemas.microsoft.com/office/drawing/2014/main" id="{6B29D2C5-0B01-11E3-5E1A-6AF566666DFD}"/>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4" name="Segment 1 - Propulsion">
              <a:extLst>
                <a:ext uri="{FF2B5EF4-FFF2-40B4-BE49-F238E27FC236}">
                  <a16:creationId xmlns:a16="http://schemas.microsoft.com/office/drawing/2014/main" id="{97307F3A-E38B-8174-2DBA-9987B5DAFAC5}"/>
                </a:ext>
              </a:extLst>
            </p:cNvPr>
            <p:cNvSpPr/>
            <p:nvPr/>
          </p:nvSpPr>
          <p:spPr>
            <a:xfrm>
              <a:off x="268951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Propulsion</a:t>
              </a:r>
            </a:p>
          </p:txBody>
        </p:sp>
        <p:sp>
          <p:nvSpPr>
            <p:cNvPr id="15" name="Segment 2 - Power Systems">
              <a:extLst>
                <a:ext uri="{FF2B5EF4-FFF2-40B4-BE49-F238E27FC236}">
                  <a16:creationId xmlns:a16="http://schemas.microsoft.com/office/drawing/2014/main" id="{EAA29068-8526-B3A1-06D9-EC07018AEE3C}"/>
                </a:ext>
              </a:extLst>
            </p:cNvPr>
            <p:cNvSpPr/>
            <p:nvPr/>
          </p:nvSpPr>
          <p:spPr>
            <a:xfrm>
              <a:off x="441013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Power Systems</a:t>
              </a:r>
            </a:p>
          </p:txBody>
        </p:sp>
        <p:sp>
          <p:nvSpPr>
            <p:cNvPr id="16" name="Segment 3 - Airframe">
              <a:extLst>
                <a:ext uri="{FF2B5EF4-FFF2-40B4-BE49-F238E27FC236}">
                  <a16:creationId xmlns:a16="http://schemas.microsoft.com/office/drawing/2014/main" id="{120BD687-F7B8-01D6-AC4C-BC7D669D49F3}"/>
                </a:ext>
              </a:extLst>
            </p:cNvPr>
            <p:cNvSpPr/>
            <p:nvPr/>
          </p:nvSpPr>
          <p:spPr>
            <a:xfrm>
              <a:off x="613074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Airframe</a:t>
              </a:r>
            </a:p>
          </p:txBody>
        </p:sp>
        <p:sp>
          <p:nvSpPr>
            <p:cNvPr id="17" name="Segment 4 - GNC">
              <a:extLst>
                <a:ext uri="{FF2B5EF4-FFF2-40B4-BE49-F238E27FC236}">
                  <a16:creationId xmlns:a16="http://schemas.microsoft.com/office/drawing/2014/main" id="{1CDDDE18-B35E-D15F-645D-7DF263CD30D7}"/>
                </a:ext>
              </a:extLst>
            </p:cNvPr>
            <p:cNvSpPr/>
            <p:nvPr/>
          </p:nvSpPr>
          <p:spPr>
            <a:xfrm>
              <a:off x="785136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GNC</a:t>
              </a:r>
            </a:p>
          </p:txBody>
        </p:sp>
        <p:sp>
          <p:nvSpPr>
            <p:cNvPr id="18" name="Segment 5 - Avionics">
              <a:extLst>
                <a:ext uri="{FF2B5EF4-FFF2-40B4-BE49-F238E27FC236}">
                  <a16:creationId xmlns:a16="http://schemas.microsoft.com/office/drawing/2014/main" id="{77AA40C0-5B1F-737C-F103-0A5A2DB12992}"/>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Tree>
    <p:extLst>
      <p:ext uri="{BB962C8B-B14F-4D97-AF65-F5344CB8AC3E}">
        <p14:creationId xmlns:p14="http://schemas.microsoft.com/office/powerpoint/2010/main" val="37171022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3F878-8C2F-4EFE-79A0-D5607E50FA6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CF2679F-7D54-AF4D-38C6-F91BF22ADD42}"/>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4968107D-FB8D-0CD4-3FBB-19DE01383CA3}"/>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BC79F658-1285-F297-4B99-6E14965CE9D3}"/>
              </a:ext>
            </a:extLst>
          </p:cNvPr>
          <p:cNvSpPr txBox="1"/>
          <p:nvPr/>
        </p:nvSpPr>
        <p:spPr>
          <a:xfrm>
            <a:off x="1281748" y="353648"/>
            <a:ext cx="7680960" cy="658368"/>
          </a:xfrm>
          <a:prstGeom prst="rect">
            <a:avLst/>
          </a:prstGeom>
          <a:noFill/>
          <a:ln/>
        </p:spPr>
        <p:txBody>
          <a:bodyPr wrap="square" lIns="0" tIns="0" rIns="0" bIns="0" rtlCol="0" anchor="ctr"/>
          <a:lstStyle/>
          <a:p>
            <a:r>
              <a:rPr lang="en-US" sz="2800" b="1" kern="0" spc="100">
                <a:solidFill>
                  <a:srgbClr val="2B2A28"/>
                </a:solidFill>
                <a:latin typeface="Arial"/>
                <a:ea typeface="Calibri"/>
                <a:cs typeface="Arial"/>
              </a:rPr>
              <a:t>Motor Specifications Calculator</a:t>
            </a:r>
            <a:endParaRPr lang="en-US"/>
          </a:p>
        </p:txBody>
      </p:sp>
      <p:sp>
        <p:nvSpPr>
          <p:cNvPr id="5" name="Shape 2">
            <a:extLst>
              <a:ext uri="{FF2B5EF4-FFF2-40B4-BE49-F238E27FC236}">
                <a16:creationId xmlns:a16="http://schemas.microsoft.com/office/drawing/2014/main" id="{0DDC64BA-D9A2-50BE-5F6A-871258AA9BC7}"/>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B1047246-70D8-0FCD-C399-300ED00036C1}"/>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7" name="Text 4">
            <a:extLst>
              <a:ext uri="{FF2B5EF4-FFF2-40B4-BE49-F238E27FC236}">
                <a16:creationId xmlns:a16="http://schemas.microsoft.com/office/drawing/2014/main" id="{0FEC2D3A-5749-51F4-A321-7267E64D1096}"/>
              </a:ext>
            </a:extLst>
          </p:cNvPr>
          <p:cNvSpPr txBox="1"/>
          <p:nvPr/>
        </p:nvSpPr>
        <p:spPr>
          <a:xfrm>
            <a:off x="458788" y="1554480"/>
            <a:ext cx="6492240" cy="4206240"/>
          </a:xfrm>
          <a:prstGeom prst="rect">
            <a:avLst/>
          </a:prstGeom>
          <a:noFill/>
          <a:ln>
            <a:solidFill>
              <a:schemeClr val="bg1"/>
            </a:solidFill>
          </a:ln>
        </p:spPr>
        <p:txBody>
          <a:bodyPr wrap="square" lIns="0" tIns="0" rIns="0" bIns="0" rtlCol="0" anchor="t"/>
          <a:lstStyle/>
          <a:p>
            <a:pPr marL="171450" indent="-171450">
              <a:lnSpc>
                <a:spcPct val="105000"/>
              </a:lnSpc>
              <a:spcAft>
                <a:spcPts val="600"/>
              </a:spcAft>
              <a:buSzPct val="100000"/>
              <a:buFont typeface="Arial"/>
              <a:buChar char="•"/>
            </a:pPr>
            <a:r>
              <a:rPr lang="en-US" sz="1200">
                <a:latin typeface="Arial"/>
                <a:ea typeface="Calibri"/>
                <a:cs typeface="Arial"/>
              </a:rPr>
              <a:t>The current inputs are based on estimates from other sub teams =&gt; Results are reasonable estimates.</a:t>
            </a:r>
          </a:p>
          <a:p>
            <a:pPr marL="171450" indent="-171450">
              <a:lnSpc>
                <a:spcPct val="105000"/>
              </a:lnSpc>
              <a:spcAft>
                <a:spcPts val="600"/>
              </a:spcAft>
              <a:buSzPct val="100000"/>
              <a:buFont typeface="Arial"/>
              <a:buChar char="•"/>
            </a:pPr>
            <a:r>
              <a:rPr lang="en-US" sz="1200">
                <a:latin typeface="Arial"/>
                <a:ea typeface="Calibri"/>
                <a:cs typeface="Arial"/>
              </a:rPr>
              <a:t>The main factors that may change are:</a:t>
            </a:r>
          </a:p>
          <a:p>
            <a:pPr marL="628650" lvl="1" indent="-171450">
              <a:lnSpc>
                <a:spcPct val="105000"/>
              </a:lnSpc>
              <a:spcAft>
                <a:spcPts val="600"/>
              </a:spcAft>
              <a:buSzPct val="100000"/>
              <a:buFont typeface="Courier New"/>
              <a:buChar char="o"/>
            </a:pPr>
            <a:r>
              <a:rPr lang="en-US" sz="1200">
                <a:latin typeface="Arial"/>
                <a:ea typeface="Calibri"/>
                <a:cs typeface="Arial"/>
              </a:rPr>
              <a:t>Propeller efficiency factor: Measure of how efficiently the propeller turn kinetic energy from the motor into thrust. The final value will depend on CFD over our final selected propeller geometry</a:t>
            </a:r>
          </a:p>
          <a:p>
            <a:pPr marL="628650" lvl="1" indent="-171450">
              <a:lnSpc>
                <a:spcPct val="105000"/>
              </a:lnSpc>
              <a:spcAft>
                <a:spcPts val="600"/>
              </a:spcAft>
              <a:buSzPct val="100000"/>
              <a:buFont typeface="Courier New"/>
              <a:buChar char="o"/>
            </a:pPr>
            <a:r>
              <a:rPr lang="en-US" sz="1200">
                <a:latin typeface="Arial"/>
                <a:ea typeface="Calibri"/>
                <a:cs typeface="Arial"/>
              </a:rPr>
              <a:t>Thrust to Weight Ratio: 1.5 is a reasonable estimate to provide a healthy margin for hover and maneuvering. Another sub team might request more or less as the design is boiled down.</a:t>
            </a:r>
          </a:p>
          <a:p>
            <a:pPr marL="628650" lvl="1" indent="-171450">
              <a:lnSpc>
                <a:spcPct val="105000"/>
              </a:lnSpc>
              <a:spcAft>
                <a:spcPts val="600"/>
              </a:spcAft>
              <a:buSzPct val="100000"/>
              <a:buFont typeface="Courier New"/>
              <a:buChar char="o"/>
            </a:pPr>
            <a:r>
              <a:rPr lang="en-US" sz="1200">
                <a:latin typeface="Arial"/>
                <a:ea typeface="Calibri"/>
                <a:cs typeface="Arial"/>
              </a:rPr>
              <a:t>RPM: RPM will change depending on the thrust output. 10000 was chosen as an average value to create rough estimates on power consumption. We'll be able to create plots between RPM, power input, and thrust output once we run CFD on our final propeller geometry.</a:t>
            </a:r>
          </a:p>
        </p:txBody>
      </p:sp>
      <p:pic>
        <p:nvPicPr>
          <p:cNvPr id="8" name="Picture 7">
            <a:extLst>
              <a:ext uri="{FF2B5EF4-FFF2-40B4-BE49-F238E27FC236}">
                <a16:creationId xmlns:a16="http://schemas.microsoft.com/office/drawing/2014/main" id="{0462F9C7-E73F-03B2-0A91-5F548F1A1EC6}"/>
              </a:ext>
            </a:extLst>
          </p:cNvPr>
          <p:cNvPicPr>
            <a:picLocks noChangeAspect="1"/>
          </p:cNvPicPr>
          <p:nvPr/>
        </p:nvPicPr>
        <p:blipFill>
          <a:blip r:embed="rId4"/>
          <a:stretch>
            <a:fillRect/>
          </a:stretch>
        </p:blipFill>
        <p:spPr>
          <a:xfrm>
            <a:off x="7821927" y="1001059"/>
            <a:ext cx="4003793" cy="5493372"/>
          </a:xfrm>
          <a:prstGeom prst="rect">
            <a:avLst/>
          </a:prstGeom>
        </p:spPr>
      </p:pic>
      <p:sp>
        <p:nvSpPr>
          <p:cNvPr id="10" name="Slide Number Placeholder 23">
            <a:extLst>
              <a:ext uri="{FF2B5EF4-FFF2-40B4-BE49-F238E27FC236}">
                <a16:creationId xmlns:a16="http://schemas.microsoft.com/office/drawing/2014/main" id="{47EBD8A2-381E-EC47-3AE6-E5285FB52F94}"/>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t>27</a:t>
            </a:fld>
            <a:endParaRPr lang="en-US"/>
          </a:p>
        </p:txBody>
      </p:sp>
      <p:grpSp>
        <p:nvGrpSpPr>
          <p:cNvPr id="11" name="Trade Studies Bar - 1 Propulsion">
            <a:extLst>
              <a:ext uri="{FF2B5EF4-FFF2-40B4-BE49-F238E27FC236}">
                <a16:creationId xmlns:a16="http://schemas.microsoft.com/office/drawing/2014/main" id="{9E6C94EE-1A70-55E5-9E56-243E78D5A4EF}"/>
              </a:ext>
            </a:extLst>
          </p:cNvPr>
          <p:cNvGrpSpPr/>
          <p:nvPr/>
        </p:nvGrpSpPr>
        <p:grpSpPr>
          <a:xfrm>
            <a:off x="814349" y="6570022"/>
            <a:ext cx="10563301" cy="276999"/>
            <a:chOff x="790698" y="5902391"/>
            <a:chExt cx="10563301" cy="276999"/>
          </a:xfrm>
        </p:grpSpPr>
        <p:sp>
          <p:nvSpPr>
            <p:cNvPr id="12" name="Segment 0 - Trade Studies">
              <a:extLst>
                <a:ext uri="{FF2B5EF4-FFF2-40B4-BE49-F238E27FC236}">
                  <a16:creationId xmlns:a16="http://schemas.microsoft.com/office/drawing/2014/main" id="{2EFC8A6D-EA74-FDB8-F265-8727EAD31A17}"/>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3" name="Segment 1 - Propulsion">
              <a:extLst>
                <a:ext uri="{FF2B5EF4-FFF2-40B4-BE49-F238E27FC236}">
                  <a16:creationId xmlns:a16="http://schemas.microsoft.com/office/drawing/2014/main" id="{9B519293-C722-6124-C0F3-7A48AAB0EDD1}"/>
                </a:ext>
              </a:extLst>
            </p:cNvPr>
            <p:cNvSpPr/>
            <p:nvPr/>
          </p:nvSpPr>
          <p:spPr>
            <a:xfrm>
              <a:off x="268951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Propulsion</a:t>
              </a:r>
            </a:p>
          </p:txBody>
        </p:sp>
        <p:sp>
          <p:nvSpPr>
            <p:cNvPr id="14" name="Segment 2 - Power Systems">
              <a:extLst>
                <a:ext uri="{FF2B5EF4-FFF2-40B4-BE49-F238E27FC236}">
                  <a16:creationId xmlns:a16="http://schemas.microsoft.com/office/drawing/2014/main" id="{E6900A08-1404-7026-1C00-31295A031EC7}"/>
                </a:ext>
              </a:extLst>
            </p:cNvPr>
            <p:cNvSpPr/>
            <p:nvPr/>
          </p:nvSpPr>
          <p:spPr>
            <a:xfrm>
              <a:off x="441013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Power Systems</a:t>
              </a:r>
            </a:p>
          </p:txBody>
        </p:sp>
        <p:sp>
          <p:nvSpPr>
            <p:cNvPr id="15" name="Segment 3 - Airframe">
              <a:extLst>
                <a:ext uri="{FF2B5EF4-FFF2-40B4-BE49-F238E27FC236}">
                  <a16:creationId xmlns:a16="http://schemas.microsoft.com/office/drawing/2014/main" id="{1AE3CFB9-CDBE-A0F1-56A7-BF311BDD6F6C}"/>
                </a:ext>
              </a:extLst>
            </p:cNvPr>
            <p:cNvSpPr/>
            <p:nvPr/>
          </p:nvSpPr>
          <p:spPr>
            <a:xfrm>
              <a:off x="613074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Airframe</a:t>
              </a:r>
            </a:p>
          </p:txBody>
        </p:sp>
        <p:sp>
          <p:nvSpPr>
            <p:cNvPr id="16" name="Segment 4 - GNC">
              <a:extLst>
                <a:ext uri="{FF2B5EF4-FFF2-40B4-BE49-F238E27FC236}">
                  <a16:creationId xmlns:a16="http://schemas.microsoft.com/office/drawing/2014/main" id="{8C88D03B-6594-C887-3FAE-31BA27042D66}"/>
                </a:ext>
              </a:extLst>
            </p:cNvPr>
            <p:cNvSpPr/>
            <p:nvPr/>
          </p:nvSpPr>
          <p:spPr>
            <a:xfrm>
              <a:off x="785136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GNC</a:t>
              </a:r>
            </a:p>
          </p:txBody>
        </p:sp>
        <p:sp>
          <p:nvSpPr>
            <p:cNvPr id="17" name="Segment 5 - Avionics">
              <a:extLst>
                <a:ext uri="{FF2B5EF4-FFF2-40B4-BE49-F238E27FC236}">
                  <a16:creationId xmlns:a16="http://schemas.microsoft.com/office/drawing/2014/main" id="{DF8D2046-7612-C742-11AB-65160A36ECCB}"/>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Tree>
    <p:extLst>
      <p:ext uri="{BB962C8B-B14F-4D97-AF65-F5344CB8AC3E}">
        <p14:creationId xmlns:p14="http://schemas.microsoft.com/office/powerpoint/2010/main" val="21409012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C98FE-7621-88A0-174C-435B2CF1511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7B199CC-36F3-CA15-0BDB-EBD2CF97E2A3}"/>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56548891-D414-1C71-43FD-AD799E5E9A5D}"/>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0990A5C6-7B14-2605-6354-32399AE956C7}"/>
              </a:ext>
            </a:extLst>
          </p:cNvPr>
          <p:cNvSpPr txBox="1"/>
          <p:nvPr/>
        </p:nvSpPr>
        <p:spPr>
          <a:xfrm>
            <a:off x="1281748" y="353648"/>
            <a:ext cx="7680960" cy="658368"/>
          </a:xfrm>
          <a:prstGeom prst="rect">
            <a:avLst/>
          </a:prstGeom>
          <a:noFill/>
          <a:ln/>
        </p:spPr>
        <p:txBody>
          <a:bodyPr wrap="square" lIns="0" tIns="0" rIns="0" bIns="0" rtlCol="0" anchor="ctr"/>
          <a:lstStyle/>
          <a:p>
            <a:r>
              <a:rPr lang="en-US" sz="2800" b="1" kern="0" spc="100">
                <a:solidFill>
                  <a:srgbClr val="2B2A28"/>
                </a:solidFill>
                <a:latin typeface="Arial"/>
                <a:ea typeface="Calibri"/>
                <a:cs typeface="Arial"/>
              </a:rPr>
              <a:t>ESCs</a:t>
            </a:r>
            <a:endParaRPr lang="en-US"/>
          </a:p>
        </p:txBody>
      </p:sp>
      <p:sp>
        <p:nvSpPr>
          <p:cNvPr id="5" name="Shape 2">
            <a:extLst>
              <a:ext uri="{FF2B5EF4-FFF2-40B4-BE49-F238E27FC236}">
                <a16:creationId xmlns:a16="http://schemas.microsoft.com/office/drawing/2014/main" id="{09BAF6C3-9155-0DB2-5556-F0E22F50FB5B}"/>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072EEB9C-586D-EABB-B221-1BA0810E0FB0}"/>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pic>
        <p:nvPicPr>
          <p:cNvPr id="9" name="Picture 8">
            <a:extLst>
              <a:ext uri="{FF2B5EF4-FFF2-40B4-BE49-F238E27FC236}">
                <a16:creationId xmlns:a16="http://schemas.microsoft.com/office/drawing/2014/main" id="{CBE66E04-46A1-7657-F52D-53487C95F873}"/>
              </a:ext>
            </a:extLst>
          </p:cNvPr>
          <p:cNvPicPr>
            <a:picLocks noChangeAspect="1"/>
          </p:cNvPicPr>
          <p:nvPr/>
        </p:nvPicPr>
        <p:blipFill>
          <a:blip r:embed="rId4"/>
          <a:stretch>
            <a:fillRect/>
          </a:stretch>
        </p:blipFill>
        <p:spPr>
          <a:xfrm>
            <a:off x="140653" y="1540192"/>
            <a:ext cx="7155815" cy="3950335"/>
          </a:xfrm>
          <a:prstGeom prst="rect">
            <a:avLst/>
          </a:prstGeom>
        </p:spPr>
      </p:pic>
      <p:pic>
        <p:nvPicPr>
          <p:cNvPr id="10" name="Picture 9" descr="How to select an electronic speed controller for your drone">
            <a:extLst>
              <a:ext uri="{FF2B5EF4-FFF2-40B4-BE49-F238E27FC236}">
                <a16:creationId xmlns:a16="http://schemas.microsoft.com/office/drawing/2014/main" id="{BE4AA093-E4D9-6733-EE08-9C62DE5FA441}"/>
              </a:ext>
            </a:extLst>
          </p:cNvPr>
          <p:cNvPicPr>
            <a:picLocks noChangeAspect="1"/>
          </p:cNvPicPr>
          <p:nvPr/>
        </p:nvPicPr>
        <p:blipFill>
          <a:blip r:embed="rId5"/>
          <a:stretch>
            <a:fillRect/>
          </a:stretch>
        </p:blipFill>
        <p:spPr>
          <a:xfrm>
            <a:off x="7589520" y="1539945"/>
            <a:ext cx="3779520" cy="2091550"/>
          </a:xfrm>
          <a:prstGeom prst="rect">
            <a:avLst/>
          </a:prstGeom>
        </p:spPr>
      </p:pic>
      <p:sp>
        <p:nvSpPr>
          <p:cNvPr id="8" name="Slide Number Placeholder 23">
            <a:extLst>
              <a:ext uri="{FF2B5EF4-FFF2-40B4-BE49-F238E27FC236}">
                <a16:creationId xmlns:a16="http://schemas.microsoft.com/office/drawing/2014/main" id="{B5D9D6D8-58F8-23EE-C9E7-4C9564F37CC8}"/>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t>28</a:t>
            </a:fld>
            <a:endParaRPr lang="en-US"/>
          </a:p>
        </p:txBody>
      </p:sp>
      <p:grpSp>
        <p:nvGrpSpPr>
          <p:cNvPr id="11" name="Trade Studies Bar - 1 Propulsion">
            <a:extLst>
              <a:ext uri="{FF2B5EF4-FFF2-40B4-BE49-F238E27FC236}">
                <a16:creationId xmlns:a16="http://schemas.microsoft.com/office/drawing/2014/main" id="{3203BA6D-CA4A-2FA2-93BF-D5C900BB3F05}"/>
              </a:ext>
            </a:extLst>
          </p:cNvPr>
          <p:cNvGrpSpPr/>
          <p:nvPr/>
        </p:nvGrpSpPr>
        <p:grpSpPr>
          <a:xfrm>
            <a:off x="814349" y="6570022"/>
            <a:ext cx="10563301" cy="276999"/>
            <a:chOff x="790698" y="5902391"/>
            <a:chExt cx="10563301" cy="276999"/>
          </a:xfrm>
        </p:grpSpPr>
        <p:sp>
          <p:nvSpPr>
            <p:cNvPr id="12" name="Segment 0 - Trade Studies">
              <a:extLst>
                <a:ext uri="{FF2B5EF4-FFF2-40B4-BE49-F238E27FC236}">
                  <a16:creationId xmlns:a16="http://schemas.microsoft.com/office/drawing/2014/main" id="{B195C220-D86B-A7AD-51FF-906E77FFCE30}"/>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3" name="Segment 1 - Propulsion">
              <a:extLst>
                <a:ext uri="{FF2B5EF4-FFF2-40B4-BE49-F238E27FC236}">
                  <a16:creationId xmlns:a16="http://schemas.microsoft.com/office/drawing/2014/main" id="{2149ACF9-C4D5-ABF7-5C46-46398CA1BB5E}"/>
                </a:ext>
              </a:extLst>
            </p:cNvPr>
            <p:cNvSpPr/>
            <p:nvPr/>
          </p:nvSpPr>
          <p:spPr>
            <a:xfrm>
              <a:off x="268951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Propulsion</a:t>
              </a:r>
            </a:p>
          </p:txBody>
        </p:sp>
        <p:sp>
          <p:nvSpPr>
            <p:cNvPr id="14" name="Segment 2 - Power Systems">
              <a:extLst>
                <a:ext uri="{FF2B5EF4-FFF2-40B4-BE49-F238E27FC236}">
                  <a16:creationId xmlns:a16="http://schemas.microsoft.com/office/drawing/2014/main" id="{F6D99326-01BB-B383-1EEC-BF33C32F6F63}"/>
                </a:ext>
              </a:extLst>
            </p:cNvPr>
            <p:cNvSpPr/>
            <p:nvPr/>
          </p:nvSpPr>
          <p:spPr>
            <a:xfrm>
              <a:off x="441013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Power Systems</a:t>
              </a:r>
            </a:p>
          </p:txBody>
        </p:sp>
        <p:sp>
          <p:nvSpPr>
            <p:cNvPr id="15" name="Segment 3 - Airframe">
              <a:extLst>
                <a:ext uri="{FF2B5EF4-FFF2-40B4-BE49-F238E27FC236}">
                  <a16:creationId xmlns:a16="http://schemas.microsoft.com/office/drawing/2014/main" id="{A15F5249-6CF8-DE10-B108-58D48E718A3F}"/>
                </a:ext>
              </a:extLst>
            </p:cNvPr>
            <p:cNvSpPr/>
            <p:nvPr/>
          </p:nvSpPr>
          <p:spPr>
            <a:xfrm>
              <a:off x="613074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Airframe</a:t>
              </a:r>
            </a:p>
          </p:txBody>
        </p:sp>
        <p:sp>
          <p:nvSpPr>
            <p:cNvPr id="16" name="Segment 4 - GNC">
              <a:extLst>
                <a:ext uri="{FF2B5EF4-FFF2-40B4-BE49-F238E27FC236}">
                  <a16:creationId xmlns:a16="http://schemas.microsoft.com/office/drawing/2014/main" id="{ED82A39E-F880-3229-67A9-640EC1FC8A39}"/>
                </a:ext>
              </a:extLst>
            </p:cNvPr>
            <p:cNvSpPr/>
            <p:nvPr/>
          </p:nvSpPr>
          <p:spPr>
            <a:xfrm>
              <a:off x="785136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GNC</a:t>
              </a:r>
            </a:p>
          </p:txBody>
        </p:sp>
        <p:sp>
          <p:nvSpPr>
            <p:cNvPr id="17" name="Segment 5 - Avionics">
              <a:extLst>
                <a:ext uri="{FF2B5EF4-FFF2-40B4-BE49-F238E27FC236}">
                  <a16:creationId xmlns:a16="http://schemas.microsoft.com/office/drawing/2014/main" id="{EDAB944F-CDC9-DC72-66AA-99AE4C8F7154}"/>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Tree>
    <p:extLst>
      <p:ext uri="{BB962C8B-B14F-4D97-AF65-F5344CB8AC3E}">
        <p14:creationId xmlns:p14="http://schemas.microsoft.com/office/powerpoint/2010/main" val="1993944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516B7-8DBD-32E2-1AB3-3D84C465188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8DB275D-FA0D-2309-248F-10A66F0E5153}"/>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18D450F3-9834-D1DC-1CAB-1242E014145D}"/>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468302F7-8B29-CF88-CD8E-A7CD31FC3BF0}"/>
              </a:ext>
            </a:extLst>
          </p:cNvPr>
          <p:cNvSpPr txBox="1"/>
          <p:nvPr/>
        </p:nvSpPr>
        <p:spPr>
          <a:xfrm>
            <a:off x="1281749" y="368854"/>
            <a:ext cx="9094965" cy="627956"/>
          </a:xfrm>
          <a:prstGeom prst="rect">
            <a:avLst/>
          </a:prstGeom>
          <a:noFill/>
          <a:ln/>
        </p:spPr>
        <p:txBody>
          <a:bodyPr wrap="square" lIns="0" tIns="0" rIns="0" bIns="0" rtlCol="0" anchor="ctr"/>
          <a:lstStyle/>
          <a:p>
            <a:r>
              <a:rPr lang="en-US" sz="2800" b="1" kern="0" spc="100">
                <a:solidFill>
                  <a:srgbClr val="2B2A28"/>
                </a:solidFill>
                <a:latin typeface="Arial"/>
                <a:cs typeface="Arial"/>
              </a:rPr>
              <a:t>Mass/Weight and Energy/Power Sizing</a:t>
            </a:r>
            <a:endParaRPr lang="en-US"/>
          </a:p>
        </p:txBody>
      </p:sp>
      <p:sp>
        <p:nvSpPr>
          <p:cNvPr id="5" name="Shape 2">
            <a:extLst>
              <a:ext uri="{FF2B5EF4-FFF2-40B4-BE49-F238E27FC236}">
                <a16:creationId xmlns:a16="http://schemas.microsoft.com/office/drawing/2014/main" id="{77BB6C92-4E3F-647E-50CC-5208EB81E157}"/>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B650B541-6C6C-F07F-43C8-6414FCCDB21D}"/>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21" name="TextBox 20">
            <a:extLst>
              <a:ext uri="{FF2B5EF4-FFF2-40B4-BE49-F238E27FC236}">
                <a16:creationId xmlns:a16="http://schemas.microsoft.com/office/drawing/2014/main" id="{B5108868-0FA6-6FFF-F005-BD3176D2D93C}"/>
              </a:ext>
            </a:extLst>
          </p:cNvPr>
          <p:cNvSpPr txBox="1"/>
          <p:nvPr/>
        </p:nvSpPr>
        <p:spPr>
          <a:xfrm>
            <a:off x="454851" y="1364553"/>
            <a:ext cx="3760236"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rial"/>
                <a:ea typeface="+mn-lt"/>
                <a:cs typeface="Arial"/>
              </a:rPr>
              <a:t>• Used different models to be able to put upper bounds on mass and lower bounds on power</a:t>
            </a:r>
          </a:p>
          <a:p>
            <a:pPr marL="285750" indent="-285750">
              <a:buFont typeface="Arial"/>
              <a:buChar char="•"/>
            </a:pPr>
            <a:endParaRPr lang="en-US">
              <a:latin typeface="Arial"/>
              <a:cs typeface="Arial"/>
            </a:endParaRPr>
          </a:p>
          <a:p>
            <a:pPr marL="285750" indent="-285750">
              <a:buFont typeface="Arial"/>
              <a:buChar char="•"/>
            </a:pPr>
            <a:endParaRPr lang="en-US">
              <a:latin typeface="Arial"/>
              <a:cs typeface="Arial"/>
            </a:endParaRPr>
          </a:p>
          <a:p>
            <a:pPr marL="285750" indent="-285750">
              <a:buFont typeface="Arial"/>
              <a:buChar char="•"/>
            </a:pPr>
            <a:endParaRPr lang="en-US">
              <a:latin typeface="Arial"/>
              <a:cs typeface="Arial"/>
            </a:endParaRPr>
          </a:p>
          <a:p>
            <a:endParaRPr lang="en-US">
              <a:latin typeface="Arial"/>
              <a:cs typeface="Arial"/>
            </a:endParaRPr>
          </a:p>
          <a:p>
            <a:endParaRPr lang="en-US">
              <a:latin typeface="Arial"/>
              <a:cs typeface="Arial"/>
            </a:endParaRPr>
          </a:p>
        </p:txBody>
      </p:sp>
      <p:pic>
        <p:nvPicPr>
          <p:cNvPr id="8" name="Picture 7">
            <a:extLst>
              <a:ext uri="{FF2B5EF4-FFF2-40B4-BE49-F238E27FC236}">
                <a16:creationId xmlns:a16="http://schemas.microsoft.com/office/drawing/2014/main" id="{437A1134-9707-AADE-EFF4-ED57D27B89AB}"/>
              </a:ext>
            </a:extLst>
          </p:cNvPr>
          <p:cNvPicPr>
            <a:picLocks noChangeAspect="1"/>
          </p:cNvPicPr>
          <p:nvPr/>
        </p:nvPicPr>
        <p:blipFill>
          <a:blip r:embed="rId4"/>
          <a:stretch>
            <a:fillRect/>
          </a:stretch>
        </p:blipFill>
        <p:spPr>
          <a:xfrm>
            <a:off x="4540772" y="1246909"/>
            <a:ext cx="7301454" cy="5241637"/>
          </a:xfrm>
          <a:prstGeom prst="rect">
            <a:avLst/>
          </a:prstGeom>
        </p:spPr>
      </p:pic>
      <p:sp>
        <p:nvSpPr>
          <p:cNvPr id="10" name="Slide Number Placeholder 23">
            <a:extLst>
              <a:ext uri="{FF2B5EF4-FFF2-40B4-BE49-F238E27FC236}">
                <a16:creationId xmlns:a16="http://schemas.microsoft.com/office/drawing/2014/main" id="{492FB065-8635-5F20-EB1D-311E3E10A5B8}"/>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t>29</a:t>
            </a:fld>
            <a:endParaRPr lang="en-US"/>
          </a:p>
        </p:txBody>
      </p:sp>
      <p:grpSp>
        <p:nvGrpSpPr>
          <p:cNvPr id="11" name="Trade Studies Bar - 1 Propulsion">
            <a:extLst>
              <a:ext uri="{FF2B5EF4-FFF2-40B4-BE49-F238E27FC236}">
                <a16:creationId xmlns:a16="http://schemas.microsoft.com/office/drawing/2014/main" id="{958CDBBC-2A6C-EF62-A4FF-C0A2C92BD14B}"/>
              </a:ext>
            </a:extLst>
          </p:cNvPr>
          <p:cNvGrpSpPr/>
          <p:nvPr/>
        </p:nvGrpSpPr>
        <p:grpSpPr>
          <a:xfrm>
            <a:off x="814349" y="6570022"/>
            <a:ext cx="10563301" cy="276999"/>
            <a:chOff x="790698" y="5902391"/>
            <a:chExt cx="10563301" cy="276999"/>
          </a:xfrm>
        </p:grpSpPr>
        <p:sp>
          <p:nvSpPr>
            <p:cNvPr id="12" name="Segment 0 - Trade Studies">
              <a:extLst>
                <a:ext uri="{FF2B5EF4-FFF2-40B4-BE49-F238E27FC236}">
                  <a16:creationId xmlns:a16="http://schemas.microsoft.com/office/drawing/2014/main" id="{58411DAD-689E-7546-C5A7-382FEEA9006F}"/>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3" name="Segment 1 - Propulsion">
              <a:extLst>
                <a:ext uri="{FF2B5EF4-FFF2-40B4-BE49-F238E27FC236}">
                  <a16:creationId xmlns:a16="http://schemas.microsoft.com/office/drawing/2014/main" id="{4E3E9048-9B20-270D-9F33-B9CAD50EE234}"/>
                </a:ext>
              </a:extLst>
            </p:cNvPr>
            <p:cNvSpPr/>
            <p:nvPr/>
          </p:nvSpPr>
          <p:spPr>
            <a:xfrm>
              <a:off x="268951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Propulsion</a:t>
              </a:r>
            </a:p>
          </p:txBody>
        </p:sp>
        <p:sp>
          <p:nvSpPr>
            <p:cNvPr id="14" name="Segment 2 - Power Systems">
              <a:extLst>
                <a:ext uri="{FF2B5EF4-FFF2-40B4-BE49-F238E27FC236}">
                  <a16:creationId xmlns:a16="http://schemas.microsoft.com/office/drawing/2014/main" id="{31137AC6-690C-9B1C-CF24-4C7693035BB8}"/>
                </a:ext>
              </a:extLst>
            </p:cNvPr>
            <p:cNvSpPr/>
            <p:nvPr/>
          </p:nvSpPr>
          <p:spPr>
            <a:xfrm>
              <a:off x="441013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Power Systems</a:t>
              </a:r>
            </a:p>
          </p:txBody>
        </p:sp>
        <p:sp>
          <p:nvSpPr>
            <p:cNvPr id="15" name="Segment 3 - Airframe">
              <a:extLst>
                <a:ext uri="{FF2B5EF4-FFF2-40B4-BE49-F238E27FC236}">
                  <a16:creationId xmlns:a16="http://schemas.microsoft.com/office/drawing/2014/main" id="{EBCF2638-35FB-6869-80C2-3FD7D971F197}"/>
                </a:ext>
              </a:extLst>
            </p:cNvPr>
            <p:cNvSpPr/>
            <p:nvPr/>
          </p:nvSpPr>
          <p:spPr>
            <a:xfrm>
              <a:off x="613074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Airframe</a:t>
              </a:r>
            </a:p>
          </p:txBody>
        </p:sp>
        <p:sp>
          <p:nvSpPr>
            <p:cNvPr id="16" name="Segment 4 - GNC">
              <a:extLst>
                <a:ext uri="{FF2B5EF4-FFF2-40B4-BE49-F238E27FC236}">
                  <a16:creationId xmlns:a16="http://schemas.microsoft.com/office/drawing/2014/main" id="{FD084C6F-6E26-30FA-89FC-694D64110056}"/>
                </a:ext>
              </a:extLst>
            </p:cNvPr>
            <p:cNvSpPr/>
            <p:nvPr/>
          </p:nvSpPr>
          <p:spPr>
            <a:xfrm>
              <a:off x="785136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GNC</a:t>
              </a:r>
            </a:p>
          </p:txBody>
        </p:sp>
        <p:sp>
          <p:nvSpPr>
            <p:cNvPr id="17" name="Segment 5 - Avionics">
              <a:extLst>
                <a:ext uri="{FF2B5EF4-FFF2-40B4-BE49-F238E27FC236}">
                  <a16:creationId xmlns:a16="http://schemas.microsoft.com/office/drawing/2014/main" id="{20D5B9D9-ED69-91F6-9EB3-F20CC83B3119}"/>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Tree>
    <p:extLst>
      <p:ext uri="{BB962C8B-B14F-4D97-AF65-F5344CB8AC3E}">
        <p14:creationId xmlns:p14="http://schemas.microsoft.com/office/powerpoint/2010/main" val="38462145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CF5E3-A4B6-E740-6A11-7425D12F6AB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660A404-66F6-EA62-FF4D-458C5EF54D9E}"/>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FFE8059A-A8A3-4214-F5F5-960896756E11}"/>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AAEE7F0F-0224-6276-9308-0E0366A5A664}"/>
              </a:ext>
            </a:extLst>
          </p:cNvPr>
          <p:cNvSpPr txBox="1"/>
          <p:nvPr/>
        </p:nvSpPr>
        <p:spPr>
          <a:xfrm>
            <a:off x="1281748" y="353648"/>
            <a:ext cx="7680960" cy="658368"/>
          </a:xfrm>
          <a:prstGeom prst="rect">
            <a:avLst/>
          </a:prstGeom>
          <a:noFill/>
          <a:ln/>
        </p:spPr>
        <p:txBody>
          <a:bodyPr wrap="square" lIns="0" tIns="0" rIns="0" bIns="0" rtlCol="0" anchor="ctr"/>
          <a:lstStyle/>
          <a:p>
            <a:r>
              <a:rPr lang="en-US" sz="2800" b="1" kern="0" spc="100">
                <a:solidFill>
                  <a:srgbClr val="2B2A28"/>
                </a:solidFill>
                <a:latin typeface="Arial"/>
                <a:cs typeface="Arial"/>
              </a:rPr>
              <a:t>Summary of Trade Results</a:t>
            </a:r>
          </a:p>
        </p:txBody>
      </p:sp>
      <p:sp>
        <p:nvSpPr>
          <p:cNvPr id="5" name="Shape 2">
            <a:extLst>
              <a:ext uri="{FF2B5EF4-FFF2-40B4-BE49-F238E27FC236}">
                <a16:creationId xmlns:a16="http://schemas.microsoft.com/office/drawing/2014/main" id="{4201D422-C2BA-AEC9-EA00-976281291D49}"/>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01952D5D-E0EE-6EC0-7F76-C0F344C7CAAB}"/>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graphicFrame>
        <p:nvGraphicFramePr>
          <p:cNvPr id="9" name="Table 8">
            <a:extLst>
              <a:ext uri="{FF2B5EF4-FFF2-40B4-BE49-F238E27FC236}">
                <a16:creationId xmlns:a16="http://schemas.microsoft.com/office/drawing/2014/main" id="{5F38DEF9-69F5-230D-6AB8-9C64783C7358}"/>
              </a:ext>
            </a:extLst>
          </p:cNvPr>
          <p:cNvGraphicFramePr>
            <a:graphicFrameLocks noGrp="1"/>
          </p:cNvGraphicFramePr>
          <p:nvPr>
            <p:extLst>
              <p:ext uri="{D42A27DB-BD31-4B8C-83A1-F6EECF244321}">
                <p14:modId xmlns:p14="http://schemas.microsoft.com/office/powerpoint/2010/main" val="1600608662"/>
              </p:ext>
            </p:extLst>
          </p:nvPr>
        </p:nvGraphicFramePr>
        <p:xfrm>
          <a:off x="212034" y="1451113"/>
          <a:ext cx="8543431" cy="3871238"/>
        </p:xfrm>
        <a:graphic>
          <a:graphicData uri="http://schemas.openxmlformats.org/drawingml/2006/table">
            <a:tbl>
              <a:tblPr bandRow="1">
                <a:tableStyleId>{5C22544A-7EE6-4342-B048-85BDC9FD1C3A}</a:tableStyleId>
              </a:tblPr>
              <a:tblGrid>
                <a:gridCol w="2862469">
                  <a:extLst>
                    <a:ext uri="{9D8B030D-6E8A-4147-A177-3AD203B41FA5}">
                      <a16:colId xmlns:a16="http://schemas.microsoft.com/office/drawing/2014/main" val="2131151085"/>
                    </a:ext>
                  </a:extLst>
                </a:gridCol>
                <a:gridCol w="2840481">
                  <a:extLst>
                    <a:ext uri="{9D8B030D-6E8A-4147-A177-3AD203B41FA5}">
                      <a16:colId xmlns:a16="http://schemas.microsoft.com/office/drawing/2014/main" val="1407419628"/>
                    </a:ext>
                  </a:extLst>
                </a:gridCol>
                <a:gridCol w="2840481">
                  <a:extLst>
                    <a:ext uri="{9D8B030D-6E8A-4147-A177-3AD203B41FA5}">
                      <a16:colId xmlns:a16="http://schemas.microsoft.com/office/drawing/2014/main" val="3313272237"/>
                    </a:ext>
                  </a:extLst>
                </a:gridCol>
              </a:tblGrid>
              <a:tr h="390937">
                <a:tc>
                  <a:txBody>
                    <a:bodyPr/>
                    <a:lstStyle/>
                    <a:p>
                      <a:pPr>
                        <a:buNone/>
                      </a:pPr>
                      <a:endParaRPr lang="en-US" u="sng">
                        <a:latin typeface="Arial"/>
                        <a:cs typeface="Arial"/>
                      </a:endParaRPr>
                    </a:p>
                  </a:txBody>
                  <a:tcPr anchor="ctr">
                    <a:lnL>
                      <a:noFill/>
                    </a:lnL>
                    <a:lnR>
                      <a:noFill/>
                    </a:lnR>
                    <a:lnT>
                      <a:noFill/>
                    </a:lnT>
                    <a:lnB>
                      <a:noFill/>
                    </a:lnB>
                    <a:noFill/>
                  </a:tcPr>
                </a:tc>
                <a:tc>
                  <a:txBody>
                    <a:bodyPr/>
                    <a:lstStyle/>
                    <a:p>
                      <a:pPr>
                        <a:buNone/>
                      </a:pPr>
                      <a:endParaRPr lang="en-US" u="sng">
                        <a:latin typeface="Arial"/>
                        <a:cs typeface="Arial"/>
                      </a:endParaRPr>
                    </a:p>
                  </a:txBody>
                  <a:tcPr anchor="ctr">
                    <a:lnL>
                      <a:noFill/>
                    </a:lnL>
                    <a:lnR>
                      <a:noFill/>
                    </a:lnR>
                    <a:lnT>
                      <a:noFill/>
                    </a:lnT>
                    <a:lnB>
                      <a:noFill/>
                    </a:lnB>
                    <a:noFill/>
                  </a:tcPr>
                </a:tc>
                <a:tc>
                  <a:txBody>
                    <a:bodyPr/>
                    <a:lstStyle/>
                    <a:p>
                      <a:pPr>
                        <a:buNone/>
                      </a:pPr>
                      <a:endParaRPr lang="en-US" u="sng">
                        <a:latin typeface="Arial"/>
                        <a:cs typeface="Arial"/>
                      </a:endParaRPr>
                    </a:p>
                  </a:txBody>
                  <a:tcPr anchor="ctr">
                    <a:lnL>
                      <a:noFill/>
                    </a:lnL>
                    <a:lnR>
                      <a:noFill/>
                    </a:lnR>
                    <a:lnT>
                      <a:noFill/>
                    </a:lnT>
                    <a:lnB>
                      <a:noFill/>
                    </a:lnB>
                    <a:noFill/>
                  </a:tcPr>
                </a:tc>
                <a:extLst>
                  <a:ext uri="{0D108BD9-81ED-4DB2-BD59-A6C34878D82A}">
                    <a16:rowId xmlns:a16="http://schemas.microsoft.com/office/drawing/2014/main" val="3664075340"/>
                  </a:ext>
                </a:extLst>
              </a:tr>
              <a:tr h="848621">
                <a:tc>
                  <a:txBody>
                    <a:bodyPr/>
                    <a:lstStyle/>
                    <a:p>
                      <a:pPr>
                        <a:buNone/>
                      </a:pPr>
                      <a:endParaRPr lang="en-US">
                        <a:latin typeface="Arial"/>
                        <a:cs typeface="Arial"/>
                      </a:endParaRPr>
                    </a:p>
                  </a:txBody>
                  <a:tcPr anchor="ctr">
                    <a:lnL>
                      <a:noFill/>
                    </a:lnL>
                    <a:lnR>
                      <a:noFill/>
                    </a:lnR>
                    <a:lnT>
                      <a:noFill/>
                    </a:lnT>
                    <a:lnB>
                      <a:noFill/>
                    </a:lnB>
                    <a:noFill/>
                  </a:tcPr>
                </a:tc>
                <a:tc>
                  <a:txBody>
                    <a:bodyPr/>
                    <a:lstStyle/>
                    <a:p>
                      <a:pPr>
                        <a:buNone/>
                      </a:pPr>
                      <a:endParaRPr lang="en-US" b="1">
                        <a:latin typeface="Arial"/>
                        <a:cs typeface="Arial"/>
                      </a:endParaRPr>
                    </a:p>
                  </a:txBody>
                  <a:tcPr anchor="ctr">
                    <a:lnL>
                      <a:noFill/>
                    </a:lnL>
                    <a:lnR>
                      <a:noFill/>
                    </a:lnR>
                    <a:lnT>
                      <a:noFill/>
                    </a:lnT>
                    <a:lnB>
                      <a:noFill/>
                    </a:lnB>
                    <a:noFill/>
                  </a:tcPr>
                </a:tc>
                <a:tc>
                  <a:txBody>
                    <a:bodyPr/>
                    <a:lstStyle/>
                    <a:p>
                      <a:pPr>
                        <a:buNone/>
                      </a:pPr>
                      <a:endParaRPr lang="en-US">
                        <a:latin typeface="Arial"/>
                        <a:cs typeface="Arial"/>
                      </a:endParaRPr>
                    </a:p>
                  </a:txBody>
                  <a:tcPr anchor="ctr">
                    <a:lnL>
                      <a:noFill/>
                    </a:lnL>
                    <a:lnR>
                      <a:noFill/>
                    </a:lnR>
                    <a:lnT>
                      <a:noFill/>
                    </a:lnT>
                    <a:lnB>
                      <a:noFill/>
                    </a:lnB>
                    <a:noFill/>
                  </a:tcPr>
                </a:tc>
                <a:extLst>
                  <a:ext uri="{0D108BD9-81ED-4DB2-BD59-A6C34878D82A}">
                    <a16:rowId xmlns:a16="http://schemas.microsoft.com/office/drawing/2014/main" val="153972351"/>
                  </a:ext>
                </a:extLst>
              </a:tr>
              <a:tr h="1287234">
                <a:tc>
                  <a:txBody>
                    <a:bodyPr/>
                    <a:lstStyle/>
                    <a:p>
                      <a:pPr>
                        <a:buNone/>
                      </a:pPr>
                      <a:endParaRPr lang="en-US">
                        <a:latin typeface="Arial"/>
                        <a:cs typeface="Arial"/>
                      </a:endParaRPr>
                    </a:p>
                  </a:txBody>
                  <a:tcPr anchor="ctr">
                    <a:lnL>
                      <a:noFill/>
                    </a:lnL>
                    <a:lnR>
                      <a:noFill/>
                    </a:lnR>
                    <a:lnT>
                      <a:noFill/>
                    </a:lnT>
                    <a:lnB>
                      <a:noFill/>
                    </a:lnB>
                    <a:noFill/>
                  </a:tcPr>
                </a:tc>
                <a:tc>
                  <a:txBody>
                    <a:bodyPr/>
                    <a:lstStyle/>
                    <a:p>
                      <a:pPr>
                        <a:buNone/>
                      </a:pPr>
                      <a:endParaRPr lang="en-US" b="1">
                        <a:latin typeface="Arial"/>
                        <a:cs typeface="Arial"/>
                      </a:endParaRPr>
                    </a:p>
                  </a:txBody>
                  <a:tcPr anchor="ctr">
                    <a:lnL>
                      <a:noFill/>
                    </a:lnL>
                    <a:lnR>
                      <a:noFill/>
                    </a:lnR>
                    <a:lnT>
                      <a:noFill/>
                    </a:lnT>
                    <a:lnB>
                      <a:noFill/>
                    </a:lnB>
                    <a:noFill/>
                  </a:tcPr>
                </a:tc>
                <a:tc>
                  <a:txBody>
                    <a:bodyPr/>
                    <a:lstStyle/>
                    <a:p>
                      <a:pPr>
                        <a:buNone/>
                      </a:pPr>
                      <a:endParaRPr lang="en-US">
                        <a:latin typeface="Arial"/>
                        <a:cs typeface="Arial"/>
                      </a:endParaRPr>
                    </a:p>
                  </a:txBody>
                  <a:tcPr anchor="ctr">
                    <a:lnL>
                      <a:noFill/>
                    </a:lnL>
                    <a:lnR>
                      <a:noFill/>
                    </a:lnR>
                    <a:lnT>
                      <a:noFill/>
                    </a:lnT>
                    <a:lnB>
                      <a:noFill/>
                    </a:lnB>
                    <a:noFill/>
                  </a:tcPr>
                </a:tc>
                <a:extLst>
                  <a:ext uri="{0D108BD9-81ED-4DB2-BD59-A6C34878D82A}">
                    <a16:rowId xmlns:a16="http://schemas.microsoft.com/office/drawing/2014/main" val="1241713736"/>
                  </a:ext>
                </a:extLst>
              </a:tr>
              <a:tr h="1344446">
                <a:tc>
                  <a:txBody>
                    <a:bodyPr/>
                    <a:lstStyle/>
                    <a:p>
                      <a:pPr>
                        <a:buNone/>
                      </a:pPr>
                      <a:endParaRPr lang="en-US">
                        <a:latin typeface="Arial"/>
                        <a:cs typeface="Arial"/>
                      </a:endParaRPr>
                    </a:p>
                  </a:txBody>
                  <a:tcPr anchor="ctr">
                    <a:lnL>
                      <a:noFill/>
                    </a:lnL>
                    <a:lnR>
                      <a:noFill/>
                    </a:lnR>
                    <a:lnT>
                      <a:noFill/>
                    </a:lnT>
                    <a:lnB>
                      <a:noFill/>
                    </a:lnB>
                    <a:noFill/>
                  </a:tcPr>
                </a:tc>
                <a:tc>
                  <a:txBody>
                    <a:bodyPr/>
                    <a:lstStyle/>
                    <a:p>
                      <a:pPr>
                        <a:buNone/>
                      </a:pPr>
                      <a:endParaRPr lang="en-US" b="1">
                        <a:latin typeface="Arial"/>
                        <a:cs typeface="Arial"/>
                      </a:endParaRPr>
                    </a:p>
                  </a:txBody>
                  <a:tcPr anchor="ctr">
                    <a:lnL>
                      <a:noFill/>
                    </a:lnL>
                    <a:lnR>
                      <a:noFill/>
                    </a:lnR>
                    <a:lnT>
                      <a:noFill/>
                    </a:lnT>
                    <a:lnB>
                      <a:noFill/>
                    </a:lnB>
                    <a:noFill/>
                  </a:tcPr>
                </a:tc>
                <a:tc>
                  <a:txBody>
                    <a:bodyPr/>
                    <a:lstStyle/>
                    <a:p>
                      <a:pPr lvl="0">
                        <a:buNone/>
                      </a:pPr>
                      <a:endParaRPr lang="en-US">
                        <a:latin typeface="Arial"/>
                        <a:cs typeface="Arial"/>
                      </a:endParaRPr>
                    </a:p>
                  </a:txBody>
                  <a:tcPr anchor="ctr">
                    <a:lnL>
                      <a:noFill/>
                    </a:lnL>
                    <a:lnR>
                      <a:noFill/>
                    </a:lnR>
                    <a:lnT>
                      <a:noFill/>
                    </a:lnT>
                    <a:lnB>
                      <a:noFill/>
                    </a:lnB>
                    <a:noFill/>
                  </a:tcPr>
                </a:tc>
                <a:extLst>
                  <a:ext uri="{0D108BD9-81ED-4DB2-BD59-A6C34878D82A}">
                    <a16:rowId xmlns:a16="http://schemas.microsoft.com/office/drawing/2014/main" val="2434579780"/>
                  </a:ext>
                </a:extLst>
              </a:tr>
            </a:tbl>
          </a:graphicData>
        </a:graphic>
      </p:graphicFrame>
      <p:graphicFrame>
        <p:nvGraphicFramePr>
          <p:cNvPr id="10" name="Table 9">
            <a:extLst>
              <a:ext uri="{FF2B5EF4-FFF2-40B4-BE49-F238E27FC236}">
                <a16:creationId xmlns:a16="http://schemas.microsoft.com/office/drawing/2014/main" id="{3873FBA5-6583-F4EF-1BE9-6CB0877C3A60}"/>
              </a:ext>
            </a:extLst>
          </p:cNvPr>
          <p:cNvGraphicFramePr>
            <a:graphicFrameLocks noGrp="1"/>
          </p:cNvGraphicFramePr>
          <p:nvPr>
            <p:extLst>
              <p:ext uri="{D42A27DB-BD31-4B8C-83A1-F6EECF244321}">
                <p14:modId xmlns:p14="http://schemas.microsoft.com/office/powerpoint/2010/main" val="8212129"/>
              </p:ext>
            </p:extLst>
          </p:nvPr>
        </p:nvGraphicFramePr>
        <p:xfrm>
          <a:off x="0" y="1186069"/>
          <a:ext cx="12192000" cy="4545355"/>
        </p:xfrm>
        <a:graphic>
          <a:graphicData uri="http://schemas.openxmlformats.org/drawingml/2006/table">
            <a:tbl>
              <a:tblPr bandRow="1">
                <a:tableStyleId>{5C22544A-7EE6-4342-B048-85BDC9FD1C3A}</a:tableStyleId>
              </a:tblPr>
              <a:tblGrid>
                <a:gridCol w="4064000">
                  <a:extLst>
                    <a:ext uri="{9D8B030D-6E8A-4147-A177-3AD203B41FA5}">
                      <a16:colId xmlns:a16="http://schemas.microsoft.com/office/drawing/2014/main" val="1445026526"/>
                    </a:ext>
                  </a:extLst>
                </a:gridCol>
                <a:gridCol w="4064000">
                  <a:extLst>
                    <a:ext uri="{9D8B030D-6E8A-4147-A177-3AD203B41FA5}">
                      <a16:colId xmlns:a16="http://schemas.microsoft.com/office/drawing/2014/main" val="4100986946"/>
                    </a:ext>
                  </a:extLst>
                </a:gridCol>
                <a:gridCol w="4064000">
                  <a:extLst>
                    <a:ext uri="{9D8B030D-6E8A-4147-A177-3AD203B41FA5}">
                      <a16:colId xmlns:a16="http://schemas.microsoft.com/office/drawing/2014/main" val="3679626563"/>
                    </a:ext>
                  </a:extLst>
                </a:gridCol>
              </a:tblGrid>
              <a:tr h="415503">
                <a:tc>
                  <a:txBody>
                    <a:bodyPr/>
                    <a:lstStyle/>
                    <a:p>
                      <a:pPr>
                        <a:buNone/>
                      </a:pPr>
                      <a:r>
                        <a:rPr lang="en-US"/>
                        <a:t>Trade</a:t>
                      </a:r>
                    </a:p>
                  </a:txBody>
                  <a:tcPr anchor="ctr">
                    <a:lnL>
                      <a:noFill/>
                    </a:lnL>
                    <a:lnR>
                      <a:noFill/>
                    </a:lnR>
                    <a:lnT>
                      <a:noFill/>
                    </a:lnT>
                    <a:lnB>
                      <a:noFill/>
                    </a:lnB>
                    <a:noFill/>
                  </a:tcPr>
                </a:tc>
                <a:tc>
                  <a:txBody>
                    <a:bodyPr/>
                    <a:lstStyle/>
                    <a:p>
                      <a:pPr>
                        <a:buNone/>
                      </a:pPr>
                      <a:r>
                        <a:rPr lang="en-US"/>
                        <a:t>Preferred Outcome</a:t>
                      </a:r>
                    </a:p>
                  </a:txBody>
                  <a:tcPr anchor="ctr">
                    <a:lnL>
                      <a:noFill/>
                    </a:lnL>
                    <a:lnR>
                      <a:noFill/>
                    </a:lnR>
                    <a:lnT>
                      <a:noFill/>
                    </a:lnT>
                    <a:lnB>
                      <a:noFill/>
                    </a:lnB>
                    <a:noFill/>
                  </a:tcPr>
                </a:tc>
                <a:tc>
                  <a:txBody>
                    <a:bodyPr/>
                    <a:lstStyle/>
                    <a:p>
                      <a:pPr>
                        <a:buNone/>
                      </a:pPr>
                      <a:r>
                        <a:rPr lang="en-US"/>
                        <a:t>Reason</a:t>
                      </a:r>
                    </a:p>
                  </a:txBody>
                  <a:tcPr anchor="ctr">
                    <a:lnL>
                      <a:noFill/>
                    </a:lnL>
                    <a:lnR>
                      <a:noFill/>
                    </a:lnR>
                    <a:lnT>
                      <a:noFill/>
                    </a:lnT>
                    <a:lnB>
                      <a:noFill/>
                    </a:lnB>
                    <a:noFill/>
                  </a:tcPr>
                </a:tc>
                <a:extLst>
                  <a:ext uri="{0D108BD9-81ED-4DB2-BD59-A6C34878D82A}">
                    <a16:rowId xmlns:a16="http://schemas.microsoft.com/office/drawing/2014/main" val="784942307"/>
                  </a:ext>
                </a:extLst>
              </a:tr>
              <a:tr h="742869">
                <a:tc>
                  <a:txBody>
                    <a:bodyPr/>
                    <a:lstStyle/>
                    <a:p>
                      <a:pPr>
                        <a:buNone/>
                      </a:pPr>
                      <a:r>
                        <a:rPr lang="en-US"/>
                        <a:t>Propeller Type</a:t>
                      </a:r>
                    </a:p>
                  </a:txBody>
                  <a:tcPr anchor="ctr">
                    <a:lnL>
                      <a:noFill/>
                    </a:lnL>
                    <a:lnR>
                      <a:noFill/>
                    </a:lnR>
                    <a:lnT>
                      <a:noFill/>
                    </a:lnT>
                    <a:lnB>
                      <a:noFill/>
                    </a:lnB>
                    <a:noFill/>
                  </a:tcPr>
                </a:tc>
                <a:tc>
                  <a:txBody>
                    <a:bodyPr/>
                    <a:lstStyle/>
                    <a:p>
                      <a:pPr>
                        <a:buNone/>
                      </a:pPr>
                      <a:r>
                        <a:rPr lang="en-US" b="1"/>
                        <a:t>7×3.8WSF</a:t>
                      </a:r>
                      <a:endParaRPr lang="en-US"/>
                    </a:p>
                  </a:txBody>
                  <a:tcPr anchor="ctr">
                    <a:lnL>
                      <a:noFill/>
                    </a:lnL>
                    <a:lnR>
                      <a:noFill/>
                    </a:lnR>
                    <a:lnT>
                      <a:noFill/>
                    </a:lnT>
                    <a:lnB>
                      <a:noFill/>
                    </a:lnB>
                    <a:noFill/>
                  </a:tcPr>
                </a:tc>
                <a:tc>
                  <a:txBody>
                    <a:bodyPr/>
                    <a:lstStyle/>
                    <a:p>
                      <a:pPr>
                        <a:buNone/>
                      </a:pPr>
                      <a:r>
                        <a:rPr lang="en-US"/>
                        <a:t>Highest thrust and hover power loading scores</a:t>
                      </a:r>
                    </a:p>
                  </a:txBody>
                  <a:tcPr anchor="ctr">
                    <a:lnL>
                      <a:noFill/>
                    </a:lnL>
                    <a:lnR>
                      <a:noFill/>
                    </a:lnR>
                    <a:lnT>
                      <a:noFill/>
                    </a:lnT>
                    <a:lnB>
                      <a:noFill/>
                    </a:lnB>
                    <a:noFill/>
                  </a:tcPr>
                </a:tc>
                <a:extLst>
                  <a:ext uri="{0D108BD9-81ED-4DB2-BD59-A6C34878D82A}">
                    <a16:rowId xmlns:a16="http://schemas.microsoft.com/office/drawing/2014/main" val="3680905820"/>
                  </a:ext>
                </a:extLst>
              </a:tr>
              <a:tr h="742869">
                <a:tc>
                  <a:txBody>
                    <a:bodyPr/>
                    <a:lstStyle/>
                    <a:p>
                      <a:pPr>
                        <a:buNone/>
                      </a:pPr>
                      <a:r>
                        <a:rPr lang="en-US"/>
                        <a:t>Propeller Material</a:t>
                      </a:r>
                    </a:p>
                  </a:txBody>
                  <a:tcPr anchor="ctr">
                    <a:lnL>
                      <a:noFill/>
                    </a:lnL>
                    <a:lnR>
                      <a:noFill/>
                    </a:lnR>
                    <a:lnT>
                      <a:noFill/>
                    </a:lnT>
                    <a:lnB>
                      <a:noFill/>
                    </a:lnB>
                    <a:noFill/>
                  </a:tcPr>
                </a:tc>
                <a:tc>
                  <a:txBody>
                    <a:bodyPr/>
                    <a:lstStyle/>
                    <a:p>
                      <a:pPr>
                        <a:buNone/>
                      </a:pPr>
                      <a:r>
                        <a:rPr lang="en-US" b="1"/>
                        <a:t>Carbon fiber reinforced nylon/COTs depending on final weights/RPM</a:t>
                      </a:r>
                      <a:endParaRPr lang="en-US"/>
                    </a:p>
                  </a:txBody>
                  <a:tcPr anchor="ctr">
                    <a:lnL>
                      <a:noFill/>
                    </a:lnL>
                    <a:lnR>
                      <a:noFill/>
                    </a:lnR>
                    <a:lnT>
                      <a:noFill/>
                    </a:lnT>
                    <a:lnB>
                      <a:noFill/>
                    </a:lnB>
                    <a:noFill/>
                  </a:tcPr>
                </a:tc>
                <a:tc>
                  <a:txBody>
                    <a:bodyPr/>
                    <a:lstStyle/>
                    <a:p>
                      <a:pPr>
                        <a:buNone/>
                      </a:pPr>
                      <a:r>
                        <a:rPr lang="en-US"/>
                        <a:t>Best overall material trade result, with purchased or printed options</a:t>
                      </a:r>
                    </a:p>
                  </a:txBody>
                  <a:tcPr anchor="ctr">
                    <a:lnL>
                      <a:noFill/>
                    </a:lnL>
                    <a:lnR>
                      <a:noFill/>
                    </a:lnR>
                    <a:lnT>
                      <a:noFill/>
                    </a:lnT>
                    <a:lnB>
                      <a:noFill/>
                    </a:lnB>
                    <a:noFill/>
                  </a:tcPr>
                </a:tc>
                <a:extLst>
                  <a:ext uri="{0D108BD9-81ED-4DB2-BD59-A6C34878D82A}">
                    <a16:rowId xmlns:a16="http://schemas.microsoft.com/office/drawing/2014/main" val="697049132"/>
                  </a:ext>
                </a:extLst>
              </a:tr>
              <a:tr h="1057644">
                <a:tc>
                  <a:txBody>
                    <a:bodyPr/>
                    <a:lstStyle/>
                    <a:p>
                      <a:pPr>
                        <a:buNone/>
                      </a:pPr>
                      <a:r>
                        <a:rPr lang="en-US"/>
                        <a:t>Motor Sizing / Power Draw</a:t>
                      </a:r>
                    </a:p>
                  </a:txBody>
                  <a:tcPr anchor="ctr">
                    <a:lnL>
                      <a:noFill/>
                    </a:lnL>
                    <a:lnR>
                      <a:noFill/>
                    </a:lnR>
                    <a:lnT>
                      <a:noFill/>
                    </a:lnT>
                    <a:lnB>
                      <a:noFill/>
                    </a:lnB>
                    <a:noFill/>
                  </a:tcPr>
                </a:tc>
                <a:tc>
                  <a:txBody>
                    <a:bodyPr/>
                    <a:lstStyle/>
                    <a:p>
                      <a:pPr>
                        <a:buNone/>
                      </a:pPr>
                      <a:r>
                        <a:rPr lang="en-US" b="1"/>
                        <a:t>Requirements calculator developed</a:t>
                      </a:r>
                      <a:endParaRPr lang="en-US"/>
                    </a:p>
                  </a:txBody>
                  <a:tcPr anchor="ctr">
                    <a:lnL>
                      <a:noFill/>
                    </a:lnL>
                    <a:lnR>
                      <a:noFill/>
                    </a:lnR>
                    <a:lnT>
                      <a:noFill/>
                    </a:lnT>
                    <a:lnB>
                      <a:noFill/>
                    </a:lnB>
                    <a:noFill/>
                  </a:tcPr>
                </a:tc>
                <a:tc>
                  <a:txBody>
                    <a:bodyPr/>
                    <a:lstStyle/>
                    <a:p>
                      <a:pPr>
                        <a:buNone/>
                      </a:pPr>
                      <a:r>
                        <a:rPr lang="en-US"/>
                        <a:t>Updates motor requirements as aircraft weight and propeller performance change</a:t>
                      </a:r>
                    </a:p>
                  </a:txBody>
                  <a:tcPr anchor="ctr">
                    <a:lnL>
                      <a:noFill/>
                    </a:lnL>
                    <a:lnR>
                      <a:noFill/>
                    </a:lnR>
                    <a:lnT>
                      <a:noFill/>
                    </a:lnT>
                    <a:lnB>
                      <a:noFill/>
                    </a:lnB>
                    <a:noFill/>
                  </a:tcPr>
                </a:tc>
                <a:extLst>
                  <a:ext uri="{0D108BD9-81ED-4DB2-BD59-A6C34878D82A}">
                    <a16:rowId xmlns:a16="http://schemas.microsoft.com/office/drawing/2014/main" val="1208997449"/>
                  </a:ext>
                </a:extLst>
              </a:tr>
              <a:tr h="1586470">
                <a:tc>
                  <a:txBody>
                    <a:bodyPr/>
                    <a:lstStyle/>
                    <a:p>
                      <a:pPr>
                        <a:buNone/>
                      </a:pPr>
                      <a:r>
                        <a:rPr lang="en-US"/>
                        <a:t>ESC Configuration</a:t>
                      </a:r>
                    </a:p>
                  </a:txBody>
                  <a:tcPr anchor="ctr">
                    <a:lnL>
                      <a:noFill/>
                    </a:lnL>
                    <a:lnR>
                      <a:noFill/>
                    </a:lnR>
                    <a:lnT>
                      <a:noFill/>
                    </a:lnT>
                    <a:lnB>
                      <a:noFill/>
                    </a:lnB>
                    <a:noFill/>
                  </a:tcPr>
                </a:tc>
                <a:tc>
                  <a:txBody>
                    <a:bodyPr/>
                    <a:lstStyle/>
                    <a:p>
                      <a:pPr>
                        <a:buNone/>
                      </a:pPr>
                      <a:r>
                        <a:rPr lang="en-US" b="1"/>
                        <a:t>One ESC per motor</a:t>
                      </a:r>
                      <a:endParaRPr lang="en-US"/>
                    </a:p>
                  </a:txBody>
                  <a:tcPr anchor="ctr">
                    <a:lnL>
                      <a:noFill/>
                    </a:lnL>
                    <a:lnR>
                      <a:noFill/>
                    </a:lnR>
                    <a:lnT>
                      <a:noFill/>
                    </a:lnT>
                    <a:lnB>
                      <a:noFill/>
                    </a:lnB>
                    <a:noFill/>
                  </a:tcPr>
                </a:tc>
                <a:tc>
                  <a:txBody>
                    <a:bodyPr/>
                    <a:lstStyle/>
                    <a:p>
                      <a:pPr>
                        <a:buNone/>
                      </a:pPr>
                      <a:r>
                        <a:rPr lang="en-US"/>
                        <a:t>Allows flexible placement and individual replacement of failed ESCs</a:t>
                      </a:r>
                    </a:p>
                  </a:txBody>
                  <a:tcPr anchor="ctr">
                    <a:lnL>
                      <a:noFill/>
                    </a:lnL>
                    <a:lnR>
                      <a:noFill/>
                    </a:lnR>
                    <a:lnT>
                      <a:noFill/>
                    </a:lnT>
                    <a:lnB>
                      <a:noFill/>
                    </a:lnB>
                    <a:noFill/>
                  </a:tcPr>
                </a:tc>
                <a:extLst>
                  <a:ext uri="{0D108BD9-81ED-4DB2-BD59-A6C34878D82A}">
                    <a16:rowId xmlns:a16="http://schemas.microsoft.com/office/drawing/2014/main" val="585192785"/>
                  </a:ext>
                </a:extLst>
              </a:tr>
            </a:tbl>
          </a:graphicData>
        </a:graphic>
      </p:graphicFrame>
      <p:sp>
        <p:nvSpPr>
          <p:cNvPr id="8" name="Slide Number Placeholder 23">
            <a:extLst>
              <a:ext uri="{FF2B5EF4-FFF2-40B4-BE49-F238E27FC236}">
                <a16:creationId xmlns:a16="http://schemas.microsoft.com/office/drawing/2014/main" id="{EF879E58-3C4C-6BF6-47B9-744DA9F78BA8}"/>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t>30</a:t>
            </a:fld>
            <a:endParaRPr lang="en-US"/>
          </a:p>
        </p:txBody>
      </p:sp>
      <p:grpSp>
        <p:nvGrpSpPr>
          <p:cNvPr id="11" name="Trade Studies Bar - 1 Propulsion">
            <a:extLst>
              <a:ext uri="{FF2B5EF4-FFF2-40B4-BE49-F238E27FC236}">
                <a16:creationId xmlns:a16="http://schemas.microsoft.com/office/drawing/2014/main" id="{E960447B-A422-FC78-1873-D4A9F3C20778}"/>
              </a:ext>
            </a:extLst>
          </p:cNvPr>
          <p:cNvGrpSpPr/>
          <p:nvPr/>
        </p:nvGrpSpPr>
        <p:grpSpPr>
          <a:xfrm>
            <a:off x="814349" y="6570022"/>
            <a:ext cx="10563301" cy="276999"/>
            <a:chOff x="790698" y="5902391"/>
            <a:chExt cx="10563301" cy="276999"/>
          </a:xfrm>
        </p:grpSpPr>
        <p:sp>
          <p:nvSpPr>
            <p:cNvPr id="12" name="Segment 0 - Trade Studies">
              <a:extLst>
                <a:ext uri="{FF2B5EF4-FFF2-40B4-BE49-F238E27FC236}">
                  <a16:creationId xmlns:a16="http://schemas.microsoft.com/office/drawing/2014/main" id="{BBDC3870-81ED-6CCE-B954-D9858BE5266A}"/>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3" name="Segment 1 - Propulsion">
              <a:extLst>
                <a:ext uri="{FF2B5EF4-FFF2-40B4-BE49-F238E27FC236}">
                  <a16:creationId xmlns:a16="http://schemas.microsoft.com/office/drawing/2014/main" id="{CFF343C1-3D01-3E96-D590-A8E685054218}"/>
                </a:ext>
              </a:extLst>
            </p:cNvPr>
            <p:cNvSpPr/>
            <p:nvPr/>
          </p:nvSpPr>
          <p:spPr>
            <a:xfrm>
              <a:off x="268951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Propulsion</a:t>
              </a:r>
            </a:p>
          </p:txBody>
        </p:sp>
        <p:sp>
          <p:nvSpPr>
            <p:cNvPr id="14" name="Segment 2 - Power Systems">
              <a:extLst>
                <a:ext uri="{FF2B5EF4-FFF2-40B4-BE49-F238E27FC236}">
                  <a16:creationId xmlns:a16="http://schemas.microsoft.com/office/drawing/2014/main" id="{FA7CBA81-F9DE-25B6-0CF6-3B32F91F2F41}"/>
                </a:ext>
              </a:extLst>
            </p:cNvPr>
            <p:cNvSpPr/>
            <p:nvPr/>
          </p:nvSpPr>
          <p:spPr>
            <a:xfrm>
              <a:off x="441013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Power Systems</a:t>
              </a:r>
            </a:p>
          </p:txBody>
        </p:sp>
        <p:sp>
          <p:nvSpPr>
            <p:cNvPr id="15" name="Segment 3 - Airframe">
              <a:extLst>
                <a:ext uri="{FF2B5EF4-FFF2-40B4-BE49-F238E27FC236}">
                  <a16:creationId xmlns:a16="http://schemas.microsoft.com/office/drawing/2014/main" id="{FB2EB919-D4ED-0AB2-756D-0BF1299CF4BD}"/>
                </a:ext>
              </a:extLst>
            </p:cNvPr>
            <p:cNvSpPr/>
            <p:nvPr/>
          </p:nvSpPr>
          <p:spPr>
            <a:xfrm>
              <a:off x="613074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Airframe</a:t>
              </a:r>
            </a:p>
          </p:txBody>
        </p:sp>
        <p:sp>
          <p:nvSpPr>
            <p:cNvPr id="16" name="Segment 4 - GNC">
              <a:extLst>
                <a:ext uri="{FF2B5EF4-FFF2-40B4-BE49-F238E27FC236}">
                  <a16:creationId xmlns:a16="http://schemas.microsoft.com/office/drawing/2014/main" id="{7CDB6264-2627-0440-BDA1-044A847B4EED}"/>
                </a:ext>
              </a:extLst>
            </p:cNvPr>
            <p:cNvSpPr/>
            <p:nvPr/>
          </p:nvSpPr>
          <p:spPr>
            <a:xfrm>
              <a:off x="785136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GNC</a:t>
              </a:r>
            </a:p>
          </p:txBody>
        </p:sp>
        <p:sp>
          <p:nvSpPr>
            <p:cNvPr id="17" name="Segment 5 - Avionics">
              <a:extLst>
                <a:ext uri="{FF2B5EF4-FFF2-40B4-BE49-F238E27FC236}">
                  <a16:creationId xmlns:a16="http://schemas.microsoft.com/office/drawing/2014/main" id="{10F3D645-25F5-01FE-6987-CFFB31B5C117}"/>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Tree>
    <p:extLst>
      <p:ext uri="{BB962C8B-B14F-4D97-AF65-F5344CB8AC3E}">
        <p14:creationId xmlns:p14="http://schemas.microsoft.com/office/powerpoint/2010/main" val="39633107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8F2A8-4D27-89AE-89D3-8333E9597F7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31A3024-8D2E-04EC-E455-CF8C439011CA}"/>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D4C2B37A-33D4-A30A-14EA-0EBC6A0AEA7A}"/>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F70D709F-87E9-B1FB-9C1F-13B9430711CB}"/>
              </a:ext>
            </a:extLst>
          </p:cNvPr>
          <p:cNvSpPr txBox="1"/>
          <p:nvPr/>
        </p:nvSpPr>
        <p:spPr>
          <a:xfrm>
            <a:off x="1281748" y="353648"/>
            <a:ext cx="7680960" cy="658368"/>
          </a:xfrm>
          <a:prstGeom prst="rect">
            <a:avLst/>
          </a:prstGeom>
          <a:noFill/>
          <a:ln/>
        </p:spPr>
        <p:txBody>
          <a:bodyPr wrap="square" lIns="0" tIns="0" rIns="0" bIns="0" rtlCol="0" anchor="ctr"/>
          <a:lstStyle/>
          <a:p>
            <a:r>
              <a:rPr lang="en-US" sz="2800" b="1" kern="0" spc="100">
                <a:solidFill>
                  <a:srgbClr val="2B2A28"/>
                </a:solidFill>
                <a:latin typeface="Arial"/>
                <a:cs typeface="Arial"/>
              </a:rPr>
              <a:t>Path Forward</a:t>
            </a:r>
          </a:p>
        </p:txBody>
      </p:sp>
      <p:sp>
        <p:nvSpPr>
          <p:cNvPr id="5" name="Shape 2">
            <a:extLst>
              <a:ext uri="{FF2B5EF4-FFF2-40B4-BE49-F238E27FC236}">
                <a16:creationId xmlns:a16="http://schemas.microsoft.com/office/drawing/2014/main" id="{2CAC1514-2BDA-E5BC-274A-DFB40C6D4863}"/>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9C53B904-F404-D144-F125-8BCC55CE52A8}"/>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graphicFrame>
        <p:nvGraphicFramePr>
          <p:cNvPr id="8" name="Table 7">
            <a:extLst>
              <a:ext uri="{FF2B5EF4-FFF2-40B4-BE49-F238E27FC236}">
                <a16:creationId xmlns:a16="http://schemas.microsoft.com/office/drawing/2014/main" id="{2D833F99-4268-D3DE-DE27-CDF9FAD2C6E9}"/>
              </a:ext>
            </a:extLst>
          </p:cNvPr>
          <p:cNvGraphicFramePr>
            <a:graphicFrameLocks noGrp="1"/>
          </p:cNvGraphicFramePr>
          <p:nvPr>
            <p:extLst>
              <p:ext uri="{D42A27DB-BD31-4B8C-83A1-F6EECF244321}">
                <p14:modId xmlns:p14="http://schemas.microsoft.com/office/powerpoint/2010/main" val="1108400003"/>
              </p:ext>
            </p:extLst>
          </p:nvPr>
        </p:nvGraphicFramePr>
        <p:xfrm>
          <a:off x="1059661" y="1913089"/>
          <a:ext cx="10188364" cy="4118693"/>
        </p:xfrm>
        <a:graphic>
          <a:graphicData uri="http://schemas.openxmlformats.org/drawingml/2006/table">
            <a:tbl>
              <a:tblPr bandRow="1">
                <a:tableStyleId>{5C22544A-7EE6-4342-B048-85BDC9FD1C3A}</a:tableStyleId>
              </a:tblPr>
              <a:tblGrid>
                <a:gridCol w="7255904">
                  <a:extLst>
                    <a:ext uri="{9D8B030D-6E8A-4147-A177-3AD203B41FA5}">
                      <a16:colId xmlns:a16="http://schemas.microsoft.com/office/drawing/2014/main" val="2753146721"/>
                    </a:ext>
                  </a:extLst>
                </a:gridCol>
                <a:gridCol w="2932460">
                  <a:extLst>
                    <a:ext uri="{9D8B030D-6E8A-4147-A177-3AD203B41FA5}">
                      <a16:colId xmlns:a16="http://schemas.microsoft.com/office/drawing/2014/main" val="227563140"/>
                    </a:ext>
                  </a:extLst>
                </a:gridCol>
              </a:tblGrid>
              <a:tr h="816638">
                <a:tc>
                  <a:txBody>
                    <a:bodyPr/>
                    <a:lstStyle/>
                    <a:p>
                      <a:pPr marL="0" indent="0" algn="l" fontAlgn="base">
                        <a:buNone/>
                      </a:pPr>
                      <a:r>
                        <a:rPr lang="en-US" sz="1050" b="1" i="0">
                          <a:solidFill>
                            <a:srgbClr val="C6890F"/>
                          </a:solidFill>
                          <a:effectLst/>
                          <a:latin typeface="Arial"/>
                        </a:rPr>
                        <a:t>PENDING ITEMS</a:t>
                      </a:r>
                      <a:endParaRPr lang="en-US" b="0" i="0">
                        <a:solidFill>
                          <a:srgbClr val="000000"/>
                        </a:solidFill>
                        <a:effectLst/>
                        <a:latin typeface="Arial"/>
                      </a:endParaRP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2B2A28"/>
                    </a:solidFill>
                  </a:tcPr>
                </a:tc>
                <a:tc>
                  <a:txBody>
                    <a:bodyPr/>
                    <a:lstStyle/>
                    <a:p>
                      <a:pPr marL="0" indent="0" algn="ctr" fontAlgn="base">
                        <a:buNone/>
                      </a:pPr>
                      <a:r>
                        <a:rPr lang="en-US" sz="1050" b="1" i="0">
                          <a:solidFill>
                            <a:srgbClr val="C6890F"/>
                          </a:solidFill>
                          <a:effectLst/>
                          <a:latin typeface="Arial"/>
                        </a:rPr>
                        <a:t>PLANNED</a:t>
                      </a:r>
                      <a:endParaRPr lang="en-US" b="0" i="0">
                        <a:solidFill>
                          <a:srgbClr val="000000"/>
                        </a:solidFill>
                        <a:effectLst/>
                        <a:latin typeface="Arial"/>
                      </a:endParaRP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2B2A28"/>
                    </a:solidFill>
                  </a:tcPr>
                </a:tc>
                <a:extLst>
                  <a:ext uri="{0D108BD9-81ED-4DB2-BD59-A6C34878D82A}">
                    <a16:rowId xmlns:a16="http://schemas.microsoft.com/office/drawing/2014/main" val="999613101"/>
                  </a:ext>
                </a:extLst>
              </a:tr>
              <a:tr h="1100685">
                <a:tc>
                  <a:txBody>
                    <a:bodyPr/>
                    <a:lstStyle/>
                    <a:p>
                      <a:pPr marL="0" indent="0" algn="l" fontAlgn="base">
                        <a:buNone/>
                      </a:pPr>
                      <a:r>
                        <a:rPr lang="en-US" sz="1100" b="0" i="0">
                          <a:solidFill>
                            <a:srgbClr val="000000"/>
                          </a:solidFill>
                          <a:effectLst/>
                          <a:latin typeface="Arial"/>
                        </a:rPr>
                        <a:t>CFD Models and Matlab Graphs of Varying RPMs to improve on motor specification calculator.</a:t>
                      </a:r>
                      <a:endParaRPr lang="en-US" b="0" i="0" err="1">
                        <a:solidFill>
                          <a:srgbClr val="000000"/>
                        </a:solidFill>
                        <a:effectLst/>
                      </a:endParaRP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tc>
                  <a:txBody>
                    <a:bodyPr/>
                    <a:lstStyle/>
                    <a:p>
                      <a:pPr marL="0" lvl="0" indent="0" algn="ctr">
                        <a:buNone/>
                      </a:pPr>
                      <a:r>
                        <a:rPr lang="en-US" sz="1100" b="0" i="0">
                          <a:solidFill>
                            <a:srgbClr val="000000"/>
                          </a:solidFill>
                          <a:effectLst/>
                          <a:latin typeface="Arial"/>
                        </a:rPr>
                        <a:t>DR2</a:t>
                      </a:r>
                      <a:endParaRPr lang="en-US"/>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extLst>
                  <a:ext uri="{0D108BD9-81ED-4DB2-BD59-A6C34878D82A}">
                    <a16:rowId xmlns:a16="http://schemas.microsoft.com/office/drawing/2014/main" val="1765898286"/>
                  </a:ext>
                </a:extLst>
              </a:tr>
              <a:tr h="1100685">
                <a:tc>
                  <a:txBody>
                    <a:bodyPr/>
                    <a:lstStyle/>
                    <a:p>
                      <a:pPr marL="0" lvl="0" indent="0" algn="l">
                        <a:buNone/>
                      </a:pPr>
                      <a:r>
                        <a:rPr lang="en-US" sz="1100" b="0" i="0">
                          <a:solidFill>
                            <a:srgbClr val="000000"/>
                          </a:solidFill>
                          <a:effectLst/>
                          <a:latin typeface="Arial"/>
                        </a:rPr>
                        <a:t>CAD models perfected of chosen Propeller Config</a:t>
                      </a: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tc>
                  <a:txBody>
                    <a:bodyPr/>
                    <a:lstStyle/>
                    <a:p>
                      <a:pPr marL="0" lvl="0" indent="0" algn="ctr">
                        <a:buNone/>
                      </a:pPr>
                      <a:r>
                        <a:rPr lang="en-US" sz="1100" b="0" i="0">
                          <a:solidFill>
                            <a:srgbClr val="000000"/>
                          </a:solidFill>
                          <a:effectLst/>
                          <a:latin typeface="Arial"/>
                        </a:rPr>
                        <a:t>DR2</a:t>
                      </a:r>
                      <a:endParaRPr lang="en-US"/>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extLst>
                  <a:ext uri="{0D108BD9-81ED-4DB2-BD59-A6C34878D82A}">
                    <a16:rowId xmlns:a16="http://schemas.microsoft.com/office/drawing/2014/main" val="1042683526"/>
                  </a:ext>
                </a:extLst>
              </a:tr>
              <a:tr h="1100685">
                <a:tc>
                  <a:txBody>
                    <a:bodyPr/>
                    <a:lstStyle/>
                    <a:p>
                      <a:pPr lvl="0">
                        <a:buNone/>
                      </a:pPr>
                      <a:endParaRPr lang="en-US" sz="1100" b="0" i="0" u="none" strike="noStrike" noProof="0">
                        <a:solidFill>
                          <a:srgbClr val="000000"/>
                        </a:solidFill>
                        <a:effectLst/>
                        <a:latin typeface="Arial"/>
                        <a:cs typeface="Arial"/>
                      </a:endParaRP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tc>
                  <a:txBody>
                    <a:bodyPr/>
                    <a:lstStyle/>
                    <a:p>
                      <a:pPr lvl="0" algn="ctr">
                        <a:lnSpc>
                          <a:spcPct val="100000"/>
                        </a:lnSpc>
                        <a:spcBef>
                          <a:spcPts val="0"/>
                        </a:spcBef>
                        <a:spcAft>
                          <a:spcPts val="0"/>
                        </a:spcAft>
                        <a:buNone/>
                      </a:pPr>
                      <a:endParaRPr lang="en-US" sz="1100" b="0" i="0" u="none" strike="noStrike" noProof="0">
                        <a:solidFill>
                          <a:srgbClr val="000000"/>
                        </a:solidFill>
                        <a:effectLst/>
                        <a:latin typeface="Arial"/>
                        <a:cs typeface="Arial"/>
                      </a:endParaRP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extLst>
                  <a:ext uri="{0D108BD9-81ED-4DB2-BD59-A6C34878D82A}">
                    <a16:rowId xmlns:a16="http://schemas.microsoft.com/office/drawing/2014/main" val="709927647"/>
                  </a:ext>
                </a:extLst>
              </a:tr>
            </a:tbl>
          </a:graphicData>
        </a:graphic>
      </p:graphicFrame>
      <p:sp>
        <p:nvSpPr>
          <p:cNvPr id="9" name="Slide Number Placeholder 23">
            <a:extLst>
              <a:ext uri="{FF2B5EF4-FFF2-40B4-BE49-F238E27FC236}">
                <a16:creationId xmlns:a16="http://schemas.microsoft.com/office/drawing/2014/main" id="{FF4A013F-5439-B440-344A-0739853633B5}"/>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t>31</a:t>
            </a:fld>
            <a:endParaRPr lang="en-US"/>
          </a:p>
        </p:txBody>
      </p:sp>
      <p:grpSp>
        <p:nvGrpSpPr>
          <p:cNvPr id="10" name="Trade Studies Bar - 1 Propulsion">
            <a:extLst>
              <a:ext uri="{FF2B5EF4-FFF2-40B4-BE49-F238E27FC236}">
                <a16:creationId xmlns:a16="http://schemas.microsoft.com/office/drawing/2014/main" id="{FE564F8A-44BD-C2C3-6B91-A1E20AE5DA27}"/>
              </a:ext>
            </a:extLst>
          </p:cNvPr>
          <p:cNvGrpSpPr/>
          <p:nvPr/>
        </p:nvGrpSpPr>
        <p:grpSpPr>
          <a:xfrm>
            <a:off x="814349" y="6570022"/>
            <a:ext cx="10563301" cy="276999"/>
            <a:chOff x="790698" y="5902391"/>
            <a:chExt cx="10563301" cy="276999"/>
          </a:xfrm>
        </p:grpSpPr>
        <p:sp>
          <p:nvSpPr>
            <p:cNvPr id="11" name="Segment 0 - Trade Studies">
              <a:extLst>
                <a:ext uri="{FF2B5EF4-FFF2-40B4-BE49-F238E27FC236}">
                  <a16:creationId xmlns:a16="http://schemas.microsoft.com/office/drawing/2014/main" id="{894E3FC7-D719-972E-B7B9-E53DE1EB5B55}"/>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2" name="Segment 1 - Propulsion">
              <a:extLst>
                <a:ext uri="{FF2B5EF4-FFF2-40B4-BE49-F238E27FC236}">
                  <a16:creationId xmlns:a16="http://schemas.microsoft.com/office/drawing/2014/main" id="{775B7B71-B107-4CA5-045D-18DE1C0F1C17}"/>
                </a:ext>
              </a:extLst>
            </p:cNvPr>
            <p:cNvSpPr/>
            <p:nvPr/>
          </p:nvSpPr>
          <p:spPr>
            <a:xfrm>
              <a:off x="268951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Propulsion</a:t>
              </a:r>
            </a:p>
          </p:txBody>
        </p:sp>
        <p:sp>
          <p:nvSpPr>
            <p:cNvPr id="13" name="Segment 2 - Power Systems">
              <a:extLst>
                <a:ext uri="{FF2B5EF4-FFF2-40B4-BE49-F238E27FC236}">
                  <a16:creationId xmlns:a16="http://schemas.microsoft.com/office/drawing/2014/main" id="{CA12F686-3541-D9ED-926D-C1B9D888F67F}"/>
                </a:ext>
              </a:extLst>
            </p:cNvPr>
            <p:cNvSpPr/>
            <p:nvPr/>
          </p:nvSpPr>
          <p:spPr>
            <a:xfrm>
              <a:off x="441013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Power Systems</a:t>
              </a:r>
            </a:p>
          </p:txBody>
        </p:sp>
        <p:sp>
          <p:nvSpPr>
            <p:cNvPr id="15" name="Segment 3 - Airframe">
              <a:extLst>
                <a:ext uri="{FF2B5EF4-FFF2-40B4-BE49-F238E27FC236}">
                  <a16:creationId xmlns:a16="http://schemas.microsoft.com/office/drawing/2014/main" id="{C483DBDE-254C-238A-A260-7BBDFB1AA24E}"/>
                </a:ext>
              </a:extLst>
            </p:cNvPr>
            <p:cNvSpPr/>
            <p:nvPr/>
          </p:nvSpPr>
          <p:spPr>
            <a:xfrm>
              <a:off x="613074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Airframe</a:t>
              </a:r>
            </a:p>
          </p:txBody>
        </p:sp>
        <p:sp>
          <p:nvSpPr>
            <p:cNvPr id="16" name="Segment 4 - GNC">
              <a:extLst>
                <a:ext uri="{FF2B5EF4-FFF2-40B4-BE49-F238E27FC236}">
                  <a16:creationId xmlns:a16="http://schemas.microsoft.com/office/drawing/2014/main" id="{4B34A5F3-B6F8-21A5-66D4-4F31CDBAA1D4}"/>
                </a:ext>
              </a:extLst>
            </p:cNvPr>
            <p:cNvSpPr/>
            <p:nvPr/>
          </p:nvSpPr>
          <p:spPr>
            <a:xfrm>
              <a:off x="785136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GNC</a:t>
              </a:r>
            </a:p>
          </p:txBody>
        </p:sp>
        <p:sp>
          <p:nvSpPr>
            <p:cNvPr id="17" name="Segment 5 - Avionics">
              <a:extLst>
                <a:ext uri="{FF2B5EF4-FFF2-40B4-BE49-F238E27FC236}">
                  <a16:creationId xmlns:a16="http://schemas.microsoft.com/office/drawing/2014/main" id="{D5074BC0-B274-76A4-52E5-A82FEF819334}"/>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Tree>
    <p:extLst>
      <p:ext uri="{BB962C8B-B14F-4D97-AF65-F5344CB8AC3E}">
        <p14:creationId xmlns:p14="http://schemas.microsoft.com/office/powerpoint/2010/main" val="11275632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2B2A28"/>
        </a:solidFill>
        <a:effectLst/>
      </p:bgPr>
    </p:bg>
    <p:spTree>
      <p:nvGrpSpPr>
        <p:cNvPr id="1" name="">
          <a:extLst>
            <a:ext uri="{FF2B5EF4-FFF2-40B4-BE49-F238E27FC236}">
              <a16:creationId xmlns:a16="http://schemas.microsoft.com/office/drawing/2014/main" id="{D4E20850-ADFA-E50A-49AF-AF5A33B73CA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B195F9D-3E38-A39C-6B8F-D24E9204C735}"/>
              </a:ext>
            </a:extLst>
          </p:cNvPr>
          <p:cNvSpPr/>
          <p:nvPr/>
        </p:nvSpPr>
        <p:spPr>
          <a:xfrm>
            <a:off x="9648508" y="4754880"/>
            <a:ext cx="408920" cy="408920"/>
          </a:xfrm>
          <a:prstGeom prst="rect">
            <a:avLst/>
          </a:prstGeom>
          <a:ln w="12700">
            <a:solidFill>
              <a:srgbClr val="C6890F">
                <a:alpha val="14000"/>
              </a:srgbClr>
            </a:solidFill>
            <a:prstDash val="solid"/>
          </a:ln>
        </p:spPr>
        <p:txBody>
          <a:bodyPr/>
          <a:lstStyle/>
          <a:p>
            <a:endParaRPr lang="en-US" sz="1800"/>
          </a:p>
        </p:txBody>
      </p:sp>
      <p:sp>
        <p:nvSpPr>
          <p:cNvPr id="3" name="Shape 1">
            <a:extLst>
              <a:ext uri="{FF2B5EF4-FFF2-40B4-BE49-F238E27FC236}">
                <a16:creationId xmlns:a16="http://schemas.microsoft.com/office/drawing/2014/main" id="{26E776EA-B2F3-5824-3A66-8BDBF82241AC}"/>
              </a:ext>
            </a:extLst>
          </p:cNvPr>
          <p:cNvSpPr/>
          <p:nvPr/>
        </p:nvSpPr>
        <p:spPr>
          <a:xfrm>
            <a:off x="10123996" y="4754880"/>
            <a:ext cx="408920" cy="408920"/>
          </a:xfrm>
          <a:prstGeom prst="rect">
            <a:avLst/>
          </a:prstGeom>
          <a:ln w="12700">
            <a:solidFill>
              <a:srgbClr val="C6890F">
                <a:alpha val="14000"/>
              </a:srgbClr>
            </a:solidFill>
            <a:prstDash val="solid"/>
          </a:ln>
        </p:spPr>
        <p:txBody>
          <a:bodyPr/>
          <a:lstStyle/>
          <a:p>
            <a:endParaRPr lang="en-US" sz="1800"/>
          </a:p>
        </p:txBody>
      </p:sp>
      <p:sp>
        <p:nvSpPr>
          <p:cNvPr id="4" name="Shape 2">
            <a:extLst>
              <a:ext uri="{FF2B5EF4-FFF2-40B4-BE49-F238E27FC236}">
                <a16:creationId xmlns:a16="http://schemas.microsoft.com/office/drawing/2014/main" id="{2878E6FD-CB47-BD4C-0088-01B02A494C4A}"/>
              </a:ext>
            </a:extLst>
          </p:cNvPr>
          <p:cNvSpPr/>
          <p:nvPr/>
        </p:nvSpPr>
        <p:spPr>
          <a:xfrm>
            <a:off x="10599484" y="4754880"/>
            <a:ext cx="408920" cy="408920"/>
          </a:xfrm>
          <a:prstGeom prst="rect">
            <a:avLst/>
          </a:prstGeom>
          <a:ln w="12700">
            <a:solidFill>
              <a:srgbClr val="C6890F">
                <a:alpha val="14000"/>
              </a:srgbClr>
            </a:solidFill>
            <a:prstDash val="solid"/>
          </a:ln>
        </p:spPr>
        <p:txBody>
          <a:bodyPr/>
          <a:lstStyle/>
          <a:p>
            <a:endParaRPr lang="en-US" sz="1800"/>
          </a:p>
        </p:txBody>
      </p:sp>
      <p:sp>
        <p:nvSpPr>
          <p:cNvPr id="5" name="Shape 3">
            <a:extLst>
              <a:ext uri="{FF2B5EF4-FFF2-40B4-BE49-F238E27FC236}">
                <a16:creationId xmlns:a16="http://schemas.microsoft.com/office/drawing/2014/main" id="{2C17F052-BAB6-EECE-408D-7B702B9DE0EA}"/>
              </a:ext>
            </a:extLst>
          </p:cNvPr>
          <p:cNvSpPr/>
          <p:nvPr/>
        </p:nvSpPr>
        <p:spPr>
          <a:xfrm>
            <a:off x="11074972" y="4754880"/>
            <a:ext cx="408920" cy="408920"/>
          </a:xfrm>
          <a:prstGeom prst="rect">
            <a:avLst/>
          </a:prstGeom>
          <a:ln w="12700">
            <a:solidFill>
              <a:srgbClr val="C6890F">
                <a:alpha val="14000"/>
              </a:srgbClr>
            </a:solidFill>
            <a:prstDash val="solid"/>
          </a:ln>
        </p:spPr>
        <p:txBody>
          <a:bodyPr/>
          <a:lstStyle/>
          <a:p>
            <a:endParaRPr lang="en-US" sz="1800"/>
          </a:p>
        </p:txBody>
      </p:sp>
      <p:sp>
        <p:nvSpPr>
          <p:cNvPr id="6" name="Shape 4">
            <a:extLst>
              <a:ext uri="{FF2B5EF4-FFF2-40B4-BE49-F238E27FC236}">
                <a16:creationId xmlns:a16="http://schemas.microsoft.com/office/drawing/2014/main" id="{9B738FE9-3A19-CD72-F1BE-02A8939BDDDE}"/>
              </a:ext>
            </a:extLst>
          </p:cNvPr>
          <p:cNvSpPr/>
          <p:nvPr/>
        </p:nvSpPr>
        <p:spPr>
          <a:xfrm>
            <a:off x="9648508" y="5230368"/>
            <a:ext cx="408920" cy="408920"/>
          </a:xfrm>
          <a:prstGeom prst="rect">
            <a:avLst/>
          </a:prstGeom>
          <a:ln w="12700">
            <a:solidFill>
              <a:srgbClr val="C6890F">
                <a:alpha val="14000"/>
              </a:srgbClr>
            </a:solidFill>
            <a:prstDash val="solid"/>
          </a:ln>
        </p:spPr>
        <p:txBody>
          <a:bodyPr/>
          <a:lstStyle/>
          <a:p>
            <a:endParaRPr lang="en-US" sz="1800"/>
          </a:p>
        </p:txBody>
      </p:sp>
      <p:sp>
        <p:nvSpPr>
          <p:cNvPr id="7" name="Shape 5">
            <a:extLst>
              <a:ext uri="{FF2B5EF4-FFF2-40B4-BE49-F238E27FC236}">
                <a16:creationId xmlns:a16="http://schemas.microsoft.com/office/drawing/2014/main" id="{32584B5D-1177-1F74-B951-4D1A742A80A8}"/>
              </a:ext>
            </a:extLst>
          </p:cNvPr>
          <p:cNvSpPr/>
          <p:nvPr/>
        </p:nvSpPr>
        <p:spPr>
          <a:xfrm>
            <a:off x="10123996" y="5230368"/>
            <a:ext cx="408920" cy="408920"/>
          </a:xfrm>
          <a:prstGeom prst="rect">
            <a:avLst/>
          </a:prstGeom>
          <a:ln w="12700">
            <a:solidFill>
              <a:srgbClr val="C6890F">
                <a:alpha val="14000"/>
              </a:srgbClr>
            </a:solidFill>
            <a:prstDash val="solid"/>
          </a:ln>
        </p:spPr>
        <p:txBody>
          <a:bodyPr/>
          <a:lstStyle/>
          <a:p>
            <a:endParaRPr lang="en-US" sz="1800"/>
          </a:p>
        </p:txBody>
      </p:sp>
      <p:sp>
        <p:nvSpPr>
          <p:cNvPr id="8" name="Shape 6">
            <a:extLst>
              <a:ext uri="{FF2B5EF4-FFF2-40B4-BE49-F238E27FC236}">
                <a16:creationId xmlns:a16="http://schemas.microsoft.com/office/drawing/2014/main" id="{1E287BC2-5B90-26BD-6132-6B390CE65A4C}"/>
              </a:ext>
            </a:extLst>
          </p:cNvPr>
          <p:cNvSpPr/>
          <p:nvPr/>
        </p:nvSpPr>
        <p:spPr>
          <a:xfrm>
            <a:off x="10599484" y="5230368"/>
            <a:ext cx="408920" cy="408920"/>
          </a:xfrm>
          <a:prstGeom prst="rect">
            <a:avLst/>
          </a:prstGeom>
          <a:ln w="12700">
            <a:solidFill>
              <a:srgbClr val="C6890F">
                <a:alpha val="14000"/>
              </a:srgbClr>
            </a:solidFill>
            <a:prstDash val="solid"/>
          </a:ln>
        </p:spPr>
        <p:txBody>
          <a:bodyPr/>
          <a:lstStyle/>
          <a:p>
            <a:endParaRPr lang="en-US" sz="1800"/>
          </a:p>
        </p:txBody>
      </p:sp>
      <p:sp>
        <p:nvSpPr>
          <p:cNvPr id="9" name="Shape 7">
            <a:extLst>
              <a:ext uri="{FF2B5EF4-FFF2-40B4-BE49-F238E27FC236}">
                <a16:creationId xmlns:a16="http://schemas.microsoft.com/office/drawing/2014/main" id="{844ADC5A-FB6E-337B-7435-0E9E33C08056}"/>
              </a:ext>
            </a:extLst>
          </p:cNvPr>
          <p:cNvSpPr/>
          <p:nvPr/>
        </p:nvSpPr>
        <p:spPr>
          <a:xfrm>
            <a:off x="11074972" y="5230368"/>
            <a:ext cx="408920" cy="408920"/>
          </a:xfrm>
          <a:prstGeom prst="rect">
            <a:avLst/>
          </a:prstGeom>
          <a:ln w="12700">
            <a:solidFill>
              <a:srgbClr val="C6890F">
                <a:alpha val="14000"/>
              </a:srgbClr>
            </a:solidFill>
            <a:prstDash val="solid"/>
          </a:ln>
        </p:spPr>
        <p:txBody>
          <a:bodyPr/>
          <a:lstStyle/>
          <a:p>
            <a:endParaRPr lang="en-US" sz="1800"/>
          </a:p>
        </p:txBody>
      </p:sp>
      <p:sp>
        <p:nvSpPr>
          <p:cNvPr id="10" name="Shape 8">
            <a:extLst>
              <a:ext uri="{FF2B5EF4-FFF2-40B4-BE49-F238E27FC236}">
                <a16:creationId xmlns:a16="http://schemas.microsoft.com/office/drawing/2014/main" id="{9856CCCC-EBB9-F170-BC07-72169DC3B543}"/>
              </a:ext>
            </a:extLst>
          </p:cNvPr>
          <p:cNvSpPr/>
          <p:nvPr/>
        </p:nvSpPr>
        <p:spPr>
          <a:xfrm>
            <a:off x="9648508" y="5705856"/>
            <a:ext cx="408920" cy="408920"/>
          </a:xfrm>
          <a:prstGeom prst="rect">
            <a:avLst/>
          </a:prstGeom>
          <a:ln w="12700">
            <a:solidFill>
              <a:srgbClr val="C6890F">
                <a:alpha val="14000"/>
              </a:srgbClr>
            </a:solidFill>
            <a:prstDash val="solid"/>
          </a:ln>
        </p:spPr>
        <p:txBody>
          <a:bodyPr/>
          <a:lstStyle/>
          <a:p>
            <a:endParaRPr lang="en-US" sz="1800"/>
          </a:p>
        </p:txBody>
      </p:sp>
      <p:sp>
        <p:nvSpPr>
          <p:cNvPr id="11" name="Shape 9">
            <a:extLst>
              <a:ext uri="{FF2B5EF4-FFF2-40B4-BE49-F238E27FC236}">
                <a16:creationId xmlns:a16="http://schemas.microsoft.com/office/drawing/2014/main" id="{496FF3C4-5F3F-A0FB-3F16-7E4EEF29541B}"/>
              </a:ext>
            </a:extLst>
          </p:cNvPr>
          <p:cNvSpPr/>
          <p:nvPr/>
        </p:nvSpPr>
        <p:spPr>
          <a:xfrm>
            <a:off x="10123996" y="5705856"/>
            <a:ext cx="408920" cy="408920"/>
          </a:xfrm>
          <a:prstGeom prst="rect">
            <a:avLst/>
          </a:prstGeom>
          <a:ln w="12700">
            <a:solidFill>
              <a:srgbClr val="C6890F">
                <a:alpha val="14000"/>
              </a:srgbClr>
            </a:solidFill>
            <a:prstDash val="solid"/>
          </a:ln>
        </p:spPr>
        <p:txBody>
          <a:bodyPr/>
          <a:lstStyle/>
          <a:p>
            <a:endParaRPr lang="en-US" sz="1800"/>
          </a:p>
        </p:txBody>
      </p:sp>
      <p:sp>
        <p:nvSpPr>
          <p:cNvPr id="12" name="Shape 10">
            <a:extLst>
              <a:ext uri="{FF2B5EF4-FFF2-40B4-BE49-F238E27FC236}">
                <a16:creationId xmlns:a16="http://schemas.microsoft.com/office/drawing/2014/main" id="{0AAC0F6C-E953-BD74-CFAC-EE7884D73D28}"/>
              </a:ext>
            </a:extLst>
          </p:cNvPr>
          <p:cNvSpPr/>
          <p:nvPr/>
        </p:nvSpPr>
        <p:spPr>
          <a:xfrm>
            <a:off x="10599484" y="5705856"/>
            <a:ext cx="408920" cy="408920"/>
          </a:xfrm>
          <a:prstGeom prst="rect">
            <a:avLst/>
          </a:prstGeom>
          <a:ln w="12700">
            <a:solidFill>
              <a:srgbClr val="C6890F">
                <a:alpha val="14000"/>
              </a:srgbClr>
            </a:solidFill>
            <a:prstDash val="solid"/>
          </a:ln>
        </p:spPr>
        <p:txBody>
          <a:bodyPr/>
          <a:lstStyle/>
          <a:p>
            <a:endParaRPr lang="en-US" sz="1800"/>
          </a:p>
        </p:txBody>
      </p:sp>
      <p:sp>
        <p:nvSpPr>
          <p:cNvPr id="13" name="Shape 11">
            <a:extLst>
              <a:ext uri="{FF2B5EF4-FFF2-40B4-BE49-F238E27FC236}">
                <a16:creationId xmlns:a16="http://schemas.microsoft.com/office/drawing/2014/main" id="{56DC7AC0-6922-73CB-6FE5-AF2AA769FCFF}"/>
              </a:ext>
            </a:extLst>
          </p:cNvPr>
          <p:cNvSpPr/>
          <p:nvPr/>
        </p:nvSpPr>
        <p:spPr>
          <a:xfrm>
            <a:off x="11074972" y="5705856"/>
            <a:ext cx="408920" cy="408920"/>
          </a:xfrm>
          <a:prstGeom prst="rect">
            <a:avLst/>
          </a:prstGeom>
          <a:ln w="12700">
            <a:solidFill>
              <a:srgbClr val="C6890F">
                <a:alpha val="14000"/>
              </a:srgbClr>
            </a:solidFill>
            <a:prstDash val="solid"/>
          </a:ln>
        </p:spPr>
        <p:txBody>
          <a:bodyPr/>
          <a:lstStyle/>
          <a:p>
            <a:endParaRPr lang="en-US" sz="1800"/>
          </a:p>
        </p:txBody>
      </p:sp>
      <p:sp>
        <p:nvSpPr>
          <p:cNvPr id="14" name="Shape 12">
            <a:extLst>
              <a:ext uri="{FF2B5EF4-FFF2-40B4-BE49-F238E27FC236}">
                <a16:creationId xmlns:a16="http://schemas.microsoft.com/office/drawing/2014/main" id="{7AF5010D-CF9E-D251-A4ED-6BD22644C32E}"/>
              </a:ext>
            </a:extLst>
          </p:cNvPr>
          <p:cNvSpPr/>
          <p:nvPr/>
        </p:nvSpPr>
        <p:spPr>
          <a:xfrm>
            <a:off x="9785668"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5" name="Shape 13">
            <a:extLst>
              <a:ext uri="{FF2B5EF4-FFF2-40B4-BE49-F238E27FC236}">
                <a16:creationId xmlns:a16="http://schemas.microsoft.com/office/drawing/2014/main" id="{60C85619-4616-BE6B-C5D6-B6A3F3F351E2}"/>
              </a:ext>
            </a:extLst>
          </p:cNvPr>
          <p:cNvSpPr/>
          <p:nvPr/>
        </p:nvSpPr>
        <p:spPr>
          <a:xfrm>
            <a:off x="9944408" y="798820"/>
            <a:ext cx="249448" cy="249448"/>
          </a:xfrm>
          <a:prstGeom prst="ellipse">
            <a:avLst/>
          </a:prstGeom>
          <a:ln w="28575">
            <a:solidFill>
              <a:srgbClr val="C6890F">
                <a:alpha val="85000"/>
              </a:srgbClr>
            </a:solidFill>
            <a:prstDash val="solid"/>
          </a:ln>
        </p:spPr>
        <p:txBody>
          <a:bodyPr/>
          <a:lstStyle/>
          <a:p>
            <a:endParaRPr lang="en-US" sz="1800"/>
          </a:p>
        </p:txBody>
      </p:sp>
      <p:sp>
        <p:nvSpPr>
          <p:cNvPr id="16" name="Shape 14">
            <a:extLst>
              <a:ext uri="{FF2B5EF4-FFF2-40B4-BE49-F238E27FC236}">
                <a16:creationId xmlns:a16="http://schemas.microsoft.com/office/drawing/2014/main" id="{7C56F35E-A9C0-D732-AD1A-042B4C178D58}"/>
              </a:ext>
            </a:extLst>
          </p:cNvPr>
          <p:cNvSpPr/>
          <p:nvPr/>
        </p:nvSpPr>
        <p:spPr>
          <a:xfrm>
            <a:off x="10511336"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7" name="Shape 15">
            <a:extLst>
              <a:ext uri="{FF2B5EF4-FFF2-40B4-BE49-F238E27FC236}">
                <a16:creationId xmlns:a16="http://schemas.microsoft.com/office/drawing/2014/main" id="{8C02E7B6-6FFE-80AC-9D88-49A0FBFE4C8F}"/>
              </a:ext>
            </a:extLst>
          </p:cNvPr>
          <p:cNvSpPr/>
          <p:nvPr/>
        </p:nvSpPr>
        <p:spPr>
          <a:xfrm>
            <a:off x="10670076" y="798820"/>
            <a:ext cx="249448" cy="249448"/>
          </a:xfrm>
          <a:prstGeom prst="ellipse">
            <a:avLst/>
          </a:prstGeom>
          <a:ln w="28575">
            <a:solidFill>
              <a:srgbClr val="C6890F">
                <a:alpha val="85000"/>
              </a:srgbClr>
            </a:solidFill>
            <a:prstDash val="solid"/>
          </a:ln>
        </p:spPr>
        <p:txBody>
          <a:bodyPr/>
          <a:lstStyle/>
          <a:p>
            <a:endParaRPr lang="en-US" sz="1800"/>
          </a:p>
        </p:txBody>
      </p:sp>
      <p:sp>
        <p:nvSpPr>
          <p:cNvPr id="18" name="Shape 16">
            <a:extLst>
              <a:ext uri="{FF2B5EF4-FFF2-40B4-BE49-F238E27FC236}">
                <a16:creationId xmlns:a16="http://schemas.microsoft.com/office/drawing/2014/main" id="{B090A61A-3A16-C3D5-0BE4-1AD114B7C616}"/>
              </a:ext>
            </a:extLst>
          </p:cNvPr>
          <p:cNvSpPr/>
          <p:nvPr/>
        </p:nvSpPr>
        <p:spPr>
          <a:xfrm>
            <a:off x="10749446" y="878190"/>
            <a:ext cx="90708" cy="90708"/>
          </a:xfrm>
          <a:prstGeom prst="ellipse">
            <a:avLst/>
          </a:prstGeom>
          <a:solidFill>
            <a:srgbClr val="2E9BC4">
              <a:alpha val="85000"/>
            </a:srgbClr>
          </a:solidFill>
          <a:ln/>
        </p:spPr>
        <p:txBody>
          <a:bodyPr/>
          <a:lstStyle/>
          <a:p>
            <a:endParaRPr lang="en-US" sz="1800"/>
          </a:p>
        </p:txBody>
      </p:sp>
      <p:sp>
        <p:nvSpPr>
          <p:cNvPr id="21" name="Text 19">
            <a:extLst>
              <a:ext uri="{FF2B5EF4-FFF2-40B4-BE49-F238E27FC236}">
                <a16:creationId xmlns:a16="http://schemas.microsoft.com/office/drawing/2014/main" id="{E381E345-CEFF-D794-6BA4-3F7695EDD29A}"/>
              </a:ext>
            </a:extLst>
          </p:cNvPr>
          <p:cNvSpPr txBox="1"/>
          <p:nvPr/>
        </p:nvSpPr>
        <p:spPr>
          <a:xfrm>
            <a:off x="641668" y="2194560"/>
            <a:ext cx="8229600" cy="365760"/>
          </a:xfrm>
          <a:prstGeom prst="rect">
            <a:avLst/>
          </a:prstGeom>
          <a:noFill/>
          <a:ln/>
        </p:spPr>
        <p:txBody>
          <a:bodyPr wrap="square" lIns="0" tIns="0" rIns="0" bIns="0" rtlCol="0" anchor="ctr"/>
          <a:lstStyle/>
          <a:p>
            <a:r>
              <a:rPr lang="en-US" sz="1400" b="1" kern="0" spc="300">
                <a:solidFill>
                  <a:srgbClr val="2E9BC4"/>
                </a:solidFill>
                <a:latin typeface="Arial"/>
                <a:cs typeface="Arial"/>
              </a:rPr>
              <a:t>ASEN-4018-013</a:t>
            </a:r>
          </a:p>
        </p:txBody>
      </p:sp>
      <p:sp>
        <p:nvSpPr>
          <p:cNvPr id="22" name="Text 20">
            <a:extLst>
              <a:ext uri="{FF2B5EF4-FFF2-40B4-BE49-F238E27FC236}">
                <a16:creationId xmlns:a16="http://schemas.microsoft.com/office/drawing/2014/main" id="{F457EB5F-6E9C-2A47-0CE5-AB96B1E01AB4}"/>
              </a:ext>
            </a:extLst>
          </p:cNvPr>
          <p:cNvSpPr txBox="1"/>
          <p:nvPr/>
        </p:nvSpPr>
        <p:spPr>
          <a:xfrm>
            <a:off x="605092" y="2651760"/>
            <a:ext cx="10515600" cy="1097280"/>
          </a:xfrm>
          <a:prstGeom prst="rect">
            <a:avLst/>
          </a:prstGeom>
          <a:noFill/>
          <a:ln/>
        </p:spPr>
        <p:txBody>
          <a:bodyPr wrap="square" lIns="0" tIns="0" rIns="0" bIns="0" rtlCol="0" anchor="ctr"/>
          <a:lstStyle/>
          <a:p>
            <a:r>
              <a:rPr lang="en-US" sz="5000" b="1">
                <a:solidFill>
                  <a:srgbClr val="C6890F"/>
                </a:solidFill>
                <a:latin typeface="Arial"/>
                <a:cs typeface="Arial"/>
              </a:rPr>
              <a:t>UAS – Power Systems</a:t>
            </a:r>
            <a:endParaRPr lang="en-US"/>
          </a:p>
        </p:txBody>
      </p:sp>
      <p:sp>
        <p:nvSpPr>
          <p:cNvPr id="23" name="Shape 21">
            <a:extLst>
              <a:ext uri="{FF2B5EF4-FFF2-40B4-BE49-F238E27FC236}">
                <a16:creationId xmlns:a16="http://schemas.microsoft.com/office/drawing/2014/main" id="{F8F9ED2F-2844-79A9-92C1-F355E33D7A93}"/>
              </a:ext>
            </a:extLst>
          </p:cNvPr>
          <p:cNvSpPr/>
          <p:nvPr/>
        </p:nvSpPr>
        <p:spPr>
          <a:xfrm>
            <a:off x="659956" y="3886200"/>
            <a:ext cx="3108960" cy="0"/>
          </a:xfrm>
          <a:prstGeom prst="line">
            <a:avLst/>
          </a:prstGeom>
          <a:noFill/>
          <a:ln w="25400">
            <a:solidFill>
              <a:srgbClr val="C6890F"/>
            </a:solidFill>
            <a:prstDash val="solid"/>
          </a:ln>
        </p:spPr>
        <p:txBody>
          <a:bodyPr/>
          <a:lstStyle/>
          <a:p>
            <a:endParaRPr lang="en-US" sz="1800"/>
          </a:p>
        </p:txBody>
      </p:sp>
      <p:sp>
        <p:nvSpPr>
          <p:cNvPr id="24" name="Text 22">
            <a:extLst>
              <a:ext uri="{FF2B5EF4-FFF2-40B4-BE49-F238E27FC236}">
                <a16:creationId xmlns:a16="http://schemas.microsoft.com/office/drawing/2014/main" id="{39B6A4D9-41BE-9588-AE27-E4CEF9A245B8}"/>
              </a:ext>
            </a:extLst>
          </p:cNvPr>
          <p:cNvSpPr txBox="1"/>
          <p:nvPr/>
        </p:nvSpPr>
        <p:spPr>
          <a:xfrm>
            <a:off x="641668" y="4114800"/>
            <a:ext cx="8686800" cy="548640"/>
          </a:xfrm>
          <a:prstGeom prst="rect">
            <a:avLst/>
          </a:prstGeom>
          <a:noFill/>
          <a:ln/>
        </p:spPr>
        <p:txBody>
          <a:bodyPr wrap="square" lIns="0" tIns="0" rIns="0" bIns="0" rtlCol="0" anchor="ctr"/>
          <a:lstStyle/>
          <a:p>
            <a:r>
              <a:rPr lang="en-US" sz="1600">
                <a:solidFill>
                  <a:srgbClr val="E9E3D6"/>
                </a:solidFill>
                <a:latin typeface="Arial"/>
                <a:cs typeface="Arial"/>
              </a:rPr>
              <a:t>Trade-studies</a:t>
            </a:r>
            <a:endParaRPr lang="en-US" sz="1800"/>
          </a:p>
        </p:txBody>
      </p:sp>
    </p:spTree>
    <p:extLst>
      <p:ext uri="{BB962C8B-B14F-4D97-AF65-F5344CB8AC3E}">
        <p14:creationId xmlns:p14="http://schemas.microsoft.com/office/powerpoint/2010/main" val="20258451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p:cNvPicPr>
            <a:picLocks noChangeAspect="1"/>
          </p:cNvPicPr>
          <p:nvPr/>
        </p:nvPicPr>
        <p:blipFill>
          <a:blip r:embed="rId3"/>
          <a:stretch>
            <a:fillRect/>
          </a:stretch>
        </p:blipFill>
        <p:spPr>
          <a:xfrm>
            <a:off x="579489" y="504749"/>
            <a:ext cx="362102" cy="362102"/>
          </a:xfrm>
          <a:prstGeom prst="rect">
            <a:avLst/>
          </a:prstGeom>
        </p:spPr>
      </p:pic>
      <p:sp>
        <p:nvSpPr>
          <p:cNvPr id="4" name="Text 1"/>
          <p:cNvSpPr txBox="1"/>
          <p:nvPr/>
        </p:nvSpPr>
        <p:spPr>
          <a:xfrm>
            <a:off x="1281748" y="353648"/>
            <a:ext cx="7680960" cy="658368"/>
          </a:xfrm>
          <a:prstGeom prst="rect">
            <a:avLst/>
          </a:prstGeom>
          <a:noFill/>
          <a:ln/>
        </p:spPr>
        <p:txBody>
          <a:bodyPr wrap="square" lIns="0" tIns="0" rIns="0" bIns="0" rtlCol="0" anchor="ctr"/>
          <a:lstStyle/>
          <a:p>
            <a:r>
              <a:rPr lang="en-US" sz="2800" b="1" kern="0" spc="100">
                <a:solidFill>
                  <a:srgbClr val="2B2A28"/>
                </a:solidFill>
                <a:latin typeface="Arial"/>
                <a:ea typeface="+mn-lt"/>
                <a:cs typeface="Arial"/>
              </a:rPr>
              <a:t>Power Systems</a:t>
            </a:r>
            <a:r>
              <a:rPr lang="en-US" sz="2800" b="1" kern="0" spc="100">
                <a:solidFill>
                  <a:srgbClr val="2B2A28"/>
                </a:solidFill>
                <a:latin typeface="Arial"/>
                <a:ea typeface="Calibri"/>
                <a:cs typeface="Arial"/>
              </a:rPr>
              <a:t> Background</a:t>
            </a:r>
            <a:endParaRPr lang="en-US">
              <a:latin typeface="Arial"/>
              <a:cs typeface="Arial"/>
            </a:endParaRPr>
          </a:p>
        </p:txBody>
      </p:sp>
      <p:sp>
        <p:nvSpPr>
          <p:cNvPr id="5" name="Shape 2"/>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13" name="Text 9"/>
          <p:cNvSpPr txBox="1"/>
          <p:nvPr/>
        </p:nvSpPr>
        <p:spPr>
          <a:xfrm>
            <a:off x="11367580" y="6492240"/>
            <a:ext cx="365760" cy="274320"/>
          </a:xfrm>
          <a:prstGeom prst="rect">
            <a:avLst/>
          </a:prstGeom>
          <a:noFill/>
          <a:ln/>
        </p:spPr>
        <p:txBody>
          <a:bodyPr wrap="square" lIns="0" tIns="0" rIns="0" bIns="0" rtlCol="0" anchor="ctr"/>
          <a:lstStyle/>
          <a:p>
            <a:pPr marL="0" indent="0" algn="r">
              <a:buNone/>
            </a:pPr>
            <a:r>
              <a:rPr lang="en-US" sz="900">
                <a:solidFill>
                  <a:srgbClr val="8A857C"/>
                </a:solidFill>
                <a:latin typeface="Arial" pitchFamily="34" charset="0"/>
                <a:ea typeface="Arial" pitchFamily="34" charset="-122"/>
                <a:cs typeface="Arial" pitchFamily="34" charset="-120"/>
              </a:rPr>
              <a:t>4</a:t>
            </a:r>
            <a:endParaRPr lang="en-US" sz="900"/>
          </a:p>
        </p:txBody>
      </p:sp>
      <p:pic>
        <p:nvPicPr>
          <p:cNvPr id="8" name="Picture 7" descr="Efficient Drone Charger for Quick Charging 76685404 Vector Art at Vecteezy">
            <a:extLst>
              <a:ext uri="{FF2B5EF4-FFF2-40B4-BE49-F238E27FC236}">
                <a16:creationId xmlns:a16="http://schemas.microsoft.com/office/drawing/2014/main" id="{2C3FB8E2-7169-67EF-D111-DDE9BE26ECF1}"/>
              </a:ext>
            </a:extLst>
          </p:cNvPr>
          <p:cNvPicPr>
            <a:picLocks noChangeAspect="1"/>
          </p:cNvPicPr>
          <p:nvPr/>
        </p:nvPicPr>
        <p:blipFill>
          <a:blip r:embed="rId4"/>
          <a:stretch>
            <a:fillRect/>
          </a:stretch>
        </p:blipFill>
        <p:spPr>
          <a:xfrm>
            <a:off x="7602458" y="1133158"/>
            <a:ext cx="4311968" cy="4340702"/>
          </a:xfrm>
          <a:prstGeom prst="rect">
            <a:avLst/>
          </a:prstGeom>
        </p:spPr>
      </p:pic>
      <p:sp>
        <p:nvSpPr>
          <p:cNvPr id="9" name="TextBox 8">
            <a:extLst>
              <a:ext uri="{FF2B5EF4-FFF2-40B4-BE49-F238E27FC236}">
                <a16:creationId xmlns:a16="http://schemas.microsoft.com/office/drawing/2014/main" id="{97E462D4-2926-564E-8FFA-E2ACDDAD5BE6}"/>
              </a:ext>
            </a:extLst>
          </p:cNvPr>
          <p:cNvSpPr txBox="1"/>
          <p:nvPr/>
        </p:nvSpPr>
        <p:spPr>
          <a:xfrm>
            <a:off x="523874" y="1131094"/>
            <a:ext cx="7227093" cy="50167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b="1">
                <a:latin typeface="Arial"/>
                <a:cs typeface="Arial"/>
              </a:rPr>
              <a:t>The UAS shall sustain stress loads of TBD for a duration of 15 minutes.​</a:t>
            </a:r>
          </a:p>
          <a:p>
            <a:endParaRPr lang="en-US" sz="1600" b="1">
              <a:latin typeface="Arial"/>
              <a:ea typeface="+mn-lt"/>
              <a:cs typeface="Arial"/>
            </a:endParaRPr>
          </a:p>
          <a:p>
            <a:pPr marL="742950" lvl="1" indent="-285750">
              <a:buFont typeface="Courier New"/>
              <a:buChar char="o"/>
            </a:pPr>
            <a:r>
              <a:rPr lang="en-US" sz="1600">
                <a:latin typeface="Arial"/>
                <a:ea typeface="+mn-lt"/>
                <a:cs typeface="Arial"/>
              </a:rPr>
              <a:t>The UAS computing system shall draw no more than TBD Watts of power at peak operation</a:t>
            </a:r>
          </a:p>
          <a:p>
            <a:pPr marL="742950" lvl="1" indent="-285750">
              <a:buFont typeface="Courier New"/>
              <a:buChar char="o"/>
            </a:pPr>
            <a:endParaRPr lang="en-US" sz="1600">
              <a:latin typeface="Arial"/>
              <a:ea typeface="+mn-lt"/>
              <a:cs typeface="Arial"/>
            </a:endParaRPr>
          </a:p>
          <a:p>
            <a:pPr marL="742950" lvl="1" indent="-285750">
              <a:buFont typeface="Courier New"/>
              <a:buChar char="o"/>
            </a:pPr>
            <a:r>
              <a:rPr lang="en-US" sz="1600">
                <a:latin typeface="Arial"/>
                <a:ea typeface="+mn-lt"/>
                <a:cs typeface="Arial"/>
              </a:rPr>
              <a:t>The UAS power system shall provide power to flight components for a minimum of 15 minutes.</a:t>
            </a:r>
            <a:endParaRPr lang="en-US" sz="1600">
              <a:latin typeface="Arial"/>
              <a:cs typeface="Arial"/>
            </a:endParaRPr>
          </a:p>
          <a:p>
            <a:pPr marL="742950" lvl="1" indent="-285750">
              <a:buFont typeface="Courier New"/>
              <a:buChar char="o"/>
            </a:pPr>
            <a:endParaRPr lang="en-US" sz="1600">
              <a:latin typeface="Arial"/>
              <a:cs typeface="Arial"/>
            </a:endParaRPr>
          </a:p>
          <a:p>
            <a:pPr marL="742950" lvl="1" indent="-285750">
              <a:buFont typeface="Courier New"/>
              <a:buChar char="o"/>
            </a:pPr>
            <a:r>
              <a:rPr lang="en-US" sz="1600">
                <a:latin typeface="Arial"/>
                <a:ea typeface="+mn-lt"/>
                <a:cs typeface="Arial"/>
              </a:rPr>
              <a:t>The UAS power system shall provide stable power to the propulsion  system (To accommodate steady level flight).</a:t>
            </a:r>
          </a:p>
          <a:p>
            <a:pPr lvl="1"/>
            <a:endParaRPr lang="en-US" sz="1600">
              <a:latin typeface="Arial"/>
              <a:ea typeface="+mn-lt"/>
              <a:cs typeface="Arial"/>
            </a:endParaRPr>
          </a:p>
          <a:p>
            <a:pPr marL="285750" indent="-285750">
              <a:buFont typeface="Arial"/>
              <a:buChar char="•"/>
            </a:pPr>
            <a:r>
              <a:rPr lang="en-US" sz="1600" b="1">
                <a:latin typeface="Arial"/>
                <a:ea typeface="+mn-lt"/>
                <a:cs typeface="Arial"/>
              </a:rPr>
              <a:t>The UAS Power System shall be fitted with wire harnessing.</a:t>
            </a:r>
            <a:endParaRPr lang="en-US" sz="1600" b="1">
              <a:latin typeface="Arial"/>
              <a:cs typeface="Arial"/>
            </a:endParaRPr>
          </a:p>
          <a:p>
            <a:pPr marL="285750" indent="-285750">
              <a:buFont typeface="Arial"/>
              <a:buChar char="•"/>
            </a:pPr>
            <a:endParaRPr lang="en-US" sz="1600" b="1">
              <a:latin typeface="Arial"/>
              <a:ea typeface="+mn-lt"/>
              <a:cs typeface="Arial"/>
            </a:endParaRPr>
          </a:p>
          <a:p>
            <a:pPr marL="742950" lvl="1" indent="-285750">
              <a:buFont typeface="Courier New"/>
              <a:buChar char="o"/>
            </a:pPr>
            <a:r>
              <a:rPr lang="en-US" sz="1600">
                <a:latin typeface="Arial"/>
                <a:ea typeface="+mn-lt"/>
                <a:cs typeface="Arial"/>
              </a:rPr>
              <a:t>The Power System wire management shall be accessible for maintenance and repairs.</a:t>
            </a:r>
            <a:endParaRPr lang="en-US" sz="1600">
              <a:latin typeface="Arial"/>
              <a:cs typeface="Arial"/>
            </a:endParaRPr>
          </a:p>
          <a:p>
            <a:pPr marL="742950" lvl="1" indent="-285750">
              <a:buFont typeface="Courier New"/>
              <a:buChar char="o"/>
            </a:pPr>
            <a:endParaRPr lang="en-US" sz="1600">
              <a:latin typeface="Arial"/>
              <a:ea typeface="+mn-lt"/>
              <a:cs typeface="Arial"/>
            </a:endParaRPr>
          </a:p>
          <a:p>
            <a:pPr marL="742950" lvl="1" indent="-285750">
              <a:buFont typeface="Courier New"/>
              <a:buChar char="o"/>
            </a:pPr>
            <a:r>
              <a:rPr lang="en-US" sz="1600">
                <a:latin typeface="Arial"/>
                <a:ea typeface="+mn-lt"/>
                <a:cs typeface="Arial"/>
              </a:rPr>
              <a:t>The Power System shall not exceed the maximum operating temperature of TBD.</a:t>
            </a:r>
            <a:endParaRPr lang="en-US" sz="1600">
              <a:latin typeface="Arial"/>
              <a:cs typeface="Arial"/>
            </a:endParaRPr>
          </a:p>
          <a:p>
            <a:pPr marL="742950" lvl="1" indent="-285750">
              <a:buFont typeface="Courier New"/>
              <a:buChar char="o"/>
            </a:pPr>
            <a:endParaRPr lang="en-US" sz="1600"/>
          </a:p>
        </p:txBody>
      </p:sp>
      <p:grpSp>
        <p:nvGrpSpPr>
          <p:cNvPr id="17" name="Trade Studies Bar - 1 Propulsion">
            <a:extLst>
              <a:ext uri="{FF2B5EF4-FFF2-40B4-BE49-F238E27FC236}">
                <a16:creationId xmlns:a16="http://schemas.microsoft.com/office/drawing/2014/main" id="{6DBA19A8-DF8D-18AF-888B-01E4B87463ED}"/>
              </a:ext>
            </a:extLst>
          </p:cNvPr>
          <p:cNvGrpSpPr/>
          <p:nvPr/>
        </p:nvGrpSpPr>
        <p:grpSpPr>
          <a:xfrm>
            <a:off x="814349" y="6570022"/>
            <a:ext cx="10563301" cy="276999"/>
            <a:chOff x="790698" y="5902391"/>
            <a:chExt cx="10563301" cy="276999"/>
          </a:xfrm>
        </p:grpSpPr>
        <p:sp>
          <p:nvSpPr>
            <p:cNvPr id="10" name="Segment 0 - Trade Studies">
              <a:extLst>
                <a:ext uri="{FF2B5EF4-FFF2-40B4-BE49-F238E27FC236}">
                  <a16:creationId xmlns:a16="http://schemas.microsoft.com/office/drawing/2014/main" id="{12797079-BB91-648D-8BEB-8D93893441AD}"/>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1" name="Segment 1 - Propulsion">
              <a:extLst>
                <a:ext uri="{FF2B5EF4-FFF2-40B4-BE49-F238E27FC236}">
                  <a16:creationId xmlns:a16="http://schemas.microsoft.com/office/drawing/2014/main" id="{EBC7C7EA-EB07-456A-473B-7B04F6C563FD}"/>
                </a:ext>
              </a:extLst>
            </p:cNvPr>
            <p:cNvSpPr/>
            <p:nvPr/>
          </p:nvSpPr>
          <p:spPr>
            <a:xfrm>
              <a:off x="268951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Propulsion</a:t>
              </a:r>
            </a:p>
          </p:txBody>
        </p:sp>
        <p:sp>
          <p:nvSpPr>
            <p:cNvPr id="12" name="Segment 2 - Power Systems">
              <a:extLst>
                <a:ext uri="{FF2B5EF4-FFF2-40B4-BE49-F238E27FC236}">
                  <a16:creationId xmlns:a16="http://schemas.microsoft.com/office/drawing/2014/main" id="{FD99E82E-4B09-4160-23E5-7586D95031E9}"/>
                </a:ext>
              </a:extLst>
            </p:cNvPr>
            <p:cNvSpPr/>
            <p:nvPr/>
          </p:nvSpPr>
          <p:spPr>
            <a:xfrm>
              <a:off x="4410130" y="5902391"/>
              <a:ext cx="1782024" cy="276999"/>
            </a:xfrm>
            <a:prstGeom prst="chevron">
              <a:avLst>
                <a:gd name="adj" fmla="val 33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chemeClr val="bg1"/>
                  </a:solidFill>
                  <a:latin typeface="Calibri"/>
                </a:rPr>
                <a:t>Power Systems</a:t>
              </a:r>
              <a:endParaRPr lang="en-US" sz="1050" b="0">
                <a:solidFill>
                  <a:schemeClr val="bg1"/>
                </a:solidFill>
                <a:latin typeface="Calibri"/>
                <a:ea typeface="Calibri"/>
                <a:cs typeface="Calibri"/>
              </a:endParaRPr>
            </a:p>
          </p:txBody>
        </p:sp>
        <p:sp>
          <p:nvSpPr>
            <p:cNvPr id="14" name="Segment 3 - Airframe">
              <a:extLst>
                <a:ext uri="{FF2B5EF4-FFF2-40B4-BE49-F238E27FC236}">
                  <a16:creationId xmlns:a16="http://schemas.microsoft.com/office/drawing/2014/main" id="{FF9D8B39-C53C-3778-79F2-FDE45F4ADA8D}"/>
                </a:ext>
              </a:extLst>
            </p:cNvPr>
            <p:cNvSpPr/>
            <p:nvPr/>
          </p:nvSpPr>
          <p:spPr>
            <a:xfrm>
              <a:off x="613074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Airframe</a:t>
              </a:r>
            </a:p>
          </p:txBody>
        </p:sp>
        <p:sp>
          <p:nvSpPr>
            <p:cNvPr id="15" name="Segment 4 - GNC">
              <a:extLst>
                <a:ext uri="{FF2B5EF4-FFF2-40B4-BE49-F238E27FC236}">
                  <a16:creationId xmlns:a16="http://schemas.microsoft.com/office/drawing/2014/main" id="{92D9EEA3-24EC-4F78-656E-DD08B2DF526A}"/>
                </a:ext>
              </a:extLst>
            </p:cNvPr>
            <p:cNvSpPr/>
            <p:nvPr/>
          </p:nvSpPr>
          <p:spPr>
            <a:xfrm>
              <a:off x="785136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GNC</a:t>
              </a:r>
            </a:p>
          </p:txBody>
        </p:sp>
        <p:sp>
          <p:nvSpPr>
            <p:cNvPr id="16" name="Segment 5 - Avionics">
              <a:extLst>
                <a:ext uri="{FF2B5EF4-FFF2-40B4-BE49-F238E27FC236}">
                  <a16:creationId xmlns:a16="http://schemas.microsoft.com/office/drawing/2014/main" id="{E5EF9A21-1785-070D-A2EA-7809EB9B75DB}"/>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Tree>
    <p:extLst>
      <p:ext uri="{BB962C8B-B14F-4D97-AF65-F5344CB8AC3E}">
        <p14:creationId xmlns:p14="http://schemas.microsoft.com/office/powerpoint/2010/main" val="28511883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556F3-B5AC-3410-A67F-80217DFA57D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286FAFB-8610-A17B-40DC-CDE77AFFC78D}"/>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E3D2F61B-4634-A669-3B41-1EBBBFE351E7}"/>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87AE0B98-5648-58F2-3200-6E72C6C5980F}"/>
              </a:ext>
            </a:extLst>
          </p:cNvPr>
          <p:cNvSpPr txBox="1"/>
          <p:nvPr/>
        </p:nvSpPr>
        <p:spPr>
          <a:xfrm>
            <a:off x="1281748" y="353648"/>
            <a:ext cx="7680960" cy="658368"/>
          </a:xfrm>
          <a:prstGeom prst="rect">
            <a:avLst/>
          </a:prstGeom>
          <a:noFill/>
          <a:ln/>
        </p:spPr>
        <p:txBody>
          <a:bodyPr wrap="square" lIns="0" tIns="0" rIns="0" bIns="0" rtlCol="0" anchor="ctr"/>
          <a:lstStyle/>
          <a:p>
            <a:r>
              <a:rPr lang="en-US" sz="2800" b="1">
                <a:latin typeface="Arial"/>
                <a:cs typeface="Arial"/>
              </a:rPr>
              <a:t>Power Systems Background​</a:t>
            </a:r>
            <a:endParaRPr lang="en-US" sz="2800" b="1">
              <a:latin typeface="Arial"/>
              <a:ea typeface="+mn-lt"/>
              <a:cs typeface="Arial"/>
            </a:endParaRPr>
          </a:p>
        </p:txBody>
      </p:sp>
      <p:sp>
        <p:nvSpPr>
          <p:cNvPr id="5" name="Shape 2">
            <a:extLst>
              <a:ext uri="{FF2B5EF4-FFF2-40B4-BE49-F238E27FC236}">
                <a16:creationId xmlns:a16="http://schemas.microsoft.com/office/drawing/2014/main" id="{074001D3-7BE1-738C-57E2-FB2748E3C7A0}"/>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4E45423E-D9AB-6622-33E8-1A0DD42C73E4}"/>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13" name="Text 9">
            <a:extLst>
              <a:ext uri="{FF2B5EF4-FFF2-40B4-BE49-F238E27FC236}">
                <a16:creationId xmlns:a16="http://schemas.microsoft.com/office/drawing/2014/main" id="{9C91D850-EB6D-C1B8-BAEA-713D44A45D1B}"/>
              </a:ext>
            </a:extLst>
          </p:cNvPr>
          <p:cNvSpPr txBox="1"/>
          <p:nvPr/>
        </p:nvSpPr>
        <p:spPr>
          <a:xfrm>
            <a:off x="11367580" y="6492240"/>
            <a:ext cx="365760" cy="274320"/>
          </a:xfrm>
          <a:prstGeom prst="rect">
            <a:avLst/>
          </a:prstGeom>
          <a:noFill/>
          <a:ln/>
        </p:spPr>
        <p:txBody>
          <a:bodyPr wrap="square" lIns="0" tIns="0" rIns="0" bIns="0" rtlCol="0" anchor="ctr"/>
          <a:lstStyle/>
          <a:p>
            <a:pPr marL="0" indent="0" algn="r">
              <a:buNone/>
            </a:pPr>
            <a:r>
              <a:rPr lang="en-US" sz="900">
                <a:solidFill>
                  <a:srgbClr val="8A857C"/>
                </a:solidFill>
                <a:latin typeface="Arial" pitchFamily="34" charset="0"/>
                <a:ea typeface="Arial" pitchFamily="34" charset="-122"/>
                <a:cs typeface="Arial" pitchFamily="34" charset="-120"/>
              </a:rPr>
              <a:t>4</a:t>
            </a:r>
            <a:endParaRPr lang="en-US" sz="900"/>
          </a:p>
        </p:txBody>
      </p:sp>
      <p:sp>
        <p:nvSpPr>
          <p:cNvPr id="7" name="TextBox 6">
            <a:extLst>
              <a:ext uri="{FF2B5EF4-FFF2-40B4-BE49-F238E27FC236}">
                <a16:creationId xmlns:a16="http://schemas.microsoft.com/office/drawing/2014/main" id="{BB3245E6-9A0F-329E-B544-BE3D4BC7F893}"/>
              </a:ext>
            </a:extLst>
          </p:cNvPr>
          <p:cNvSpPr txBox="1"/>
          <p:nvPr/>
        </p:nvSpPr>
        <p:spPr>
          <a:xfrm>
            <a:off x="1279922" y="1964530"/>
            <a:ext cx="9626202" cy="1938992"/>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Arial"/>
                <a:cs typeface="Arial"/>
              </a:rPr>
              <a:t>Responsible for the design, creation, and maintenance of the onboard electronics power supply and power source. This includes battery type, voltage separation, wire management, and subsystem integration. Owns breadboarding and perfboard prototyping, alongside wire securement and organization. </a:t>
            </a:r>
          </a:p>
        </p:txBody>
      </p:sp>
      <p:sp>
        <p:nvSpPr>
          <p:cNvPr id="10" name="TextBox 9">
            <a:extLst>
              <a:ext uri="{FF2B5EF4-FFF2-40B4-BE49-F238E27FC236}">
                <a16:creationId xmlns:a16="http://schemas.microsoft.com/office/drawing/2014/main" id="{FB2BBBBE-0328-6A14-6744-72E94A5969AB}"/>
              </a:ext>
            </a:extLst>
          </p:cNvPr>
          <p:cNvSpPr txBox="1"/>
          <p:nvPr/>
        </p:nvSpPr>
        <p:spPr>
          <a:xfrm>
            <a:off x="1279921" y="1500188"/>
            <a:ext cx="284559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Arial"/>
                <a:cs typeface="Arial"/>
              </a:rPr>
              <a:t>Sub-Team Role:</a:t>
            </a:r>
          </a:p>
        </p:txBody>
      </p:sp>
      <p:grpSp>
        <p:nvGrpSpPr>
          <p:cNvPr id="17" name="Trade Studies Bar - 1 Propulsion">
            <a:extLst>
              <a:ext uri="{FF2B5EF4-FFF2-40B4-BE49-F238E27FC236}">
                <a16:creationId xmlns:a16="http://schemas.microsoft.com/office/drawing/2014/main" id="{C2EF6299-CE3B-9135-1551-0C170A9C1C67}"/>
              </a:ext>
            </a:extLst>
          </p:cNvPr>
          <p:cNvGrpSpPr/>
          <p:nvPr/>
        </p:nvGrpSpPr>
        <p:grpSpPr>
          <a:xfrm>
            <a:off x="814349" y="6570022"/>
            <a:ext cx="10563301" cy="276999"/>
            <a:chOff x="790698" y="5902391"/>
            <a:chExt cx="10563301" cy="276999"/>
          </a:xfrm>
        </p:grpSpPr>
        <p:sp>
          <p:nvSpPr>
            <p:cNvPr id="9" name="Segment 0 - Trade Studies">
              <a:extLst>
                <a:ext uri="{FF2B5EF4-FFF2-40B4-BE49-F238E27FC236}">
                  <a16:creationId xmlns:a16="http://schemas.microsoft.com/office/drawing/2014/main" id="{607A0F75-F0E5-BD71-FE00-857D4B80FD76}"/>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1" name="Segment 1 - Propulsion">
              <a:extLst>
                <a:ext uri="{FF2B5EF4-FFF2-40B4-BE49-F238E27FC236}">
                  <a16:creationId xmlns:a16="http://schemas.microsoft.com/office/drawing/2014/main" id="{84868DEC-5408-2F23-5294-CE925373F1B8}"/>
                </a:ext>
              </a:extLst>
            </p:cNvPr>
            <p:cNvSpPr/>
            <p:nvPr/>
          </p:nvSpPr>
          <p:spPr>
            <a:xfrm>
              <a:off x="268951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Propulsion</a:t>
              </a:r>
            </a:p>
          </p:txBody>
        </p:sp>
        <p:sp>
          <p:nvSpPr>
            <p:cNvPr id="12" name="Segment 2 - Power Systems">
              <a:extLst>
                <a:ext uri="{FF2B5EF4-FFF2-40B4-BE49-F238E27FC236}">
                  <a16:creationId xmlns:a16="http://schemas.microsoft.com/office/drawing/2014/main" id="{53EEDEF2-117D-AD46-16CE-ACB71C6D6F9F}"/>
                </a:ext>
              </a:extLst>
            </p:cNvPr>
            <p:cNvSpPr/>
            <p:nvPr/>
          </p:nvSpPr>
          <p:spPr>
            <a:xfrm>
              <a:off x="4410130" y="5902391"/>
              <a:ext cx="1782024" cy="276999"/>
            </a:xfrm>
            <a:prstGeom prst="chevron">
              <a:avLst>
                <a:gd name="adj" fmla="val 33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chemeClr val="bg1"/>
                  </a:solidFill>
                  <a:latin typeface="Calibri"/>
                </a:rPr>
                <a:t>Power Systems</a:t>
              </a:r>
              <a:endParaRPr lang="en-US" sz="1050" b="0">
                <a:solidFill>
                  <a:schemeClr val="bg1"/>
                </a:solidFill>
                <a:latin typeface="Calibri"/>
                <a:ea typeface="Calibri"/>
                <a:cs typeface="Calibri"/>
              </a:endParaRPr>
            </a:p>
          </p:txBody>
        </p:sp>
        <p:sp>
          <p:nvSpPr>
            <p:cNvPr id="14" name="Segment 3 - Airframe">
              <a:extLst>
                <a:ext uri="{FF2B5EF4-FFF2-40B4-BE49-F238E27FC236}">
                  <a16:creationId xmlns:a16="http://schemas.microsoft.com/office/drawing/2014/main" id="{F22F7E5B-DDCF-576B-70D0-2BF8EB4DF992}"/>
                </a:ext>
              </a:extLst>
            </p:cNvPr>
            <p:cNvSpPr/>
            <p:nvPr/>
          </p:nvSpPr>
          <p:spPr>
            <a:xfrm>
              <a:off x="613074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Airframe</a:t>
              </a:r>
            </a:p>
          </p:txBody>
        </p:sp>
        <p:sp>
          <p:nvSpPr>
            <p:cNvPr id="15" name="Segment 4 - GNC">
              <a:extLst>
                <a:ext uri="{FF2B5EF4-FFF2-40B4-BE49-F238E27FC236}">
                  <a16:creationId xmlns:a16="http://schemas.microsoft.com/office/drawing/2014/main" id="{B10CE4AF-8137-7B00-78FB-39FB76BF12C3}"/>
                </a:ext>
              </a:extLst>
            </p:cNvPr>
            <p:cNvSpPr/>
            <p:nvPr/>
          </p:nvSpPr>
          <p:spPr>
            <a:xfrm>
              <a:off x="785136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GNC</a:t>
              </a:r>
            </a:p>
          </p:txBody>
        </p:sp>
        <p:sp>
          <p:nvSpPr>
            <p:cNvPr id="16" name="Segment 5 - Avionics">
              <a:extLst>
                <a:ext uri="{FF2B5EF4-FFF2-40B4-BE49-F238E27FC236}">
                  <a16:creationId xmlns:a16="http://schemas.microsoft.com/office/drawing/2014/main" id="{5F39E5F6-0117-0115-EDAC-8C611A3E5B71}"/>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Tree>
    <p:extLst>
      <p:ext uri="{BB962C8B-B14F-4D97-AF65-F5344CB8AC3E}">
        <p14:creationId xmlns:p14="http://schemas.microsoft.com/office/powerpoint/2010/main" val="13892744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30F96-72B1-FE5A-ACB9-9EDC6A7BB8F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4F6AB10-9DA5-0A23-D568-10A80C3C221E}"/>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6BC9BB7A-FACE-7A7A-DFE5-CFB7E4419AF3}"/>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F5FD7C93-C51F-3D6D-153E-6BF0A56F14FB}"/>
              </a:ext>
            </a:extLst>
          </p:cNvPr>
          <p:cNvSpPr txBox="1"/>
          <p:nvPr/>
        </p:nvSpPr>
        <p:spPr>
          <a:xfrm>
            <a:off x="1281748" y="353648"/>
            <a:ext cx="7680960" cy="658368"/>
          </a:xfrm>
          <a:prstGeom prst="rect">
            <a:avLst/>
          </a:prstGeom>
          <a:noFill/>
          <a:ln/>
        </p:spPr>
        <p:txBody>
          <a:bodyPr wrap="square" lIns="0" tIns="0" rIns="0" bIns="0" rtlCol="0" anchor="ctr"/>
          <a:lstStyle/>
          <a:p>
            <a:r>
              <a:rPr lang="en-US" sz="2800" b="1" kern="0" spc="100">
                <a:solidFill>
                  <a:srgbClr val="2B2A28"/>
                </a:solidFill>
                <a:latin typeface="Arial"/>
                <a:cs typeface="Arial"/>
              </a:rPr>
              <a:t>Summary of Trades Conducted </a:t>
            </a:r>
            <a:endParaRPr lang="en-US" sz="1800">
              <a:latin typeface="Arial"/>
              <a:cs typeface="Arial"/>
            </a:endParaRPr>
          </a:p>
        </p:txBody>
      </p:sp>
      <p:sp>
        <p:nvSpPr>
          <p:cNvPr id="5" name="Shape 2">
            <a:extLst>
              <a:ext uri="{FF2B5EF4-FFF2-40B4-BE49-F238E27FC236}">
                <a16:creationId xmlns:a16="http://schemas.microsoft.com/office/drawing/2014/main" id="{74FB4618-7B52-7693-14F4-23C87D93E5A3}"/>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C822FFD8-637D-BA0F-7EF9-12A95B41C7BC}"/>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13" name="Text 9">
            <a:extLst>
              <a:ext uri="{FF2B5EF4-FFF2-40B4-BE49-F238E27FC236}">
                <a16:creationId xmlns:a16="http://schemas.microsoft.com/office/drawing/2014/main" id="{A0544075-B6F5-FE77-BF11-328667088D00}"/>
              </a:ext>
            </a:extLst>
          </p:cNvPr>
          <p:cNvSpPr txBox="1"/>
          <p:nvPr/>
        </p:nvSpPr>
        <p:spPr>
          <a:xfrm>
            <a:off x="11367580" y="6492240"/>
            <a:ext cx="365760" cy="274320"/>
          </a:xfrm>
          <a:prstGeom prst="rect">
            <a:avLst/>
          </a:prstGeom>
          <a:noFill/>
          <a:ln/>
        </p:spPr>
        <p:txBody>
          <a:bodyPr wrap="square" lIns="0" tIns="0" rIns="0" bIns="0" rtlCol="0" anchor="ctr"/>
          <a:lstStyle/>
          <a:p>
            <a:pPr marL="0" indent="0" algn="r">
              <a:buNone/>
            </a:pPr>
            <a:r>
              <a:rPr lang="en-US" sz="900">
                <a:solidFill>
                  <a:srgbClr val="8A857C"/>
                </a:solidFill>
                <a:latin typeface="Arial" pitchFamily="34" charset="0"/>
                <a:ea typeface="Arial" pitchFamily="34" charset="-122"/>
                <a:cs typeface="Arial" pitchFamily="34" charset="-120"/>
              </a:rPr>
              <a:t>4</a:t>
            </a:r>
            <a:endParaRPr lang="en-US" sz="900"/>
          </a:p>
        </p:txBody>
      </p:sp>
      <p:graphicFrame>
        <p:nvGraphicFramePr>
          <p:cNvPr id="8" name="Table 7">
            <a:extLst>
              <a:ext uri="{FF2B5EF4-FFF2-40B4-BE49-F238E27FC236}">
                <a16:creationId xmlns:a16="http://schemas.microsoft.com/office/drawing/2014/main" id="{881EBBBB-1B01-C4DD-4D67-9C6F1446EEF9}"/>
              </a:ext>
            </a:extLst>
          </p:cNvPr>
          <p:cNvGraphicFramePr>
            <a:graphicFrameLocks noGrp="1"/>
          </p:cNvGraphicFramePr>
          <p:nvPr/>
        </p:nvGraphicFramePr>
        <p:xfrm>
          <a:off x="490537" y="2388831"/>
          <a:ext cx="11210925" cy="2101215"/>
        </p:xfrm>
        <a:graphic>
          <a:graphicData uri="http://schemas.openxmlformats.org/drawingml/2006/table">
            <a:tbl>
              <a:tblPr bandRow="1">
                <a:tableStyleId>{5C22544A-7EE6-4342-B048-85BDC9FD1C3A}</a:tableStyleId>
              </a:tblPr>
              <a:tblGrid>
                <a:gridCol w="2438400">
                  <a:extLst>
                    <a:ext uri="{9D8B030D-6E8A-4147-A177-3AD203B41FA5}">
                      <a16:colId xmlns:a16="http://schemas.microsoft.com/office/drawing/2014/main" val="108306915"/>
                    </a:ext>
                  </a:extLst>
                </a:gridCol>
                <a:gridCol w="3076575">
                  <a:extLst>
                    <a:ext uri="{9D8B030D-6E8A-4147-A177-3AD203B41FA5}">
                      <a16:colId xmlns:a16="http://schemas.microsoft.com/office/drawing/2014/main" val="4105199526"/>
                    </a:ext>
                  </a:extLst>
                </a:gridCol>
                <a:gridCol w="2847975">
                  <a:extLst>
                    <a:ext uri="{9D8B030D-6E8A-4147-A177-3AD203B41FA5}">
                      <a16:colId xmlns:a16="http://schemas.microsoft.com/office/drawing/2014/main" val="4253392445"/>
                    </a:ext>
                  </a:extLst>
                </a:gridCol>
                <a:gridCol w="2847975">
                  <a:extLst>
                    <a:ext uri="{9D8B030D-6E8A-4147-A177-3AD203B41FA5}">
                      <a16:colId xmlns:a16="http://schemas.microsoft.com/office/drawing/2014/main" val="2000890865"/>
                    </a:ext>
                  </a:extLst>
                </a:gridCol>
              </a:tblGrid>
              <a:tr h="638175">
                <a:tc>
                  <a:txBody>
                    <a:bodyPr/>
                    <a:lstStyle/>
                    <a:p>
                      <a:pPr marL="0" fontAlgn="base">
                        <a:buNone/>
                      </a:pPr>
                      <a:r>
                        <a:rPr lang="en-US" sz="1400" b="1">
                          <a:effectLst/>
                          <a:latin typeface="Arial"/>
                          <a:cs typeface="Arial"/>
                        </a:rPr>
                        <a:t>Trades Conducted</a:t>
                      </a:r>
                      <a:endParaRPr lang="en-US">
                        <a:effectLst/>
                        <a:latin typeface="Arial"/>
                        <a:cs typeface="Arial"/>
                      </a:endParaRPr>
                    </a:p>
                  </a:txBody>
                  <a:tcPr anchor="ctr">
                    <a:lnL w="11582" cap="flat" cmpd="sng" algn="ctr">
                      <a:solidFill>
                        <a:srgbClr val="000000"/>
                      </a:solidFill>
                      <a:prstDash val="solid"/>
                      <a:round/>
                      <a:headEnd type="none" w="med" len="med"/>
                      <a:tailEnd type="none" w="med" len="med"/>
                    </a:lnL>
                    <a:lnR w="11582" cap="flat" cmpd="sng" algn="ctr">
                      <a:solidFill>
                        <a:srgbClr val="000000"/>
                      </a:solidFill>
                      <a:prstDash val="solid"/>
                      <a:round/>
                      <a:headEnd type="none" w="med" len="med"/>
                      <a:tailEnd type="none" w="med" len="med"/>
                    </a:lnR>
                    <a:lnT w="11582" cap="flat" cmpd="sng" algn="ctr">
                      <a:solidFill>
                        <a:srgbClr val="000000"/>
                      </a:solidFill>
                      <a:prstDash val="solid"/>
                      <a:round/>
                      <a:headEnd type="none" w="med" len="med"/>
                      <a:tailEnd type="none" w="med" len="med"/>
                    </a:lnT>
                    <a:lnB w="11582" cap="flat" cmpd="sng" algn="ctr">
                      <a:solidFill>
                        <a:srgbClr val="000000"/>
                      </a:solidFill>
                      <a:prstDash val="solid"/>
                      <a:round/>
                      <a:headEnd type="none" w="med" len="med"/>
                      <a:tailEnd type="none" w="med" len="med"/>
                    </a:lnB>
                    <a:noFill/>
                  </a:tcPr>
                </a:tc>
                <a:tc>
                  <a:txBody>
                    <a:bodyPr/>
                    <a:lstStyle/>
                    <a:p>
                      <a:pPr marL="0" fontAlgn="base">
                        <a:buNone/>
                      </a:pPr>
                      <a:r>
                        <a:rPr lang="en-US" sz="1400" b="1">
                          <a:effectLst/>
                          <a:latin typeface="Arial"/>
                          <a:cs typeface="Arial"/>
                        </a:rPr>
                        <a:t>Trade Description</a:t>
                      </a:r>
                      <a:endParaRPr lang="en-US">
                        <a:effectLst/>
                        <a:latin typeface="Arial"/>
                        <a:cs typeface="Arial"/>
                      </a:endParaRPr>
                    </a:p>
                  </a:txBody>
                  <a:tcPr anchor="ctr">
                    <a:lnL w="11582" cap="flat" cmpd="sng" algn="ctr">
                      <a:solidFill>
                        <a:srgbClr val="000000"/>
                      </a:solidFill>
                      <a:prstDash val="solid"/>
                      <a:round/>
                      <a:headEnd type="none" w="med" len="med"/>
                      <a:tailEnd type="none" w="med" len="med"/>
                    </a:lnL>
                    <a:lnR w="11582" cap="flat" cmpd="sng" algn="ctr">
                      <a:solidFill>
                        <a:srgbClr val="000000"/>
                      </a:solidFill>
                      <a:prstDash val="solid"/>
                      <a:round/>
                      <a:headEnd type="none" w="med" len="med"/>
                      <a:tailEnd type="none" w="med" len="med"/>
                    </a:lnR>
                    <a:lnT w="11582" cap="flat" cmpd="sng" algn="ctr">
                      <a:solidFill>
                        <a:srgbClr val="000000"/>
                      </a:solidFill>
                      <a:prstDash val="solid"/>
                      <a:round/>
                      <a:headEnd type="none" w="med" len="med"/>
                      <a:tailEnd type="none" w="med" len="med"/>
                    </a:lnT>
                    <a:lnB w="11582" cap="flat" cmpd="sng" algn="ctr">
                      <a:solidFill>
                        <a:srgbClr val="000000"/>
                      </a:solidFill>
                      <a:prstDash val="solid"/>
                      <a:round/>
                      <a:headEnd type="none" w="med" len="med"/>
                      <a:tailEnd type="none" w="med" len="med"/>
                    </a:lnB>
                    <a:solidFill>
                      <a:srgbClr val="C0E6F5"/>
                    </a:solidFill>
                  </a:tcPr>
                </a:tc>
                <a:tc>
                  <a:txBody>
                    <a:bodyPr/>
                    <a:lstStyle/>
                    <a:p>
                      <a:pPr marL="0" fontAlgn="base">
                        <a:buNone/>
                      </a:pPr>
                      <a:r>
                        <a:rPr lang="en-US" sz="1400" b="1">
                          <a:effectLst/>
                          <a:latin typeface="Arial"/>
                          <a:cs typeface="Arial"/>
                        </a:rPr>
                        <a:t>Rationale</a:t>
                      </a:r>
                      <a:endParaRPr lang="en-US">
                        <a:effectLst/>
                        <a:latin typeface="Arial"/>
                        <a:cs typeface="Arial"/>
                      </a:endParaRPr>
                    </a:p>
                  </a:txBody>
                  <a:tcPr anchor="ctr">
                    <a:lnL w="11582" cap="flat" cmpd="sng" algn="ctr">
                      <a:solidFill>
                        <a:srgbClr val="000000"/>
                      </a:solidFill>
                      <a:prstDash val="solid"/>
                      <a:round/>
                      <a:headEnd type="none" w="med" len="med"/>
                      <a:tailEnd type="none" w="med" len="med"/>
                    </a:lnL>
                    <a:lnR w="11582" cap="flat" cmpd="sng" algn="ctr">
                      <a:solidFill>
                        <a:srgbClr val="000000"/>
                      </a:solidFill>
                      <a:prstDash val="solid"/>
                      <a:round/>
                      <a:headEnd type="none" w="med" len="med"/>
                      <a:tailEnd type="none" w="med" len="med"/>
                    </a:lnR>
                    <a:lnT w="11582" cap="flat" cmpd="sng" algn="ctr">
                      <a:solidFill>
                        <a:srgbClr val="000000"/>
                      </a:solidFill>
                      <a:prstDash val="solid"/>
                      <a:round/>
                      <a:headEnd type="none" w="med" len="med"/>
                      <a:tailEnd type="none" w="med" len="med"/>
                    </a:lnT>
                    <a:lnB w="11582" cap="flat" cmpd="sng" algn="ctr">
                      <a:solidFill>
                        <a:srgbClr val="000000"/>
                      </a:solidFill>
                      <a:prstDash val="solid"/>
                      <a:round/>
                      <a:headEnd type="none" w="med" len="med"/>
                      <a:tailEnd type="none" w="med" len="med"/>
                    </a:lnB>
                    <a:solidFill>
                      <a:srgbClr val="C0E6F5"/>
                    </a:solidFill>
                  </a:tcPr>
                </a:tc>
                <a:tc>
                  <a:txBody>
                    <a:bodyPr/>
                    <a:lstStyle/>
                    <a:p>
                      <a:pPr marL="0" fontAlgn="base">
                        <a:buNone/>
                      </a:pPr>
                      <a:r>
                        <a:rPr lang="en-US" sz="1400" b="1">
                          <a:effectLst/>
                          <a:latin typeface="Arial"/>
                          <a:cs typeface="Arial"/>
                        </a:rPr>
                        <a:t>Results</a:t>
                      </a:r>
                      <a:endParaRPr lang="en-US">
                        <a:effectLst/>
                        <a:latin typeface="Arial"/>
                        <a:cs typeface="Arial"/>
                      </a:endParaRPr>
                    </a:p>
                  </a:txBody>
                  <a:tcPr anchor="ctr">
                    <a:lnL w="11582" cap="flat" cmpd="sng" algn="ctr">
                      <a:solidFill>
                        <a:srgbClr val="000000"/>
                      </a:solidFill>
                      <a:prstDash val="solid"/>
                      <a:round/>
                      <a:headEnd type="none" w="med" len="med"/>
                      <a:tailEnd type="none" w="med" len="med"/>
                    </a:lnL>
                    <a:lnR w="11582" cap="flat" cmpd="sng" algn="ctr">
                      <a:solidFill>
                        <a:srgbClr val="000000"/>
                      </a:solidFill>
                      <a:prstDash val="solid"/>
                      <a:round/>
                      <a:headEnd type="none" w="med" len="med"/>
                      <a:tailEnd type="none" w="med" len="med"/>
                    </a:lnR>
                    <a:lnT w="11582" cap="flat" cmpd="sng" algn="ctr">
                      <a:solidFill>
                        <a:srgbClr val="000000"/>
                      </a:solidFill>
                      <a:prstDash val="solid"/>
                      <a:round/>
                      <a:headEnd type="none" w="med" len="med"/>
                      <a:tailEnd type="none" w="med" len="med"/>
                    </a:lnT>
                    <a:lnB w="11582" cap="flat" cmpd="sng" algn="ctr">
                      <a:solidFill>
                        <a:srgbClr val="000000"/>
                      </a:solidFill>
                      <a:prstDash val="solid"/>
                      <a:round/>
                      <a:headEnd type="none" w="med" len="med"/>
                      <a:tailEnd type="none" w="med" len="med"/>
                    </a:lnB>
                    <a:solidFill>
                      <a:srgbClr val="B4E5A2"/>
                    </a:solidFill>
                  </a:tcPr>
                </a:tc>
                <a:extLst>
                  <a:ext uri="{0D108BD9-81ED-4DB2-BD59-A6C34878D82A}">
                    <a16:rowId xmlns:a16="http://schemas.microsoft.com/office/drawing/2014/main" val="4141646467"/>
                  </a:ext>
                </a:extLst>
              </a:tr>
              <a:tr h="638175">
                <a:tc>
                  <a:txBody>
                    <a:bodyPr/>
                    <a:lstStyle/>
                    <a:p>
                      <a:pPr marL="0" fontAlgn="base">
                        <a:buNone/>
                      </a:pPr>
                      <a:r>
                        <a:rPr lang="en-US" sz="1400">
                          <a:effectLst/>
                          <a:latin typeface="Arial"/>
                          <a:cs typeface="Arial"/>
                        </a:rPr>
                        <a:t>Battery Chemistry Trade Study</a:t>
                      </a:r>
                      <a:endParaRPr lang="en-US">
                        <a:effectLst/>
                        <a:latin typeface="Arial"/>
                        <a:cs typeface="Arial"/>
                      </a:endParaRPr>
                    </a:p>
                  </a:txBody>
                  <a:tcPr anchor="ctr">
                    <a:lnL w="11582" cap="flat" cmpd="sng" algn="ctr">
                      <a:solidFill>
                        <a:srgbClr val="000000"/>
                      </a:solidFill>
                      <a:prstDash val="solid"/>
                      <a:round/>
                      <a:headEnd type="none" w="med" len="med"/>
                      <a:tailEnd type="none" w="med" len="med"/>
                    </a:lnL>
                    <a:lnR w="11582" cap="flat" cmpd="sng" algn="ctr">
                      <a:solidFill>
                        <a:srgbClr val="000000"/>
                      </a:solidFill>
                      <a:prstDash val="solid"/>
                      <a:round/>
                      <a:headEnd type="none" w="med" len="med"/>
                      <a:tailEnd type="none" w="med" len="med"/>
                    </a:lnR>
                    <a:lnT w="11582" cap="flat" cmpd="sng" algn="ctr">
                      <a:solidFill>
                        <a:srgbClr val="000000"/>
                      </a:solidFill>
                      <a:prstDash val="solid"/>
                      <a:round/>
                      <a:headEnd type="none" w="med" len="med"/>
                      <a:tailEnd type="none" w="med" len="med"/>
                    </a:lnT>
                    <a:lnB w="11582" cap="flat" cmpd="sng" algn="ctr">
                      <a:solidFill>
                        <a:srgbClr val="000000"/>
                      </a:solidFill>
                      <a:prstDash val="solid"/>
                      <a:round/>
                      <a:headEnd type="none" w="med" len="med"/>
                      <a:tailEnd type="none" w="med" len="med"/>
                    </a:lnB>
                    <a:noFill/>
                  </a:tcPr>
                </a:tc>
                <a:tc>
                  <a:txBody>
                    <a:bodyPr/>
                    <a:lstStyle/>
                    <a:p>
                      <a:pPr marL="0" fontAlgn="base">
                        <a:buNone/>
                      </a:pPr>
                      <a:r>
                        <a:rPr lang="en-US" sz="1400">
                          <a:effectLst/>
                          <a:latin typeface="Arial"/>
                          <a:cs typeface="Arial"/>
                        </a:rPr>
                        <a:t>Comparison of Lithium Ion and Lithium Polymer battery chemistries across performance criteria </a:t>
                      </a:r>
                      <a:endParaRPr lang="en-US">
                        <a:effectLst/>
                        <a:latin typeface="Arial"/>
                        <a:cs typeface="Arial"/>
                      </a:endParaRPr>
                    </a:p>
                  </a:txBody>
                  <a:tcPr anchor="ctr">
                    <a:lnL w="11582" cap="flat" cmpd="sng" algn="ctr">
                      <a:solidFill>
                        <a:srgbClr val="000000"/>
                      </a:solidFill>
                      <a:prstDash val="solid"/>
                      <a:round/>
                      <a:headEnd type="none" w="med" len="med"/>
                      <a:tailEnd type="none" w="med" len="med"/>
                    </a:lnL>
                    <a:lnR w="11582" cap="flat" cmpd="sng" algn="ctr">
                      <a:solidFill>
                        <a:srgbClr val="000000"/>
                      </a:solidFill>
                      <a:prstDash val="solid"/>
                      <a:round/>
                      <a:headEnd type="none" w="med" len="med"/>
                      <a:tailEnd type="none" w="med" len="med"/>
                    </a:lnR>
                    <a:lnT w="11582" cap="flat" cmpd="sng" algn="ctr">
                      <a:solidFill>
                        <a:srgbClr val="000000"/>
                      </a:solidFill>
                      <a:prstDash val="solid"/>
                      <a:round/>
                      <a:headEnd type="none" w="med" len="med"/>
                      <a:tailEnd type="none" w="med" len="med"/>
                    </a:lnT>
                    <a:lnB w="11582" cap="flat" cmpd="sng" algn="ctr">
                      <a:solidFill>
                        <a:srgbClr val="000000"/>
                      </a:solidFill>
                      <a:prstDash val="solid"/>
                      <a:round/>
                      <a:headEnd type="none" w="med" len="med"/>
                      <a:tailEnd type="none" w="med" len="med"/>
                    </a:lnB>
                    <a:solidFill>
                      <a:srgbClr val="C0E6F5"/>
                    </a:solidFill>
                  </a:tcPr>
                </a:tc>
                <a:tc>
                  <a:txBody>
                    <a:bodyPr/>
                    <a:lstStyle/>
                    <a:p>
                      <a:pPr marL="0" fontAlgn="base">
                        <a:buNone/>
                      </a:pPr>
                      <a:r>
                        <a:rPr lang="en-US" sz="1400">
                          <a:effectLst/>
                          <a:latin typeface="Arial"/>
                          <a:cs typeface="Arial"/>
                        </a:rPr>
                        <a:t>Determined the viability of batteries due to energy density, charge time, cost, etc.</a:t>
                      </a:r>
                      <a:endParaRPr lang="en-US">
                        <a:effectLst/>
                        <a:latin typeface="Arial"/>
                        <a:cs typeface="Arial"/>
                      </a:endParaRPr>
                    </a:p>
                  </a:txBody>
                  <a:tcPr anchor="ctr">
                    <a:lnL w="11582" cap="flat" cmpd="sng" algn="ctr">
                      <a:solidFill>
                        <a:srgbClr val="000000"/>
                      </a:solidFill>
                      <a:prstDash val="solid"/>
                      <a:round/>
                      <a:headEnd type="none" w="med" len="med"/>
                      <a:tailEnd type="none" w="med" len="med"/>
                    </a:lnL>
                    <a:lnR w="11582" cap="flat" cmpd="sng" algn="ctr">
                      <a:solidFill>
                        <a:srgbClr val="000000"/>
                      </a:solidFill>
                      <a:prstDash val="solid"/>
                      <a:round/>
                      <a:headEnd type="none" w="med" len="med"/>
                      <a:tailEnd type="none" w="med" len="med"/>
                    </a:lnR>
                    <a:lnT w="11582" cap="flat" cmpd="sng" algn="ctr">
                      <a:solidFill>
                        <a:srgbClr val="000000"/>
                      </a:solidFill>
                      <a:prstDash val="solid"/>
                      <a:round/>
                      <a:headEnd type="none" w="med" len="med"/>
                      <a:tailEnd type="none" w="med" len="med"/>
                    </a:lnT>
                    <a:lnB w="11582" cap="flat" cmpd="sng" algn="ctr">
                      <a:solidFill>
                        <a:srgbClr val="000000"/>
                      </a:solidFill>
                      <a:prstDash val="solid"/>
                      <a:round/>
                      <a:headEnd type="none" w="med" len="med"/>
                      <a:tailEnd type="none" w="med" len="med"/>
                    </a:lnB>
                    <a:solidFill>
                      <a:srgbClr val="C0E6F5"/>
                    </a:solidFill>
                  </a:tcPr>
                </a:tc>
                <a:tc>
                  <a:txBody>
                    <a:bodyPr/>
                    <a:lstStyle/>
                    <a:p>
                      <a:pPr marL="0" fontAlgn="base">
                        <a:buNone/>
                      </a:pPr>
                      <a:r>
                        <a:rPr lang="en-US" sz="1400">
                          <a:effectLst/>
                          <a:latin typeface="Arial"/>
                          <a:cs typeface="Arial"/>
                        </a:rPr>
                        <a:t>LiPo Battery</a:t>
                      </a:r>
                      <a:endParaRPr lang="en-US">
                        <a:effectLst/>
                        <a:latin typeface="Arial"/>
                        <a:cs typeface="Arial"/>
                      </a:endParaRPr>
                    </a:p>
                  </a:txBody>
                  <a:tcPr anchor="ctr">
                    <a:lnL w="11582" cap="flat" cmpd="sng" algn="ctr">
                      <a:solidFill>
                        <a:srgbClr val="000000"/>
                      </a:solidFill>
                      <a:prstDash val="solid"/>
                      <a:round/>
                      <a:headEnd type="none" w="med" len="med"/>
                      <a:tailEnd type="none" w="med" len="med"/>
                    </a:lnL>
                    <a:lnR w="11582" cap="flat" cmpd="sng" algn="ctr">
                      <a:solidFill>
                        <a:srgbClr val="000000"/>
                      </a:solidFill>
                      <a:prstDash val="solid"/>
                      <a:round/>
                      <a:headEnd type="none" w="med" len="med"/>
                      <a:tailEnd type="none" w="med" len="med"/>
                    </a:lnR>
                    <a:lnT w="11582" cap="flat" cmpd="sng" algn="ctr">
                      <a:solidFill>
                        <a:srgbClr val="000000"/>
                      </a:solidFill>
                      <a:prstDash val="solid"/>
                      <a:round/>
                      <a:headEnd type="none" w="med" len="med"/>
                      <a:tailEnd type="none" w="med" len="med"/>
                    </a:lnT>
                    <a:lnB w="11582" cap="flat" cmpd="sng" algn="ctr">
                      <a:solidFill>
                        <a:srgbClr val="000000"/>
                      </a:solidFill>
                      <a:prstDash val="solid"/>
                      <a:round/>
                      <a:headEnd type="none" w="med" len="med"/>
                      <a:tailEnd type="none" w="med" len="med"/>
                    </a:lnB>
                    <a:solidFill>
                      <a:srgbClr val="B4E5A2"/>
                    </a:solidFill>
                  </a:tcPr>
                </a:tc>
                <a:extLst>
                  <a:ext uri="{0D108BD9-81ED-4DB2-BD59-A6C34878D82A}">
                    <a16:rowId xmlns:a16="http://schemas.microsoft.com/office/drawing/2014/main" val="4046477472"/>
                  </a:ext>
                </a:extLst>
              </a:tr>
              <a:tr h="714375">
                <a:tc>
                  <a:txBody>
                    <a:bodyPr/>
                    <a:lstStyle/>
                    <a:p>
                      <a:pPr marL="0" fontAlgn="base">
                        <a:buNone/>
                      </a:pPr>
                      <a:r>
                        <a:rPr lang="en-US" sz="1400">
                          <a:effectLst/>
                          <a:latin typeface="Arial"/>
                          <a:cs typeface="Arial"/>
                        </a:rPr>
                        <a:t>PCB Voltage Separation Trade Study</a:t>
                      </a:r>
                      <a:endParaRPr lang="en-US">
                        <a:effectLst/>
                        <a:latin typeface="Arial"/>
                        <a:cs typeface="Arial"/>
                      </a:endParaRPr>
                    </a:p>
                  </a:txBody>
                  <a:tcPr anchor="ctr">
                    <a:lnL w="11582" cap="flat" cmpd="sng" algn="ctr">
                      <a:solidFill>
                        <a:srgbClr val="000000"/>
                      </a:solidFill>
                      <a:prstDash val="solid"/>
                      <a:round/>
                      <a:headEnd type="none" w="med" len="med"/>
                      <a:tailEnd type="none" w="med" len="med"/>
                    </a:lnL>
                    <a:lnR w="11582" cap="flat" cmpd="sng" algn="ctr">
                      <a:solidFill>
                        <a:srgbClr val="000000"/>
                      </a:solidFill>
                      <a:prstDash val="solid"/>
                      <a:round/>
                      <a:headEnd type="none" w="med" len="med"/>
                      <a:tailEnd type="none" w="med" len="med"/>
                    </a:lnR>
                    <a:lnT w="11582" cap="flat" cmpd="sng" algn="ctr">
                      <a:solidFill>
                        <a:srgbClr val="000000"/>
                      </a:solidFill>
                      <a:prstDash val="solid"/>
                      <a:round/>
                      <a:headEnd type="none" w="med" len="med"/>
                      <a:tailEnd type="none" w="med" len="med"/>
                    </a:lnT>
                    <a:lnB w="11582" cap="flat" cmpd="sng" algn="ctr">
                      <a:solidFill>
                        <a:srgbClr val="000000"/>
                      </a:solidFill>
                      <a:prstDash val="solid"/>
                      <a:round/>
                      <a:headEnd type="none" w="med" len="med"/>
                      <a:tailEnd type="none" w="med" len="med"/>
                    </a:lnB>
                    <a:noFill/>
                  </a:tcPr>
                </a:tc>
                <a:tc>
                  <a:txBody>
                    <a:bodyPr/>
                    <a:lstStyle/>
                    <a:p>
                      <a:pPr marL="0" fontAlgn="base">
                        <a:buNone/>
                      </a:pPr>
                      <a:r>
                        <a:rPr lang="en-US" sz="1400">
                          <a:effectLst/>
                          <a:latin typeface="Arial"/>
                          <a:cs typeface="Arial"/>
                        </a:rPr>
                        <a:t>Comparison of types of circuit boards for prototyping and final design complexity</a:t>
                      </a:r>
                      <a:endParaRPr lang="en-US">
                        <a:effectLst/>
                        <a:latin typeface="Arial"/>
                        <a:cs typeface="Arial"/>
                      </a:endParaRPr>
                    </a:p>
                  </a:txBody>
                  <a:tcPr anchor="ctr">
                    <a:lnL w="11582" cap="flat" cmpd="sng" algn="ctr">
                      <a:solidFill>
                        <a:srgbClr val="000000"/>
                      </a:solidFill>
                      <a:prstDash val="solid"/>
                      <a:round/>
                      <a:headEnd type="none" w="med" len="med"/>
                      <a:tailEnd type="none" w="med" len="med"/>
                    </a:lnL>
                    <a:lnR w="11582" cap="flat" cmpd="sng" algn="ctr">
                      <a:solidFill>
                        <a:srgbClr val="000000"/>
                      </a:solidFill>
                      <a:prstDash val="solid"/>
                      <a:round/>
                      <a:headEnd type="none" w="med" len="med"/>
                      <a:tailEnd type="none" w="med" len="med"/>
                    </a:lnR>
                    <a:lnT w="11582" cap="flat" cmpd="sng" algn="ctr">
                      <a:solidFill>
                        <a:srgbClr val="000000"/>
                      </a:solidFill>
                      <a:prstDash val="solid"/>
                      <a:round/>
                      <a:headEnd type="none" w="med" len="med"/>
                      <a:tailEnd type="none" w="med" len="med"/>
                    </a:lnT>
                    <a:lnB w="11582" cap="flat" cmpd="sng" algn="ctr">
                      <a:solidFill>
                        <a:srgbClr val="000000"/>
                      </a:solidFill>
                      <a:prstDash val="solid"/>
                      <a:round/>
                      <a:headEnd type="none" w="med" len="med"/>
                      <a:tailEnd type="none" w="med" len="med"/>
                    </a:lnB>
                    <a:solidFill>
                      <a:srgbClr val="C0E6F5"/>
                    </a:solidFill>
                  </a:tcPr>
                </a:tc>
                <a:tc>
                  <a:txBody>
                    <a:bodyPr/>
                    <a:lstStyle/>
                    <a:p>
                      <a:pPr marL="0" fontAlgn="base">
                        <a:buNone/>
                      </a:pPr>
                      <a:r>
                        <a:rPr lang="en-US" sz="1400">
                          <a:effectLst/>
                          <a:latin typeface="Arial"/>
                          <a:cs typeface="Arial"/>
                        </a:rPr>
                        <a:t>Determined the best PCB option for cost, ability to prototype, durability, complexity, etc.</a:t>
                      </a:r>
                      <a:endParaRPr lang="en-US">
                        <a:effectLst/>
                        <a:latin typeface="Arial"/>
                        <a:cs typeface="Arial"/>
                      </a:endParaRPr>
                    </a:p>
                  </a:txBody>
                  <a:tcPr anchor="ctr">
                    <a:lnL w="11582" cap="flat" cmpd="sng" algn="ctr">
                      <a:solidFill>
                        <a:srgbClr val="000000"/>
                      </a:solidFill>
                      <a:prstDash val="solid"/>
                      <a:round/>
                      <a:headEnd type="none" w="med" len="med"/>
                      <a:tailEnd type="none" w="med" len="med"/>
                    </a:lnL>
                    <a:lnR w="11582" cap="flat" cmpd="sng" algn="ctr">
                      <a:solidFill>
                        <a:srgbClr val="000000"/>
                      </a:solidFill>
                      <a:prstDash val="solid"/>
                      <a:round/>
                      <a:headEnd type="none" w="med" len="med"/>
                      <a:tailEnd type="none" w="med" len="med"/>
                    </a:lnR>
                    <a:lnT w="11582" cap="flat" cmpd="sng" algn="ctr">
                      <a:solidFill>
                        <a:srgbClr val="000000"/>
                      </a:solidFill>
                      <a:prstDash val="solid"/>
                      <a:round/>
                      <a:headEnd type="none" w="med" len="med"/>
                      <a:tailEnd type="none" w="med" len="med"/>
                    </a:lnT>
                    <a:lnB w="11582" cap="flat" cmpd="sng" algn="ctr">
                      <a:solidFill>
                        <a:srgbClr val="000000"/>
                      </a:solidFill>
                      <a:prstDash val="solid"/>
                      <a:round/>
                      <a:headEnd type="none" w="med" len="med"/>
                      <a:tailEnd type="none" w="med" len="med"/>
                    </a:lnB>
                    <a:solidFill>
                      <a:srgbClr val="C0E6F5"/>
                    </a:solidFill>
                  </a:tcPr>
                </a:tc>
                <a:tc>
                  <a:txBody>
                    <a:bodyPr/>
                    <a:lstStyle/>
                    <a:p>
                      <a:pPr marL="0" fontAlgn="base">
                        <a:buNone/>
                      </a:pPr>
                      <a:r>
                        <a:rPr lang="en-US" sz="1400">
                          <a:effectLst/>
                          <a:latin typeface="Arial"/>
                          <a:cs typeface="Arial"/>
                        </a:rPr>
                        <a:t>3d Printed PCB</a:t>
                      </a:r>
                      <a:endParaRPr lang="en-US">
                        <a:effectLst/>
                        <a:latin typeface="Arial"/>
                        <a:cs typeface="Arial"/>
                      </a:endParaRPr>
                    </a:p>
                  </a:txBody>
                  <a:tcPr anchor="ctr">
                    <a:lnL w="11582" cap="flat" cmpd="sng" algn="ctr">
                      <a:solidFill>
                        <a:srgbClr val="000000"/>
                      </a:solidFill>
                      <a:prstDash val="solid"/>
                      <a:round/>
                      <a:headEnd type="none" w="med" len="med"/>
                      <a:tailEnd type="none" w="med" len="med"/>
                    </a:lnL>
                    <a:lnR w="11582" cap="flat" cmpd="sng" algn="ctr">
                      <a:solidFill>
                        <a:srgbClr val="000000"/>
                      </a:solidFill>
                      <a:prstDash val="solid"/>
                      <a:round/>
                      <a:headEnd type="none" w="med" len="med"/>
                      <a:tailEnd type="none" w="med" len="med"/>
                    </a:lnR>
                    <a:lnT w="11582" cap="flat" cmpd="sng" algn="ctr">
                      <a:solidFill>
                        <a:srgbClr val="000000"/>
                      </a:solidFill>
                      <a:prstDash val="solid"/>
                      <a:round/>
                      <a:headEnd type="none" w="med" len="med"/>
                      <a:tailEnd type="none" w="med" len="med"/>
                    </a:lnT>
                    <a:lnB w="11582" cap="flat" cmpd="sng" algn="ctr">
                      <a:solidFill>
                        <a:srgbClr val="000000"/>
                      </a:solidFill>
                      <a:prstDash val="solid"/>
                      <a:round/>
                      <a:headEnd type="none" w="med" len="med"/>
                      <a:tailEnd type="none" w="med" len="med"/>
                    </a:lnB>
                    <a:solidFill>
                      <a:srgbClr val="B4E5A2"/>
                    </a:solidFill>
                  </a:tcPr>
                </a:tc>
                <a:extLst>
                  <a:ext uri="{0D108BD9-81ED-4DB2-BD59-A6C34878D82A}">
                    <a16:rowId xmlns:a16="http://schemas.microsoft.com/office/drawing/2014/main" val="1659827143"/>
                  </a:ext>
                </a:extLst>
              </a:tr>
            </a:tbl>
          </a:graphicData>
        </a:graphic>
      </p:graphicFrame>
      <p:grpSp>
        <p:nvGrpSpPr>
          <p:cNvPr id="16" name="Trade Studies Bar - 1 Propulsion">
            <a:extLst>
              <a:ext uri="{FF2B5EF4-FFF2-40B4-BE49-F238E27FC236}">
                <a16:creationId xmlns:a16="http://schemas.microsoft.com/office/drawing/2014/main" id="{A34EE3EF-2AB2-D15B-6B15-CF7E1E4B7FB2}"/>
              </a:ext>
            </a:extLst>
          </p:cNvPr>
          <p:cNvGrpSpPr/>
          <p:nvPr/>
        </p:nvGrpSpPr>
        <p:grpSpPr>
          <a:xfrm>
            <a:off x="814349" y="6570022"/>
            <a:ext cx="10563301" cy="276999"/>
            <a:chOff x="790698" y="5902391"/>
            <a:chExt cx="10563301" cy="276999"/>
          </a:xfrm>
        </p:grpSpPr>
        <p:sp>
          <p:nvSpPr>
            <p:cNvPr id="9" name="Segment 0 - Trade Studies">
              <a:extLst>
                <a:ext uri="{FF2B5EF4-FFF2-40B4-BE49-F238E27FC236}">
                  <a16:creationId xmlns:a16="http://schemas.microsoft.com/office/drawing/2014/main" id="{B66C21DB-40CA-D753-CC70-6DF5FAA7B552}"/>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0" name="Segment 1 - Propulsion">
              <a:extLst>
                <a:ext uri="{FF2B5EF4-FFF2-40B4-BE49-F238E27FC236}">
                  <a16:creationId xmlns:a16="http://schemas.microsoft.com/office/drawing/2014/main" id="{51BE3046-A63D-CD8A-6FF1-3901DBDA9FE6}"/>
                </a:ext>
              </a:extLst>
            </p:cNvPr>
            <p:cNvSpPr/>
            <p:nvPr/>
          </p:nvSpPr>
          <p:spPr>
            <a:xfrm>
              <a:off x="268951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Propulsion</a:t>
              </a:r>
            </a:p>
          </p:txBody>
        </p:sp>
        <p:sp>
          <p:nvSpPr>
            <p:cNvPr id="11" name="Segment 2 - Power Systems">
              <a:extLst>
                <a:ext uri="{FF2B5EF4-FFF2-40B4-BE49-F238E27FC236}">
                  <a16:creationId xmlns:a16="http://schemas.microsoft.com/office/drawing/2014/main" id="{432D222E-20CB-2736-BEDB-0DDF515B0B57}"/>
                </a:ext>
              </a:extLst>
            </p:cNvPr>
            <p:cNvSpPr/>
            <p:nvPr/>
          </p:nvSpPr>
          <p:spPr>
            <a:xfrm>
              <a:off x="4410130" y="5902391"/>
              <a:ext cx="1782024" cy="276999"/>
            </a:xfrm>
            <a:prstGeom prst="chevron">
              <a:avLst>
                <a:gd name="adj" fmla="val 33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chemeClr val="bg1"/>
                  </a:solidFill>
                  <a:latin typeface="Calibri"/>
                </a:rPr>
                <a:t>Power Systems</a:t>
              </a:r>
              <a:endParaRPr lang="en-US" sz="1050" b="0">
                <a:solidFill>
                  <a:schemeClr val="bg1"/>
                </a:solidFill>
                <a:latin typeface="Calibri"/>
                <a:ea typeface="Calibri"/>
                <a:cs typeface="Calibri"/>
              </a:endParaRPr>
            </a:p>
          </p:txBody>
        </p:sp>
        <p:sp>
          <p:nvSpPr>
            <p:cNvPr id="12" name="Segment 3 - Airframe">
              <a:extLst>
                <a:ext uri="{FF2B5EF4-FFF2-40B4-BE49-F238E27FC236}">
                  <a16:creationId xmlns:a16="http://schemas.microsoft.com/office/drawing/2014/main" id="{EBFB27E1-1D60-BFF9-A8C3-1A62059E6CBE}"/>
                </a:ext>
              </a:extLst>
            </p:cNvPr>
            <p:cNvSpPr/>
            <p:nvPr/>
          </p:nvSpPr>
          <p:spPr>
            <a:xfrm>
              <a:off x="613074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Airframe</a:t>
              </a:r>
            </a:p>
          </p:txBody>
        </p:sp>
        <p:sp>
          <p:nvSpPr>
            <p:cNvPr id="14" name="Segment 4 - GNC">
              <a:extLst>
                <a:ext uri="{FF2B5EF4-FFF2-40B4-BE49-F238E27FC236}">
                  <a16:creationId xmlns:a16="http://schemas.microsoft.com/office/drawing/2014/main" id="{C40C3A09-AE94-DB7E-6784-787F4E6998D0}"/>
                </a:ext>
              </a:extLst>
            </p:cNvPr>
            <p:cNvSpPr/>
            <p:nvPr/>
          </p:nvSpPr>
          <p:spPr>
            <a:xfrm>
              <a:off x="785136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GNC</a:t>
              </a:r>
            </a:p>
          </p:txBody>
        </p:sp>
        <p:sp>
          <p:nvSpPr>
            <p:cNvPr id="15" name="Segment 5 - Avionics">
              <a:extLst>
                <a:ext uri="{FF2B5EF4-FFF2-40B4-BE49-F238E27FC236}">
                  <a16:creationId xmlns:a16="http://schemas.microsoft.com/office/drawing/2014/main" id="{30CBB47C-5332-DBCC-145A-A75BA9150955}"/>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Tree>
    <p:extLst>
      <p:ext uri="{BB962C8B-B14F-4D97-AF65-F5344CB8AC3E}">
        <p14:creationId xmlns:p14="http://schemas.microsoft.com/office/powerpoint/2010/main" val="21786320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73A95-5FC6-AB34-41D0-5E27B0A3C4A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B3ECF82-CF98-55A6-16D1-B537F372C04B}"/>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78A00ADB-EF22-DDAE-F43E-B2D60E490B56}"/>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C0ACE928-9B92-AE99-BF4D-5423C19E055D}"/>
              </a:ext>
            </a:extLst>
          </p:cNvPr>
          <p:cNvSpPr txBox="1"/>
          <p:nvPr/>
        </p:nvSpPr>
        <p:spPr>
          <a:xfrm>
            <a:off x="1281748" y="371507"/>
            <a:ext cx="8335803" cy="628603"/>
          </a:xfrm>
          <a:prstGeom prst="rect">
            <a:avLst/>
          </a:prstGeom>
          <a:noFill/>
          <a:ln/>
        </p:spPr>
        <p:txBody>
          <a:bodyPr wrap="square" lIns="0" tIns="0" rIns="0" bIns="0" rtlCol="0" anchor="ctr"/>
          <a:lstStyle/>
          <a:p>
            <a:r>
              <a:rPr lang="en-US" sz="2800" b="1" kern="0" spc="100">
                <a:solidFill>
                  <a:srgbClr val="2B2A28"/>
                </a:solidFill>
                <a:latin typeface="Arial"/>
                <a:cs typeface="Arial"/>
              </a:rPr>
              <a:t>Relevant Requirements: Battery </a:t>
            </a:r>
            <a:r>
              <a:rPr lang="en-US" sz="2800" b="1" kern="0" spc="100">
                <a:solidFill>
                  <a:srgbClr val="2B2A28"/>
                </a:solidFill>
                <a:latin typeface="Arial"/>
                <a:ea typeface="+mn-lt"/>
                <a:cs typeface="Arial"/>
              </a:rPr>
              <a:t>Chemistry</a:t>
            </a:r>
            <a:r>
              <a:rPr lang="en-US" sz="2800" kern="0" spc="100">
                <a:solidFill>
                  <a:srgbClr val="2B2A28"/>
                </a:solidFill>
                <a:latin typeface="Arial"/>
                <a:ea typeface="+mn-lt"/>
                <a:cs typeface="Arial"/>
              </a:rPr>
              <a:t> </a:t>
            </a:r>
            <a:endParaRPr lang="en-US" sz="2800" b="1" kern="0" spc="100">
              <a:solidFill>
                <a:srgbClr val="2B2A28"/>
              </a:solidFill>
              <a:latin typeface="Arial"/>
              <a:cs typeface="Arial"/>
            </a:endParaRPr>
          </a:p>
        </p:txBody>
      </p:sp>
      <p:sp>
        <p:nvSpPr>
          <p:cNvPr id="5" name="Shape 2">
            <a:extLst>
              <a:ext uri="{FF2B5EF4-FFF2-40B4-BE49-F238E27FC236}">
                <a16:creationId xmlns:a16="http://schemas.microsoft.com/office/drawing/2014/main" id="{FE663850-6297-9B89-370D-AAC620E5AA0D}"/>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C8B01871-F55C-DC71-9220-68815F293EB4}"/>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13" name="Text 9">
            <a:extLst>
              <a:ext uri="{FF2B5EF4-FFF2-40B4-BE49-F238E27FC236}">
                <a16:creationId xmlns:a16="http://schemas.microsoft.com/office/drawing/2014/main" id="{811BE3CF-8249-9A4E-0AF2-738AEF6A19D2}"/>
              </a:ext>
            </a:extLst>
          </p:cNvPr>
          <p:cNvSpPr txBox="1"/>
          <p:nvPr/>
        </p:nvSpPr>
        <p:spPr>
          <a:xfrm>
            <a:off x="11367580" y="6492240"/>
            <a:ext cx="365760" cy="274320"/>
          </a:xfrm>
          <a:prstGeom prst="rect">
            <a:avLst/>
          </a:prstGeom>
          <a:noFill/>
          <a:ln/>
        </p:spPr>
        <p:txBody>
          <a:bodyPr wrap="square" lIns="0" tIns="0" rIns="0" bIns="0" rtlCol="0" anchor="ctr"/>
          <a:lstStyle/>
          <a:p>
            <a:pPr marL="0" indent="0" algn="r">
              <a:buNone/>
            </a:pPr>
            <a:r>
              <a:rPr lang="en-US" sz="900">
                <a:solidFill>
                  <a:srgbClr val="8A857C"/>
                </a:solidFill>
                <a:latin typeface="Arial" pitchFamily="34" charset="0"/>
                <a:ea typeface="Arial" pitchFamily="34" charset="-122"/>
                <a:cs typeface="Arial" pitchFamily="34" charset="-120"/>
              </a:rPr>
              <a:t>4</a:t>
            </a:r>
            <a:endParaRPr lang="en-US" sz="900"/>
          </a:p>
        </p:txBody>
      </p:sp>
      <p:graphicFrame>
        <p:nvGraphicFramePr>
          <p:cNvPr id="9" name="Table 8">
            <a:extLst>
              <a:ext uri="{FF2B5EF4-FFF2-40B4-BE49-F238E27FC236}">
                <a16:creationId xmlns:a16="http://schemas.microsoft.com/office/drawing/2014/main" id="{B3C17548-D674-A613-6A6D-4ACC1A9F24BF}"/>
              </a:ext>
            </a:extLst>
          </p:cNvPr>
          <p:cNvGraphicFramePr>
            <a:graphicFrameLocks noGrp="1"/>
          </p:cNvGraphicFramePr>
          <p:nvPr/>
        </p:nvGraphicFramePr>
        <p:xfrm>
          <a:off x="484715" y="1817480"/>
          <a:ext cx="11237392" cy="3227955"/>
        </p:xfrm>
        <a:graphic>
          <a:graphicData uri="http://schemas.openxmlformats.org/drawingml/2006/table">
            <a:tbl>
              <a:tblPr bandRow="1">
                <a:tableStyleId>{5C22544A-7EE6-4342-B048-85BDC9FD1C3A}</a:tableStyleId>
              </a:tblPr>
              <a:tblGrid>
                <a:gridCol w="3280572">
                  <a:extLst>
                    <a:ext uri="{9D8B030D-6E8A-4147-A177-3AD203B41FA5}">
                      <a16:colId xmlns:a16="http://schemas.microsoft.com/office/drawing/2014/main" val="4226704145"/>
                    </a:ext>
                  </a:extLst>
                </a:gridCol>
                <a:gridCol w="4128030">
                  <a:extLst>
                    <a:ext uri="{9D8B030D-6E8A-4147-A177-3AD203B41FA5}">
                      <a16:colId xmlns:a16="http://schemas.microsoft.com/office/drawing/2014/main" val="2555824011"/>
                    </a:ext>
                  </a:extLst>
                </a:gridCol>
                <a:gridCol w="3828790">
                  <a:extLst>
                    <a:ext uri="{9D8B030D-6E8A-4147-A177-3AD203B41FA5}">
                      <a16:colId xmlns:a16="http://schemas.microsoft.com/office/drawing/2014/main" val="3575650190"/>
                    </a:ext>
                  </a:extLst>
                </a:gridCol>
              </a:tblGrid>
              <a:tr h="645591">
                <a:tc>
                  <a:txBody>
                    <a:bodyPr/>
                    <a:lstStyle/>
                    <a:p>
                      <a:pPr lvl="0">
                        <a:buNone/>
                      </a:pPr>
                      <a:r>
                        <a:rPr lang="en-US" sz="1400" b="1" i="0">
                          <a:effectLst/>
                          <a:latin typeface="Arial"/>
                          <a:ea typeface="Calibri"/>
                          <a:cs typeface="Arial"/>
                        </a:rPr>
                        <a:t>Requirement #</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buNone/>
                      </a:pPr>
                      <a:r>
                        <a:rPr lang="en-US" sz="1400" b="1" i="0">
                          <a:effectLst/>
                          <a:latin typeface="Arial"/>
                          <a:ea typeface="Calibri"/>
                          <a:cs typeface="Arial"/>
                        </a:rPr>
                        <a:t>Requirement</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C0E6F5"/>
                    </a:solidFill>
                  </a:tcPr>
                </a:tc>
                <a:tc>
                  <a:txBody>
                    <a:bodyPr/>
                    <a:lstStyle/>
                    <a:p>
                      <a:pPr lvl="0">
                        <a:buNone/>
                      </a:pPr>
                      <a:r>
                        <a:rPr lang="en-US" sz="1400" b="1" i="0">
                          <a:effectLst/>
                          <a:latin typeface="Arial"/>
                          <a:ea typeface="Calibri"/>
                          <a:cs typeface="Arial"/>
                        </a:rPr>
                        <a:t>Rationale for Relevance</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C0E6F5"/>
                    </a:solidFill>
                  </a:tcPr>
                </a:tc>
                <a:extLst>
                  <a:ext uri="{0D108BD9-81ED-4DB2-BD59-A6C34878D82A}">
                    <a16:rowId xmlns:a16="http://schemas.microsoft.com/office/drawing/2014/main" val="2433659630"/>
                  </a:ext>
                </a:extLst>
              </a:tr>
              <a:tr h="645591">
                <a:tc>
                  <a:txBody>
                    <a:bodyPr/>
                    <a:lstStyle/>
                    <a:p>
                      <a:pPr>
                        <a:buNone/>
                      </a:pPr>
                      <a:r>
                        <a:rPr lang="en-US" sz="1400" b="0" i="0">
                          <a:effectLst/>
                          <a:latin typeface="Arial"/>
                          <a:ea typeface="Calibri"/>
                          <a:cs typeface="Arial"/>
                        </a:rPr>
                        <a:t>UAS-9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buNone/>
                      </a:pPr>
                      <a:r>
                        <a:rPr lang="en-US" sz="1400" b="0" i="0" u="none" strike="noStrike" noProof="0">
                          <a:solidFill>
                            <a:srgbClr val="000000"/>
                          </a:solidFill>
                          <a:effectLst/>
                          <a:highlight>
                            <a:srgbClr val="C0E6F5"/>
                          </a:highlight>
                          <a:latin typeface="Arial"/>
                          <a:ea typeface="Calibri"/>
                          <a:cs typeface="Arial"/>
                        </a:rPr>
                        <a:t>The UAS shall weigh no more than </a:t>
                      </a:r>
                      <a:r>
                        <a:rPr lang="en-US" sz="1400" b="1" i="0" u="none" strike="noStrike" noProof="0">
                          <a:solidFill>
                            <a:srgbClr val="000000"/>
                          </a:solidFill>
                          <a:effectLst/>
                          <a:highlight>
                            <a:srgbClr val="C0E6F5"/>
                          </a:highlight>
                          <a:latin typeface="Arial"/>
                          <a:ea typeface="Calibri"/>
                          <a:cs typeface="Arial"/>
                        </a:rPr>
                        <a:t>12.5 lbs (5.67 kg)</a:t>
                      </a:r>
                      <a:r>
                        <a:rPr lang="en-US" sz="1400" b="0" i="0" u="none" strike="noStrike" noProof="0">
                          <a:solidFill>
                            <a:srgbClr val="000000"/>
                          </a:solidFill>
                          <a:effectLst/>
                          <a:highlight>
                            <a:srgbClr val="C0E6F5"/>
                          </a:highlight>
                          <a:latin typeface="Arial"/>
                          <a:ea typeface="Calibri"/>
                          <a:cs typeface="Arial"/>
                        </a:rPr>
                        <a:t>.</a:t>
                      </a:r>
                      <a:endParaRPr lang="en-US" sz="1400" b="0" i="0">
                        <a:effectLst/>
                        <a:latin typeface="Arial"/>
                        <a:ea typeface="Calibri"/>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a:ea typeface="Calibri"/>
                          <a:cs typeface="Arial"/>
                        </a:rPr>
                        <a:t>Influences the weight of the battery.</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extLst>
                  <a:ext uri="{0D108BD9-81ED-4DB2-BD59-A6C34878D82A}">
                    <a16:rowId xmlns:a16="http://schemas.microsoft.com/office/drawing/2014/main" val="3884621858"/>
                  </a:ext>
                </a:extLst>
              </a:tr>
              <a:tr h="645591">
                <a:tc>
                  <a:txBody>
                    <a:bodyPr/>
                    <a:lstStyle/>
                    <a:p>
                      <a:pPr lvl="0">
                        <a:buNone/>
                      </a:pPr>
                      <a:r>
                        <a:rPr lang="en-US" sz="1400" b="0" i="0">
                          <a:effectLst/>
                          <a:latin typeface="Arial"/>
                          <a:ea typeface="Calibri"/>
                          <a:cs typeface="Arial"/>
                        </a:rPr>
                        <a:t>UAS-8</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400" b="0" i="0" u="none" strike="noStrike" noProof="0">
                          <a:solidFill>
                            <a:srgbClr val="000000"/>
                          </a:solidFill>
                          <a:effectLst/>
                          <a:highlight>
                            <a:srgbClr val="C0E6F5"/>
                          </a:highlight>
                          <a:latin typeface="Arial"/>
                          <a:ea typeface="Calibri"/>
                          <a:cs typeface="Arial"/>
                        </a:rPr>
                        <a:t>The UAS shall be able to function in temperatures ranging from </a:t>
                      </a:r>
                      <a:r>
                        <a:rPr lang="en-US" sz="1400" b="1" i="0" u="none" strike="noStrike" noProof="0">
                          <a:solidFill>
                            <a:srgbClr val="000000"/>
                          </a:solidFill>
                          <a:effectLst/>
                          <a:highlight>
                            <a:srgbClr val="C0E6F5"/>
                          </a:highlight>
                          <a:latin typeface="Arial"/>
                          <a:ea typeface="Calibri"/>
                          <a:cs typeface="Arial"/>
                        </a:rPr>
                        <a:t>15°C to 25°C</a:t>
                      </a:r>
                      <a:r>
                        <a:rPr lang="en-US" sz="1400" b="0" i="0" u="none" strike="noStrike" noProof="0">
                          <a:solidFill>
                            <a:srgbClr val="000000"/>
                          </a:solidFill>
                          <a:effectLst/>
                          <a:highlight>
                            <a:srgbClr val="C0E6F5"/>
                          </a:highlight>
                          <a:latin typeface="Arial"/>
                          <a:ea typeface="Calibri"/>
                          <a:cs typeface="Arial"/>
                        </a:rPr>
                        <a:t>.</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a:ea typeface="Calibri"/>
                          <a:cs typeface="Arial"/>
                        </a:rPr>
                        <a:t>Influences the Voltage and Amp Hour choices.</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extLst>
                  <a:ext uri="{0D108BD9-81ED-4DB2-BD59-A6C34878D82A}">
                    <a16:rowId xmlns:a16="http://schemas.microsoft.com/office/drawing/2014/main" val="1355369355"/>
                  </a:ext>
                </a:extLst>
              </a:tr>
              <a:tr h="645591">
                <a:tc>
                  <a:txBody>
                    <a:bodyPr/>
                    <a:lstStyle/>
                    <a:p>
                      <a:pPr lvl="0">
                        <a:buNone/>
                      </a:pPr>
                      <a:r>
                        <a:rPr lang="en-US" sz="1400" b="0" i="0">
                          <a:effectLst/>
                          <a:latin typeface="Arial"/>
                          <a:ea typeface="Calibri"/>
                          <a:cs typeface="Arial"/>
                        </a:rPr>
                        <a:t>UAS-7</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400" b="0" i="0" u="none" strike="noStrike" noProof="0">
                          <a:solidFill>
                            <a:srgbClr val="000000"/>
                          </a:solidFill>
                          <a:effectLst/>
                          <a:latin typeface="Arial"/>
                          <a:ea typeface="Calibri"/>
                          <a:cs typeface="Arial"/>
                        </a:rPr>
                        <a:t>The UAS shall have an endurance of at least </a:t>
                      </a:r>
                      <a:r>
                        <a:rPr lang="en-US" sz="1400" b="1" i="0" u="none" strike="noStrike" noProof="0">
                          <a:solidFill>
                            <a:srgbClr val="000000"/>
                          </a:solidFill>
                          <a:effectLst/>
                          <a:latin typeface="Arial"/>
                          <a:ea typeface="Calibri"/>
                          <a:cs typeface="Arial"/>
                        </a:rPr>
                        <a:t>15 minutes</a:t>
                      </a:r>
                      <a:r>
                        <a:rPr lang="en-US" sz="1400" b="0" i="0" u="none" strike="noStrike" noProof="0">
                          <a:solidFill>
                            <a:srgbClr val="000000"/>
                          </a:solidFill>
                          <a:effectLst/>
                          <a:latin typeface="Arial"/>
                          <a:ea typeface="Calibri"/>
                          <a:cs typeface="Arial"/>
                        </a:rPr>
                        <a:t>.</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a:ea typeface="Calibri"/>
                          <a:cs typeface="Arial"/>
                        </a:rPr>
                        <a:t>Influences the energy density of the battery.</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extLst>
                  <a:ext uri="{0D108BD9-81ED-4DB2-BD59-A6C34878D82A}">
                    <a16:rowId xmlns:a16="http://schemas.microsoft.com/office/drawing/2014/main" val="2224957842"/>
                  </a:ext>
                </a:extLst>
              </a:tr>
              <a:tr h="645591">
                <a:tc>
                  <a:txBody>
                    <a:bodyPr/>
                    <a:lstStyle/>
                    <a:p>
                      <a:pPr lvl="0">
                        <a:buNone/>
                      </a:pPr>
                      <a:r>
                        <a:rPr lang="en-US" sz="1400" b="0" i="0">
                          <a:effectLst/>
                          <a:latin typeface="Arial"/>
                          <a:ea typeface="Calibri"/>
                          <a:cs typeface="Arial"/>
                        </a:rPr>
                        <a:t>UAS-6</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l">
                        <a:lnSpc>
                          <a:spcPct val="100000"/>
                        </a:lnSpc>
                        <a:spcBef>
                          <a:spcPts val="0"/>
                        </a:spcBef>
                        <a:spcAft>
                          <a:spcPts val="0"/>
                        </a:spcAft>
                        <a:buNone/>
                      </a:pPr>
                      <a:r>
                        <a:rPr lang="en-US" sz="1400" b="0" i="0" u="none" strike="noStrike" noProof="0">
                          <a:solidFill>
                            <a:srgbClr val="000000"/>
                          </a:solidFill>
                          <a:effectLst/>
                          <a:latin typeface="Arial"/>
                          <a:ea typeface="Calibri"/>
                          <a:cs typeface="Arial"/>
                        </a:rPr>
                        <a:t>The UAS shall have a volumetric footprint </a:t>
                      </a:r>
                      <a:r>
                        <a:rPr lang="en-US" sz="1400" b="1" i="0" u="none" strike="noStrike" noProof="0">
                          <a:solidFill>
                            <a:srgbClr val="000000"/>
                          </a:solidFill>
                          <a:effectLst/>
                          <a:latin typeface="Arial"/>
                          <a:ea typeface="Calibri"/>
                          <a:cs typeface="Arial"/>
                        </a:rPr>
                        <a:t>≤ 50cm x 50cm x 30cm</a:t>
                      </a:r>
                      <a:r>
                        <a:rPr lang="en-US" sz="1400" b="0" i="0" u="none" strike="noStrike" noProof="0">
                          <a:solidFill>
                            <a:srgbClr val="000000"/>
                          </a:solidFill>
                          <a:effectLst/>
                          <a:latin typeface="Arial"/>
                          <a:ea typeface="Calibri"/>
                          <a:cs typeface="Arial"/>
                        </a:rPr>
                        <a:t>.</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C0E6F5"/>
                    </a:solidFill>
                  </a:tcPr>
                </a:tc>
                <a:tc>
                  <a:txBody>
                    <a:bodyPr/>
                    <a:lstStyle/>
                    <a:p>
                      <a:pPr lvl="0">
                        <a:buNone/>
                      </a:pPr>
                      <a:r>
                        <a:rPr lang="en-US" sz="1400" b="0" i="0">
                          <a:effectLst/>
                          <a:latin typeface="Arial"/>
                          <a:ea typeface="Calibri"/>
                          <a:cs typeface="Arial"/>
                        </a:rPr>
                        <a:t>Influences the size of the battery.</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C0E6F5"/>
                    </a:solidFill>
                  </a:tcPr>
                </a:tc>
                <a:extLst>
                  <a:ext uri="{0D108BD9-81ED-4DB2-BD59-A6C34878D82A}">
                    <a16:rowId xmlns:a16="http://schemas.microsoft.com/office/drawing/2014/main" val="452152920"/>
                  </a:ext>
                </a:extLst>
              </a:tr>
            </a:tbl>
          </a:graphicData>
        </a:graphic>
      </p:graphicFrame>
      <p:sp>
        <p:nvSpPr>
          <p:cNvPr id="7" name="TextBox 6">
            <a:extLst>
              <a:ext uri="{FF2B5EF4-FFF2-40B4-BE49-F238E27FC236}">
                <a16:creationId xmlns:a16="http://schemas.microsoft.com/office/drawing/2014/main" id="{3E5DB13F-5DA7-9CAC-E4F1-6798A6D3D52E}"/>
              </a:ext>
            </a:extLst>
          </p:cNvPr>
          <p:cNvSpPr txBox="1"/>
          <p:nvPr/>
        </p:nvSpPr>
        <p:spPr>
          <a:xfrm>
            <a:off x="477650" y="5203348"/>
            <a:ext cx="11227903" cy="92333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a:latin typeface="Arial"/>
                <a:cs typeface="Arial"/>
              </a:rPr>
              <a:t>Key Requirement Impact: </a:t>
            </a:r>
          </a:p>
          <a:p>
            <a:r>
              <a:rPr lang="en-US">
                <a:latin typeface="Arial"/>
                <a:cs typeface="Arial"/>
              </a:rPr>
              <a:t>Battery Chemistry will directly impact our flight time and weight. Balancing energy needs with system weight is of paramount importance.</a:t>
            </a:r>
          </a:p>
        </p:txBody>
      </p:sp>
      <p:grpSp>
        <p:nvGrpSpPr>
          <p:cNvPr id="17" name="Trade Studies Bar - 1 Propulsion">
            <a:extLst>
              <a:ext uri="{FF2B5EF4-FFF2-40B4-BE49-F238E27FC236}">
                <a16:creationId xmlns:a16="http://schemas.microsoft.com/office/drawing/2014/main" id="{6BFCEB34-3AFB-F30B-C637-EE797E5985E7}"/>
              </a:ext>
            </a:extLst>
          </p:cNvPr>
          <p:cNvGrpSpPr/>
          <p:nvPr/>
        </p:nvGrpSpPr>
        <p:grpSpPr>
          <a:xfrm>
            <a:off x="814349" y="6570022"/>
            <a:ext cx="10563301" cy="276999"/>
            <a:chOff x="790698" y="5902391"/>
            <a:chExt cx="10563301" cy="276999"/>
          </a:xfrm>
        </p:grpSpPr>
        <p:sp>
          <p:nvSpPr>
            <p:cNvPr id="10" name="Segment 0 - Trade Studies">
              <a:extLst>
                <a:ext uri="{FF2B5EF4-FFF2-40B4-BE49-F238E27FC236}">
                  <a16:creationId xmlns:a16="http://schemas.microsoft.com/office/drawing/2014/main" id="{8B3A732F-47E3-4293-2126-3ABA17514EE9}"/>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1" name="Segment 1 - Propulsion">
              <a:extLst>
                <a:ext uri="{FF2B5EF4-FFF2-40B4-BE49-F238E27FC236}">
                  <a16:creationId xmlns:a16="http://schemas.microsoft.com/office/drawing/2014/main" id="{6A26B691-59EE-AA79-6CD4-E8BC1A216E95}"/>
                </a:ext>
              </a:extLst>
            </p:cNvPr>
            <p:cNvSpPr/>
            <p:nvPr/>
          </p:nvSpPr>
          <p:spPr>
            <a:xfrm>
              <a:off x="268951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Propulsion</a:t>
              </a:r>
            </a:p>
          </p:txBody>
        </p:sp>
        <p:sp>
          <p:nvSpPr>
            <p:cNvPr id="12" name="Segment 2 - Power Systems">
              <a:extLst>
                <a:ext uri="{FF2B5EF4-FFF2-40B4-BE49-F238E27FC236}">
                  <a16:creationId xmlns:a16="http://schemas.microsoft.com/office/drawing/2014/main" id="{247DF7F5-9428-667B-7B8A-FDB93851D97C}"/>
                </a:ext>
              </a:extLst>
            </p:cNvPr>
            <p:cNvSpPr/>
            <p:nvPr/>
          </p:nvSpPr>
          <p:spPr>
            <a:xfrm>
              <a:off x="4410130" y="5902391"/>
              <a:ext cx="1782024" cy="276999"/>
            </a:xfrm>
            <a:prstGeom prst="chevron">
              <a:avLst>
                <a:gd name="adj" fmla="val 33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chemeClr val="bg1"/>
                  </a:solidFill>
                  <a:latin typeface="Calibri"/>
                </a:rPr>
                <a:t>Power Systems</a:t>
              </a:r>
              <a:endParaRPr lang="en-US" sz="1050" b="0">
                <a:solidFill>
                  <a:schemeClr val="bg1"/>
                </a:solidFill>
                <a:latin typeface="Calibri"/>
                <a:ea typeface="Calibri"/>
                <a:cs typeface="Calibri"/>
              </a:endParaRPr>
            </a:p>
          </p:txBody>
        </p:sp>
        <p:sp>
          <p:nvSpPr>
            <p:cNvPr id="14" name="Segment 3 - Airframe">
              <a:extLst>
                <a:ext uri="{FF2B5EF4-FFF2-40B4-BE49-F238E27FC236}">
                  <a16:creationId xmlns:a16="http://schemas.microsoft.com/office/drawing/2014/main" id="{B7DAD18B-8571-40BF-D323-D3E627CD0DD8}"/>
                </a:ext>
              </a:extLst>
            </p:cNvPr>
            <p:cNvSpPr/>
            <p:nvPr/>
          </p:nvSpPr>
          <p:spPr>
            <a:xfrm>
              <a:off x="613074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Airframe</a:t>
              </a:r>
            </a:p>
          </p:txBody>
        </p:sp>
        <p:sp>
          <p:nvSpPr>
            <p:cNvPr id="15" name="Segment 4 - GNC">
              <a:extLst>
                <a:ext uri="{FF2B5EF4-FFF2-40B4-BE49-F238E27FC236}">
                  <a16:creationId xmlns:a16="http://schemas.microsoft.com/office/drawing/2014/main" id="{305ADE98-8813-1581-57D3-16D0DAA7724C}"/>
                </a:ext>
              </a:extLst>
            </p:cNvPr>
            <p:cNvSpPr/>
            <p:nvPr/>
          </p:nvSpPr>
          <p:spPr>
            <a:xfrm>
              <a:off x="785136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GNC</a:t>
              </a:r>
            </a:p>
          </p:txBody>
        </p:sp>
        <p:sp>
          <p:nvSpPr>
            <p:cNvPr id="16" name="Segment 5 - Avionics">
              <a:extLst>
                <a:ext uri="{FF2B5EF4-FFF2-40B4-BE49-F238E27FC236}">
                  <a16:creationId xmlns:a16="http://schemas.microsoft.com/office/drawing/2014/main" id="{FB2448B7-F5F2-D5CC-D980-983B94A6E732}"/>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Tree>
    <p:extLst>
      <p:ext uri="{BB962C8B-B14F-4D97-AF65-F5344CB8AC3E}">
        <p14:creationId xmlns:p14="http://schemas.microsoft.com/office/powerpoint/2010/main" val="14747033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 0">
            <a:extLst>
              <a:ext uri="{FF2B5EF4-FFF2-40B4-BE49-F238E27FC236}">
                <a16:creationId xmlns:a16="http://schemas.microsoft.com/office/drawing/2014/main" id="{96296D2C-85B9-6DE6-029F-6E056EBBFFC2}"/>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10" name="Image 0" descr="preencoded.png">
            <a:extLst>
              <a:ext uri="{FF2B5EF4-FFF2-40B4-BE49-F238E27FC236}">
                <a16:creationId xmlns:a16="http://schemas.microsoft.com/office/drawing/2014/main" id="{EEB7B8CA-DA9C-A405-C9A7-D4F462DE133B}"/>
              </a:ext>
            </a:extLst>
          </p:cNvPr>
          <p:cNvPicPr>
            <a:picLocks noChangeAspect="1"/>
          </p:cNvPicPr>
          <p:nvPr/>
        </p:nvPicPr>
        <p:blipFill>
          <a:blip r:embed="rId2"/>
          <a:stretch>
            <a:fillRect/>
          </a:stretch>
        </p:blipFill>
        <p:spPr>
          <a:xfrm>
            <a:off x="579489" y="504749"/>
            <a:ext cx="362102" cy="362102"/>
          </a:xfrm>
          <a:prstGeom prst="rect">
            <a:avLst/>
          </a:prstGeom>
        </p:spPr>
      </p:pic>
      <p:sp>
        <p:nvSpPr>
          <p:cNvPr id="12" name="Text 1">
            <a:extLst>
              <a:ext uri="{FF2B5EF4-FFF2-40B4-BE49-F238E27FC236}">
                <a16:creationId xmlns:a16="http://schemas.microsoft.com/office/drawing/2014/main" id="{C9F09B6B-CD66-122B-4321-C3EFAE84D9CF}"/>
              </a:ext>
            </a:extLst>
          </p:cNvPr>
          <p:cNvSpPr txBox="1"/>
          <p:nvPr/>
        </p:nvSpPr>
        <p:spPr>
          <a:xfrm>
            <a:off x="1281748" y="371507"/>
            <a:ext cx="8526303" cy="628603"/>
          </a:xfrm>
          <a:prstGeom prst="rect">
            <a:avLst/>
          </a:prstGeom>
          <a:noFill/>
          <a:ln/>
        </p:spPr>
        <p:txBody>
          <a:bodyPr wrap="square" lIns="0" tIns="0" rIns="0" bIns="0" rtlCol="0" anchor="ctr"/>
          <a:lstStyle/>
          <a:p>
            <a:r>
              <a:rPr lang="en-US" sz="2800" b="1" kern="0" spc="100">
                <a:solidFill>
                  <a:srgbClr val="2B2A28"/>
                </a:solidFill>
                <a:latin typeface="Arial"/>
                <a:cs typeface="Arial"/>
              </a:rPr>
              <a:t>Summary of Scoring 1: Battery </a:t>
            </a:r>
            <a:r>
              <a:rPr lang="en-US" sz="2800" b="1" kern="0" spc="100">
                <a:solidFill>
                  <a:srgbClr val="2B2A28"/>
                </a:solidFill>
                <a:latin typeface="Aptos"/>
                <a:cs typeface="Arial"/>
              </a:rPr>
              <a:t>Chemistry</a:t>
            </a:r>
            <a:endParaRPr lang="en-US" sz="2800" b="1" kern="0" spc="100">
              <a:solidFill>
                <a:srgbClr val="2B2A28"/>
              </a:solidFill>
              <a:latin typeface="Arial"/>
              <a:cs typeface="Arial"/>
            </a:endParaRPr>
          </a:p>
        </p:txBody>
      </p:sp>
      <p:sp>
        <p:nvSpPr>
          <p:cNvPr id="14" name="Shape 2">
            <a:extLst>
              <a:ext uri="{FF2B5EF4-FFF2-40B4-BE49-F238E27FC236}">
                <a16:creationId xmlns:a16="http://schemas.microsoft.com/office/drawing/2014/main" id="{03677F7A-608A-2206-CB13-A7A7D02A7FA6}"/>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16" name="Text 3">
            <a:extLst>
              <a:ext uri="{FF2B5EF4-FFF2-40B4-BE49-F238E27FC236}">
                <a16:creationId xmlns:a16="http://schemas.microsoft.com/office/drawing/2014/main" id="{18E1630D-2997-1585-E477-F0B452BB3ED6}"/>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pic>
        <p:nvPicPr>
          <p:cNvPr id="17" name="Picture 16" descr="A table with numbers and symbols&#10;&#10;AI-generated content may be incorrect.">
            <a:extLst>
              <a:ext uri="{FF2B5EF4-FFF2-40B4-BE49-F238E27FC236}">
                <a16:creationId xmlns:a16="http://schemas.microsoft.com/office/drawing/2014/main" id="{5EADAA70-B5C9-76C1-A644-C0FD5FB65EBA}"/>
              </a:ext>
            </a:extLst>
          </p:cNvPr>
          <p:cNvPicPr>
            <a:picLocks noChangeAspect="1"/>
          </p:cNvPicPr>
          <p:nvPr/>
        </p:nvPicPr>
        <p:blipFill>
          <a:blip r:embed="rId3"/>
          <a:stretch>
            <a:fillRect/>
          </a:stretch>
        </p:blipFill>
        <p:spPr>
          <a:xfrm>
            <a:off x="3225482" y="1371600"/>
            <a:ext cx="8509635" cy="4813300"/>
          </a:xfrm>
          <a:prstGeom prst="rect">
            <a:avLst/>
          </a:prstGeom>
        </p:spPr>
      </p:pic>
      <p:sp>
        <p:nvSpPr>
          <p:cNvPr id="18" name="TextBox 17">
            <a:extLst>
              <a:ext uri="{FF2B5EF4-FFF2-40B4-BE49-F238E27FC236}">
                <a16:creationId xmlns:a16="http://schemas.microsoft.com/office/drawing/2014/main" id="{6B5D97B7-E8D6-CD61-3E9D-86C044024218}"/>
              </a:ext>
            </a:extLst>
          </p:cNvPr>
          <p:cNvSpPr txBox="1"/>
          <p:nvPr/>
        </p:nvSpPr>
        <p:spPr>
          <a:xfrm>
            <a:off x="124830" y="979187"/>
            <a:ext cx="3097995" cy="59093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u="sng">
                <a:latin typeface="Arial"/>
                <a:ea typeface="+mn-lt"/>
                <a:cs typeface="Arial"/>
              </a:rPr>
              <a:t>Assumed Battery Packs</a:t>
            </a:r>
            <a:endParaRPr lang="en-US">
              <a:latin typeface="Arial"/>
              <a:ea typeface="+mn-lt"/>
              <a:cs typeface="Arial"/>
            </a:endParaRPr>
          </a:p>
          <a:p>
            <a:br>
              <a:rPr lang="en-US" b="1">
                <a:latin typeface="Arial"/>
                <a:ea typeface="+mn-lt"/>
                <a:cs typeface="Arial"/>
              </a:rPr>
            </a:br>
            <a:r>
              <a:rPr lang="en-US" b="1">
                <a:latin typeface="Arial"/>
                <a:ea typeface="+mn-lt"/>
                <a:cs typeface="Arial"/>
              </a:rPr>
              <a:t> </a:t>
            </a:r>
            <a:r>
              <a:rPr lang="en-US">
                <a:latin typeface="Arial"/>
                <a:ea typeface="+mn-lt"/>
                <a:cs typeface="Arial"/>
              </a:rPr>
              <a:t>• Li-Ion: high-drain 21700 pack (~10C)</a:t>
            </a:r>
          </a:p>
          <a:p>
            <a:br>
              <a:rPr lang="en-US">
                <a:latin typeface="Arial"/>
                <a:ea typeface="+mn-lt"/>
                <a:cs typeface="Arial"/>
              </a:rPr>
            </a:br>
            <a:r>
              <a:rPr lang="en-US">
                <a:latin typeface="Arial"/>
                <a:ea typeface="+mn-lt"/>
                <a:cs typeface="Arial"/>
              </a:rPr>
              <a:t> • LiPo: 6S pouch pack (≥25C, ≥1.5C charge)</a:t>
            </a:r>
            <a:endParaRPr lang="en-US">
              <a:latin typeface="Arial"/>
              <a:cs typeface="Arial"/>
            </a:endParaRPr>
          </a:p>
          <a:p>
            <a:endParaRPr lang="en-US">
              <a:latin typeface="Arial"/>
              <a:ea typeface="+mn-lt"/>
              <a:cs typeface="Arial"/>
            </a:endParaRPr>
          </a:p>
          <a:p>
            <a:r>
              <a:rPr lang="en-US" b="1" u="sng">
                <a:latin typeface="Arial"/>
                <a:ea typeface="+mn-lt"/>
                <a:cs typeface="Arial"/>
              </a:rPr>
              <a:t>Method</a:t>
            </a:r>
            <a:br>
              <a:rPr lang="en-US" b="1">
                <a:latin typeface="Arial"/>
                <a:ea typeface="+mn-lt"/>
                <a:cs typeface="Arial"/>
              </a:rPr>
            </a:br>
            <a:r>
              <a:rPr lang="en-US">
                <a:latin typeface="Arial"/>
                <a:ea typeface="+mn-lt"/>
                <a:cs typeface="Arial"/>
              </a:rPr>
              <a:t> • Scored 1–5; 2 and 4 fall between thresholds</a:t>
            </a:r>
          </a:p>
          <a:p>
            <a:br>
              <a:rPr lang="en-US">
                <a:latin typeface="Arial"/>
                <a:ea typeface="+mn-lt"/>
                <a:cs typeface="Arial"/>
              </a:rPr>
            </a:br>
            <a:r>
              <a:rPr lang="en-US">
                <a:latin typeface="Arial"/>
                <a:ea typeface="+mn-lt"/>
                <a:cs typeface="Arial"/>
              </a:rPr>
              <a:t> • Energy Density &amp; Volume are </a:t>
            </a:r>
            <a:r>
              <a:rPr lang="en-US" b="1">
                <a:latin typeface="Arial"/>
                <a:ea typeface="+mn-lt"/>
                <a:cs typeface="Arial"/>
              </a:rPr>
              <a:t>full Pack-level values</a:t>
            </a:r>
            <a:r>
              <a:rPr lang="en-US">
                <a:latin typeface="Arial"/>
                <a:ea typeface="+mn-lt"/>
                <a:cs typeface="Arial"/>
              </a:rPr>
              <a:t> (not individual cells)</a:t>
            </a:r>
          </a:p>
          <a:p>
            <a:endParaRPr lang="en-US">
              <a:latin typeface="Arial"/>
              <a:ea typeface="+mn-lt"/>
              <a:cs typeface="Arial"/>
            </a:endParaRPr>
          </a:p>
          <a:p>
            <a:r>
              <a:rPr lang="en-US">
                <a:latin typeface="Arial"/>
                <a:ea typeface="+mn-lt"/>
                <a:cs typeface="Arial"/>
              </a:rPr>
              <a:t> • Required ~</a:t>
            </a:r>
            <a:r>
              <a:rPr lang="en-US" b="1">
                <a:latin typeface="Arial"/>
                <a:ea typeface="+mn-lt"/>
                <a:cs typeface="Arial"/>
              </a:rPr>
              <a:t>6C peak</a:t>
            </a:r>
            <a:r>
              <a:rPr lang="en-US">
                <a:latin typeface="Arial"/>
                <a:ea typeface="+mn-lt"/>
                <a:cs typeface="Arial"/>
              </a:rPr>
              <a:t>, estimated from </a:t>
            </a:r>
            <a:r>
              <a:rPr lang="en-US" b="1">
                <a:latin typeface="Arial"/>
                <a:ea typeface="+mn-lt"/>
                <a:cs typeface="Arial"/>
              </a:rPr>
              <a:t>15 min endurance</a:t>
            </a:r>
            <a:r>
              <a:rPr lang="en-US">
                <a:latin typeface="Arial"/>
                <a:ea typeface="+mn-lt"/>
                <a:cs typeface="Arial"/>
              </a:rPr>
              <a:t> requirement.</a:t>
            </a:r>
            <a:endParaRPr lang="en-US">
              <a:latin typeface="Arial"/>
              <a:cs typeface="Arial"/>
            </a:endParaRPr>
          </a:p>
          <a:p>
            <a:endParaRPr lang="en-US"/>
          </a:p>
        </p:txBody>
      </p:sp>
      <p:grpSp>
        <p:nvGrpSpPr>
          <p:cNvPr id="11" name="Trade Studies Bar - 1 Propulsion">
            <a:extLst>
              <a:ext uri="{FF2B5EF4-FFF2-40B4-BE49-F238E27FC236}">
                <a16:creationId xmlns:a16="http://schemas.microsoft.com/office/drawing/2014/main" id="{1BDC9454-95C5-9A37-9A31-4009DE9DCEBC}"/>
              </a:ext>
            </a:extLst>
          </p:cNvPr>
          <p:cNvGrpSpPr/>
          <p:nvPr/>
        </p:nvGrpSpPr>
        <p:grpSpPr>
          <a:xfrm>
            <a:off x="814349" y="6570022"/>
            <a:ext cx="10563301" cy="276999"/>
            <a:chOff x="790698" y="5902391"/>
            <a:chExt cx="10563301" cy="276999"/>
          </a:xfrm>
        </p:grpSpPr>
        <p:sp>
          <p:nvSpPr>
            <p:cNvPr id="3" name="Segment 0 - Trade Studies">
              <a:extLst>
                <a:ext uri="{FF2B5EF4-FFF2-40B4-BE49-F238E27FC236}">
                  <a16:creationId xmlns:a16="http://schemas.microsoft.com/office/drawing/2014/main" id="{BA136D1F-E9A5-B142-E2D2-7B40800ADFFF}"/>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4" name="Segment 1 - Propulsion">
              <a:extLst>
                <a:ext uri="{FF2B5EF4-FFF2-40B4-BE49-F238E27FC236}">
                  <a16:creationId xmlns:a16="http://schemas.microsoft.com/office/drawing/2014/main" id="{3CA312C3-C32F-6CAA-92B8-623B8477A4D1}"/>
                </a:ext>
              </a:extLst>
            </p:cNvPr>
            <p:cNvSpPr/>
            <p:nvPr/>
          </p:nvSpPr>
          <p:spPr>
            <a:xfrm>
              <a:off x="268951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Propulsion</a:t>
              </a:r>
            </a:p>
          </p:txBody>
        </p:sp>
        <p:sp>
          <p:nvSpPr>
            <p:cNvPr id="5" name="Segment 2 - Power Systems">
              <a:extLst>
                <a:ext uri="{FF2B5EF4-FFF2-40B4-BE49-F238E27FC236}">
                  <a16:creationId xmlns:a16="http://schemas.microsoft.com/office/drawing/2014/main" id="{81D83022-F38A-53D0-7B1E-D8CB0F5B2B95}"/>
                </a:ext>
              </a:extLst>
            </p:cNvPr>
            <p:cNvSpPr/>
            <p:nvPr/>
          </p:nvSpPr>
          <p:spPr>
            <a:xfrm>
              <a:off x="4410130" y="5902391"/>
              <a:ext cx="1782024" cy="276999"/>
            </a:xfrm>
            <a:prstGeom prst="chevron">
              <a:avLst>
                <a:gd name="adj" fmla="val 33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chemeClr val="bg1"/>
                  </a:solidFill>
                  <a:latin typeface="Calibri"/>
                </a:rPr>
                <a:t>Power Systems</a:t>
              </a:r>
              <a:endParaRPr lang="en-US" sz="1050" b="0">
                <a:solidFill>
                  <a:schemeClr val="bg1"/>
                </a:solidFill>
                <a:latin typeface="Calibri"/>
                <a:ea typeface="Calibri"/>
                <a:cs typeface="Calibri"/>
              </a:endParaRPr>
            </a:p>
          </p:txBody>
        </p:sp>
        <p:sp>
          <p:nvSpPr>
            <p:cNvPr id="6" name="Segment 3 - Airframe">
              <a:extLst>
                <a:ext uri="{FF2B5EF4-FFF2-40B4-BE49-F238E27FC236}">
                  <a16:creationId xmlns:a16="http://schemas.microsoft.com/office/drawing/2014/main" id="{B94355CD-CAA4-5AF0-DC23-09F774F566A5}"/>
                </a:ext>
              </a:extLst>
            </p:cNvPr>
            <p:cNvSpPr/>
            <p:nvPr/>
          </p:nvSpPr>
          <p:spPr>
            <a:xfrm>
              <a:off x="613074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Airframe</a:t>
              </a:r>
            </a:p>
          </p:txBody>
        </p:sp>
        <p:sp>
          <p:nvSpPr>
            <p:cNvPr id="7" name="Segment 4 - GNC">
              <a:extLst>
                <a:ext uri="{FF2B5EF4-FFF2-40B4-BE49-F238E27FC236}">
                  <a16:creationId xmlns:a16="http://schemas.microsoft.com/office/drawing/2014/main" id="{143629B0-5B9F-FB0F-B142-D96DC0C6D1F2}"/>
                </a:ext>
              </a:extLst>
            </p:cNvPr>
            <p:cNvSpPr/>
            <p:nvPr/>
          </p:nvSpPr>
          <p:spPr>
            <a:xfrm>
              <a:off x="785136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GNC</a:t>
              </a:r>
            </a:p>
          </p:txBody>
        </p:sp>
        <p:sp>
          <p:nvSpPr>
            <p:cNvPr id="9" name="Segment 5 - Avionics">
              <a:extLst>
                <a:ext uri="{FF2B5EF4-FFF2-40B4-BE49-F238E27FC236}">
                  <a16:creationId xmlns:a16="http://schemas.microsoft.com/office/drawing/2014/main" id="{A6CF9697-1E14-808C-A965-80C12E4F82EB}"/>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Tree>
    <p:extLst>
      <p:ext uri="{BB962C8B-B14F-4D97-AF65-F5344CB8AC3E}">
        <p14:creationId xmlns:p14="http://schemas.microsoft.com/office/powerpoint/2010/main" val="21660574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2523364D-4559-5554-44E1-F635C25A841C}"/>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5" name="Image 0" descr="preencoded.png">
            <a:extLst>
              <a:ext uri="{FF2B5EF4-FFF2-40B4-BE49-F238E27FC236}">
                <a16:creationId xmlns:a16="http://schemas.microsoft.com/office/drawing/2014/main" id="{4D01D547-839C-E15F-DD61-0E5D971390AA}"/>
              </a:ext>
            </a:extLst>
          </p:cNvPr>
          <p:cNvPicPr>
            <a:picLocks noChangeAspect="1"/>
          </p:cNvPicPr>
          <p:nvPr/>
        </p:nvPicPr>
        <p:blipFill>
          <a:blip r:embed="rId2"/>
          <a:stretch>
            <a:fillRect/>
          </a:stretch>
        </p:blipFill>
        <p:spPr>
          <a:xfrm>
            <a:off x="579489" y="504749"/>
            <a:ext cx="362102" cy="362102"/>
          </a:xfrm>
          <a:prstGeom prst="rect">
            <a:avLst/>
          </a:prstGeom>
        </p:spPr>
      </p:pic>
      <p:sp>
        <p:nvSpPr>
          <p:cNvPr id="7" name="Text 1">
            <a:extLst>
              <a:ext uri="{FF2B5EF4-FFF2-40B4-BE49-F238E27FC236}">
                <a16:creationId xmlns:a16="http://schemas.microsoft.com/office/drawing/2014/main" id="{D3AC1FC2-928A-606F-2F86-0416B7C768D0}"/>
              </a:ext>
            </a:extLst>
          </p:cNvPr>
          <p:cNvSpPr txBox="1"/>
          <p:nvPr/>
        </p:nvSpPr>
        <p:spPr>
          <a:xfrm>
            <a:off x="1281748" y="371507"/>
            <a:ext cx="8526303" cy="628603"/>
          </a:xfrm>
          <a:prstGeom prst="rect">
            <a:avLst/>
          </a:prstGeom>
          <a:noFill/>
          <a:ln/>
        </p:spPr>
        <p:txBody>
          <a:bodyPr wrap="square" lIns="0" tIns="0" rIns="0" bIns="0" rtlCol="0" anchor="ctr"/>
          <a:lstStyle/>
          <a:p>
            <a:r>
              <a:rPr lang="en-US" sz="2800" b="1" kern="0" spc="100">
                <a:solidFill>
                  <a:srgbClr val="2B2A28"/>
                </a:solidFill>
                <a:latin typeface="Arial"/>
                <a:cs typeface="Arial"/>
              </a:rPr>
              <a:t>Summary of Scoring 2: Battery </a:t>
            </a:r>
            <a:r>
              <a:rPr lang="en-US" sz="2800" b="1" kern="0" spc="100">
                <a:solidFill>
                  <a:srgbClr val="2B2A28"/>
                </a:solidFill>
                <a:latin typeface="Aptos"/>
                <a:cs typeface="Arial"/>
              </a:rPr>
              <a:t>Chemistry</a:t>
            </a:r>
            <a:endParaRPr lang="en-US" sz="2800" b="1" kern="0" spc="100">
              <a:solidFill>
                <a:srgbClr val="2B2A28"/>
              </a:solidFill>
              <a:latin typeface="Arial"/>
              <a:cs typeface="Arial"/>
            </a:endParaRPr>
          </a:p>
        </p:txBody>
      </p:sp>
      <p:sp>
        <p:nvSpPr>
          <p:cNvPr id="9" name="Shape 2">
            <a:extLst>
              <a:ext uri="{FF2B5EF4-FFF2-40B4-BE49-F238E27FC236}">
                <a16:creationId xmlns:a16="http://schemas.microsoft.com/office/drawing/2014/main" id="{78D6C594-035F-93DA-0E8A-BF58AE5B5FD6}"/>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11" name="Text 3">
            <a:extLst>
              <a:ext uri="{FF2B5EF4-FFF2-40B4-BE49-F238E27FC236}">
                <a16:creationId xmlns:a16="http://schemas.microsoft.com/office/drawing/2014/main" id="{1B7FB4A4-CCE6-482C-8BF4-0A279124E140}"/>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pic>
        <p:nvPicPr>
          <p:cNvPr id="12" name="Picture 11" descr="A table with text and images&#10;&#10;AI-generated content may be incorrect.">
            <a:extLst>
              <a:ext uri="{FF2B5EF4-FFF2-40B4-BE49-F238E27FC236}">
                <a16:creationId xmlns:a16="http://schemas.microsoft.com/office/drawing/2014/main" id="{1855851B-B855-49D3-46DE-EDE4F0B1BA8A}"/>
              </a:ext>
            </a:extLst>
          </p:cNvPr>
          <p:cNvPicPr>
            <a:picLocks noChangeAspect="1"/>
          </p:cNvPicPr>
          <p:nvPr/>
        </p:nvPicPr>
        <p:blipFill>
          <a:blip r:embed="rId3"/>
          <a:stretch>
            <a:fillRect/>
          </a:stretch>
        </p:blipFill>
        <p:spPr>
          <a:xfrm>
            <a:off x="3046970" y="1143000"/>
            <a:ext cx="8739659" cy="5143500"/>
          </a:xfrm>
          <a:prstGeom prst="rect">
            <a:avLst/>
          </a:prstGeom>
        </p:spPr>
      </p:pic>
      <p:sp>
        <p:nvSpPr>
          <p:cNvPr id="15" name="TextBox 14">
            <a:extLst>
              <a:ext uri="{FF2B5EF4-FFF2-40B4-BE49-F238E27FC236}">
                <a16:creationId xmlns:a16="http://schemas.microsoft.com/office/drawing/2014/main" id="{B8C9CA58-936A-06D8-B70C-713EC25CD109}"/>
              </a:ext>
            </a:extLst>
          </p:cNvPr>
          <p:cNvSpPr txBox="1"/>
          <p:nvPr/>
        </p:nvSpPr>
        <p:spPr>
          <a:xfrm>
            <a:off x="165099" y="2825750"/>
            <a:ext cx="2434542"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rial"/>
                <a:ea typeface="Calibri"/>
                <a:cs typeface="Arial"/>
              </a:rPr>
              <a:t>Note: A 4.5 Ah pack at 1C supplies 4.5 A, and at 10C it supplies 45 A.</a:t>
            </a:r>
            <a:endParaRPr lang="en-US">
              <a:highlight>
                <a:srgbClr val="FFFFFF"/>
              </a:highlight>
              <a:latin typeface="Arial"/>
              <a:ea typeface="Calibri"/>
              <a:cs typeface="Arial"/>
            </a:endParaRPr>
          </a:p>
          <a:p>
            <a:endParaRPr lang="en-US">
              <a:latin typeface="Arial"/>
              <a:ea typeface="Calibri"/>
              <a:cs typeface="Arial"/>
            </a:endParaRPr>
          </a:p>
          <a:p>
            <a:r>
              <a:rPr lang="en-US">
                <a:latin typeface="Arial"/>
                <a:ea typeface="Calibri"/>
                <a:cs typeface="Arial"/>
              </a:rPr>
              <a:t>The equation is</a:t>
            </a:r>
          </a:p>
          <a:p>
            <a:r>
              <a:rPr lang="en-US">
                <a:latin typeface="Arial"/>
                <a:ea typeface="Calibri"/>
                <a:cs typeface="Arial"/>
              </a:rPr>
              <a:t> </a:t>
            </a:r>
            <a:r>
              <a:rPr lang="en-US">
                <a:highlight>
                  <a:srgbClr val="FFFFFF"/>
                </a:highlight>
                <a:latin typeface="Arial"/>
                <a:ea typeface="Calibri"/>
                <a:cs typeface="Arial"/>
              </a:rPr>
              <a:t>𝐼 = 𝐶 ∗ 𝐴h</a:t>
            </a:r>
            <a:endParaRPr lang="en-US">
              <a:latin typeface="Arial"/>
              <a:ea typeface="Calibri"/>
              <a:cs typeface="Arial"/>
            </a:endParaRPr>
          </a:p>
        </p:txBody>
      </p:sp>
      <p:grpSp>
        <p:nvGrpSpPr>
          <p:cNvPr id="16" name="Trade Studies Bar - 1 Propulsion">
            <a:extLst>
              <a:ext uri="{FF2B5EF4-FFF2-40B4-BE49-F238E27FC236}">
                <a16:creationId xmlns:a16="http://schemas.microsoft.com/office/drawing/2014/main" id="{0097DFBF-A6FB-60AD-6204-15AC85805F60}"/>
              </a:ext>
            </a:extLst>
          </p:cNvPr>
          <p:cNvGrpSpPr/>
          <p:nvPr/>
        </p:nvGrpSpPr>
        <p:grpSpPr>
          <a:xfrm>
            <a:off x="814349" y="6570022"/>
            <a:ext cx="10563301" cy="276999"/>
            <a:chOff x="790698" y="5902391"/>
            <a:chExt cx="10563301" cy="276999"/>
          </a:xfrm>
        </p:grpSpPr>
        <p:sp>
          <p:nvSpPr>
            <p:cNvPr id="4" name="Segment 0 - Trade Studies">
              <a:extLst>
                <a:ext uri="{FF2B5EF4-FFF2-40B4-BE49-F238E27FC236}">
                  <a16:creationId xmlns:a16="http://schemas.microsoft.com/office/drawing/2014/main" id="{C2C1AC5D-8FAD-C0FE-B9C8-28BD437D24AD}"/>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6" name="Segment 1 - Propulsion">
              <a:extLst>
                <a:ext uri="{FF2B5EF4-FFF2-40B4-BE49-F238E27FC236}">
                  <a16:creationId xmlns:a16="http://schemas.microsoft.com/office/drawing/2014/main" id="{F6F0AAF3-4EBD-43A6-E8E6-9D14A47837A6}"/>
                </a:ext>
              </a:extLst>
            </p:cNvPr>
            <p:cNvSpPr/>
            <p:nvPr/>
          </p:nvSpPr>
          <p:spPr>
            <a:xfrm>
              <a:off x="268951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Propulsion</a:t>
              </a:r>
            </a:p>
          </p:txBody>
        </p:sp>
        <p:sp>
          <p:nvSpPr>
            <p:cNvPr id="8" name="Segment 2 - Power Systems">
              <a:extLst>
                <a:ext uri="{FF2B5EF4-FFF2-40B4-BE49-F238E27FC236}">
                  <a16:creationId xmlns:a16="http://schemas.microsoft.com/office/drawing/2014/main" id="{7F27AAAD-1B13-AA07-BDB2-38E6B0B35D09}"/>
                </a:ext>
              </a:extLst>
            </p:cNvPr>
            <p:cNvSpPr/>
            <p:nvPr/>
          </p:nvSpPr>
          <p:spPr>
            <a:xfrm>
              <a:off x="4410130" y="5902391"/>
              <a:ext cx="1782024" cy="276999"/>
            </a:xfrm>
            <a:prstGeom prst="chevron">
              <a:avLst>
                <a:gd name="adj" fmla="val 33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chemeClr val="bg1"/>
                  </a:solidFill>
                  <a:latin typeface="Calibri"/>
                </a:rPr>
                <a:t>Power Systems</a:t>
              </a:r>
              <a:endParaRPr lang="en-US" sz="1050" b="0">
                <a:solidFill>
                  <a:schemeClr val="bg1"/>
                </a:solidFill>
                <a:latin typeface="Calibri"/>
                <a:ea typeface="Calibri"/>
                <a:cs typeface="Calibri"/>
              </a:endParaRPr>
            </a:p>
          </p:txBody>
        </p:sp>
        <p:sp>
          <p:nvSpPr>
            <p:cNvPr id="10" name="Segment 3 - Airframe">
              <a:extLst>
                <a:ext uri="{FF2B5EF4-FFF2-40B4-BE49-F238E27FC236}">
                  <a16:creationId xmlns:a16="http://schemas.microsoft.com/office/drawing/2014/main" id="{1B600FF1-9293-829B-F78A-D028DE87C25A}"/>
                </a:ext>
              </a:extLst>
            </p:cNvPr>
            <p:cNvSpPr/>
            <p:nvPr/>
          </p:nvSpPr>
          <p:spPr>
            <a:xfrm>
              <a:off x="613074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Airframe</a:t>
              </a:r>
            </a:p>
          </p:txBody>
        </p:sp>
        <p:sp>
          <p:nvSpPr>
            <p:cNvPr id="13" name="Segment 4 - GNC">
              <a:extLst>
                <a:ext uri="{FF2B5EF4-FFF2-40B4-BE49-F238E27FC236}">
                  <a16:creationId xmlns:a16="http://schemas.microsoft.com/office/drawing/2014/main" id="{0DEE53A4-B38A-817F-0A98-62BC732D30E2}"/>
                </a:ext>
              </a:extLst>
            </p:cNvPr>
            <p:cNvSpPr/>
            <p:nvPr/>
          </p:nvSpPr>
          <p:spPr>
            <a:xfrm>
              <a:off x="785136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GNC</a:t>
              </a:r>
            </a:p>
          </p:txBody>
        </p:sp>
        <p:sp>
          <p:nvSpPr>
            <p:cNvPr id="14" name="Segment 5 - Avionics">
              <a:extLst>
                <a:ext uri="{FF2B5EF4-FFF2-40B4-BE49-F238E27FC236}">
                  <a16:creationId xmlns:a16="http://schemas.microsoft.com/office/drawing/2014/main" id="{A5DF93AB-DCEF-049D-3FB1-6FD4D00A39AC}"/>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Tree>
    <p:extLst>
      <p:ext uri="{BB962C8B-B14F-4D97-AF65-F5344CB8AC3E}">
        <p14:creationId xmlns:p14="http://schemas.microsoft.com/office/powerpoint/2010/main" val="33204096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CF5E3-A4B6-E740-6A11-7425D12F6AB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660A404-66F6-EA62-FF4D-458C5EF54D9E}"/>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FFE8059A-A8A3-4214-F5F5-960896756E11}"/>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AAEE7F0F-0224-6276-9308-0E0366A5A664}"/>
              </a:ext>
            </a:extLst>
          </p:cNvPr>
          <p:cNvSpPr txBox="1"/>
          <p:nvPr/>
        </p:nvSpPr>
        <p:spPr>
          <a:xfrm>
            <a:off x="1281748" y="371507"/>
            <a:ext cx="8526303" cy="628603"/>
          </a:xfrm>
          <a:prstGeom prst="rect">
            <a:avLst/>
          </a:prstGeom>
          <a:noFill/>
          <a:ln/>
        </p:spPr>
        <p:txBody>
          <a:bodyPr wrap="square" lIns="0" tIns="0" rIns="0" bIns="0" rtlCol="0" anchor="ctr"/>
          <a:lstStyle/>
          <a:p>
            <a:r>
              <a:rPr lang="en-US" sz="2800" b="1" kern="0" spc="100">
                <a:solidFill>
                  <a:srgbClr val="2B2A28"/>
                </a:solidFill>
                <a:latin typeface="Arial"/>
                <a:cs typeface="Arial"/>
              </a:rPr>
              <a:t>Summary of Trade Results: Battery </a:t>
            </a:r>
            <a:r>
              <a:rPr lang="en-US" sz="2800" b="1" kern="0" spc="100">
                <a:solidFill>
                  <a:srgbClr val="2B2A28"/>
                </a:solidFill>
                <a:latin typeface="Aptos"/>
                <a:cs typeface="Arial"/>
              </a:rPr>
              <a:t>Chemistry</a:t>
            </a:r>
            <a:endParaRPr lang="en-US" sz="2800" b="1" kern="0" spc="100">
              <a:solidFill>
                <a:srgbClr val="2B2A28"/>
              </a:solidFill>
              <a:latin typeface="Arial"/>
              <a:cs typeface="Arial"/>
            </a:endParaRPr>
          </a:p>
        </p:txBody>
      </p:sp>
      <p:sp>
        <p:nvSpPr>
          <p:cNvPr id="5" name="Shape 2">
            <a:extLst>
              <a:ext uri="{FF2B5EF4-FFF2-40B4-BE49-F238E27FC236}">
                <a16:creationId xmlns:a16="http://schemas.microsoft.com/office/drawing/2014/main" id="{4201D422-C2BA-AEC9-EA00-976281291D49}"/>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01952D5D-E0EE-6EC0-7F76-C0F344C7CAAB}"/>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13" name="Text 9">
            <a:extLst>
              <a:ext uri="{FF2B5EF4-FFF2-40B4-BE49-F238E27FC236}">
                <a16:creationId xmlns:a16="http://schemas.microsoft.com/office/drawing/2014/main" id="{3518C47D-D088-A6DA-8F95-E5531C356446}"/>
              </a:ext>
            </a:extLst>
          </p:cNvPr>
          <p:cNvSpPr txBox="1"/>
          <p:nvPr/>
        </p:nvSpPr>
        <p:spPr>
          <a:xfrm>
            <a:off x="11367580" y="6492240"/>
            <a:ext cx="365760" cy="274320"/>
          </a:xfrm>
          <a:prstGeom prst="rect">
            <a:avLst/>
          </a:prstGeom>
          <a:noFill/>
          <a:ln/>
        </p:spPr>
        <p:txBody>
          <a:bodyPr wrap="square" lIns="0" tIns="0" rIns="0" bIns="0" rtlCol="0" anchor="ctr"/>
          <a:lstStyle/>
          <a:p>
            <a:pPr marL="0" indent="0" algn="r">
              <a:buNone/>
            </a:pPr>
            <a:r>
              <a:rPr lang="en-US" sz="900">
                <a:solidFill>
                  <a:srgbClr val="8A857C"/>
                </a:solidFill>
                <a:latin typeface="Arial" pitchFamily="34" charset="0"/>
                <a:ea typeface="Arial" pitchFamily="34" charset="-122"/>
                <a:cs typeface="Arial" pitchFamily="34" charset="-120"/>
              </a:rPr>
              <a:t>4</a:t>
            </a:r>
            <a:endParaRPr lang="en-US" sz="900"/>
          </a:p>
        </p:txBody>
      </p:sp>
      <p:sp>
        <p:nvSpPr>
          <p:cNvPr id="11" name="TextBox 10">
            <a:extLst>
              <a:ext uri="{FF2B5EF4-FFF2-40B4-BE49-F238E27FC236}">
                <a16:creationId xmlns:a16="http://schemas.microsoft.com/office/drawing/2014/main" id="{976AB717-DD3D-BE5C-8305-F94C24EF8A20}"/>
              </a:ext>
            </a:extLst>
          </p:cNvPr>
          <p:cNvSpPr txBox="1"/>
          <p:nvPr/>
        </p:nvSpPr>
        <p:spPr>
          <a:xfrm>
            <a:off x="580644" y="1305049"/>
            <a:ext cx="2743200" cy="53553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u="sng">
                <a:ea typeface="+mn-lt"/>
                <a:cs typeface="+mn-lt"/>
              </a:rPr>
              <a:t>Selected: 6S LiPo</a:t>
            </a:r>
            <a:endParaRPr lang="en-US" u="sng"/>
          </a:p>
          <a:p>
            <a:r>
              <a:rPr lang="en-US">
                <a:ea typeface="+mn-lt"/>
                <a:cs typeface="+mn-lt"/>
              </a:rPr>
              <a:t> • Highest weighted score (</a:t>
            </a:r>
            <a:r>
              <a:rPr lang="en-US" b="1">
                <a:ea typeface="+mn-lt"/>
                <a:cs typeface="+mn-lt"/>
              </a:rPr>
              <a:t>3.95 vs. 3.35</a:t>
            </a:r>
            <a:r>
              <a:rPr lang="en-US">
                <a:ea typeface="+mn-lt"/>
                <a:cs typeface="+mn-lt"/>
              </a:rPr>
              <a:t>)</a:t>
            </a:r>
          </a:p>
          <a:p>
            <a:br>
              <a:rPr lang="en-US">
                <a:ea typeface="+mn-lt"/>
                <a:cs typeface="+mn-lt"/>
              </a:rPr>
            </a:br>
            <a:r>
              <a:rPr lang="en-US">
                <a:ea typeface="+mn-lt"/>
                <a:cs typeface="+mn-lt"/>
              </a:rPr>
              <a:t> • Charge time weighted heavily </a:t>
            </a:r>
            <a:r>
              <a:rPr lang="en-US" b="1">
                <a:ea typeface="+mn-lt"/>
                <a:cs typeface="+mn-lt"/>
              </a:rPr>
              <a:t>(20%) </a:t>
            </a:r>
            <a:r>
              <a:rPr lang="en-US">
                <a:ea typeface="+mn-lt"/>
                <a:cs typeface="+mn-lt"/>
              </a:rPr>
              <a:t>to enable rapid test iteration without waiting on pack recharge</a:t>
            </a:r>
          </a:p>
          <a:p>
            <a:br>
              <a:rPr lang="en-US">
                <a:ea typeface="+mn-lt"/>
                <a:cs typeface="+mn-lt"/>
              </a:rPr>
            </a:br>
            <a:r>
              <a:rPr lang="en-US">
                <a:ea typeface="+mn-lt"/>
                <a:cs typeface="+mn-lt"/>
              </a:rPr>
              <a:t> • Discharge margin: </a:t>
            </a:r>
            <a:r>
              <a:rPr lang="en-US" b="1">
                <a:ea typeface="+mn-lt"/>
                <a:cs typeface="+mn-lt"/>
              </a:rPr>
              <a:t>LiPo &gt;2x</a:t>
            </a:r>
            <a:r>
              <a:rPr lang="en-US">
                <a:ea typeface="+mn-lt"/>
                <a:cs typeface="+mn-lt"/>
              </a:rPr>
              <a:t> required vs. </a:t>
            </a:r>
            <a:r>
              <a:rPr lang="en-US" b="1">
                <a:ea typeface="+mn-lt"/>
                <a:cs typeface="+mn-lt"/>
              </a:rPr>
              <a:t>Li-Ion ~1.5x</a:t>
            </a:r>
            <a:endParaRPr lang="en-US">
              <a:ea typeface="+mn-lt"/>
              <a:cs typeface="+mn-lt"/>
            </a:endParaRPr>
          </a:p>
          <a:p>
            <a:br>
              <a:rPr lang="en-US" b="1">
                <a:ea typeface="+mn-lt"/>
                <a:cs typeface="+mn-lt"/>
              </a:rPr>
            </a:br>
            <a:r>
              <a:rPr lang="en-US">
                <a:ea typeface="+mn-lt"/>
                <a:cs typeface="+mn-lt"/>
              </a:rPr>
              <a:t> • Multiple 6S packs may be required if power/weight estimates increase.</a:t>
            </a:r>
            <a:endParaRPr lang="en-US"/>
          </a:p>
          <a:p>
            <a:endParaRPr lang="en-US"/>
          </a:p>
        </p:txBody>
      </p:sp>
      <p:pic>
        <p:nvPicPr>
          <p:cNvPr id="12" name="Picture 11">
            <a:extLst>
              <a:ext uri="{FF2B5EF4-FFF2-40B4-BE49-F238E27FC236}">
                <a16:creationId xmlns:a16="http://schemas.microsoft.com/office/drawing/2014/main" id="{0934C8C8-D476-1EE7-52CE-D75085663C8D}"/>
              </a:ext>
            </a:extLst>
          </p:cNvPr>
          <p:cNvPicPr>
            <a:picLocks noChangeAspect="1"/>
          </p:cNvPicPr>
          <p:nvPr/>
        </p:nvPicPr>
        <p:blipFill>
          <a:blip r:embed="rId4"/>
          <a:stretch>
            <a:fillRect/>
          </a:stretch>
        </p:blipFill>
        <p:spPr>
          <a:xfrm>
            <a:off x="3570332" y="1308100"/>
            <a:ext cx="7978686" cy="5181600"/>
          </a:xfrm>
          <a:prstGeom prst="rect">
            <a:avLst/>
          </a:prstGeom>
        </p:spPr>
      </p:pic>
      <p:grpSp>
        <p:nvGrpSpPr>
          <p:cNvPr id="17" name="Trade Studies Bar - 1 Propulsion">
            <a:extLst>
              <a:ext uri="{FF2B5EF4-FFF2-40B4-BE49-F238E27FC236}">
                <a16:creationId xmlns:a16="http://schemas.microsoft.com/office/drawing/2014/main" id="{56A7BCA4-1C78-2075-F870-E38E819DD6F4}"/>
              </a:ext>
            </a:extLst>
          </p:cNvPr>
          <p:cNvGrpSpPr/>
          <p:nvPr/>
        </p:nvGrpSpPr>
        <p:grpSpPr>
          <a:xfrm>
            <a:off x="814349" y="6570022"/>
            <a:ext cx="10563301" cy="276999"/>
            <a:chOff x="790698" y="5902391"/>
            <a:chExt cx="10563301" cy="276999"/>
          </a:xfrm>
        </p:grpSpPr>
        <p:sp>
          <p:nvSpPr>
            <p:cNvPr id="8" name="Segment 0 - Trade Studies">
              <a:extLst>
                <a:ext uri="{FF2B5EF4-FFF2-40B4-BE49-F238E27FC236}">
                  <a16:creationId xmlns:a16="http://schemas.microsoft.com/office/drawing/2014/main" id="{99AC76B2-9932-AA3B-4DD1-7841E0A8DAA9}"/>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9" name="Segment 1 - Propulsion">
              <a:extLst>
                <a:ext uri="{FF2B5EF4-FFF2-40B4-BE49-F238E27FC236}">
                  <a16:creationId xmlns:a16="http://schemas.microsoft.com/office/drawing/2014/main" id="{362A8060-B21E-65D8-E417-7414591C8AE2}"/>
                </a:ext>
              </a:extLst>
            </p:cNvPr>
            <p:cNvSpPr/>
            <p:nvPr/>
          </p:nvSpPr>
          <p:spPr>
            <a:xfrm>
              <a:off x="268951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Propulsion</a:t>
              </a:r>
            </a:p>
          </p:txBody>
        </p:sp>
        <p:sp>
          <p:nvSpPr>
            <p:cNvPr id="10" name="Segment 2 - Power Systems">
              <a:extLst>
                <a:ext uri="{FF2B5EF4-FFF2-40B4-BE49-F238E27FC236}">
                  <a16:creationId xmlns:a16="http://schemas.microsoft.com/office/drawing/2014/main" id="{EC410BB9-832F-C1D2-DF0C-F35096BA6FC0}"/>
                </a:ext>
              </a:extLst>
            </p:cNvPr>
            <p:cNvSpPr/>
            <p:nvPr/>
          </p:nvSpPr>
          <p:spPr>
            <a:xfrm>
              <a:off x="4410130" y="5902391"/>
              <a:ext cx="1782024" cy="276999"/>
            </a:xfrm>
            <a:prstGeom prst="chevron">
              <a:avLst>
                <a:gd name="adj" fmla="val 33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chemeClr val="bg1"/>
                  </a:solidFill>
                  <a:latin typeface="Calibri"/>
                </a:rPr>
                <a:t>Power Systems</a:t>
              </a:r>
              <a:endParaRPr lang="en-US" sz="1050" b="0">
                <a:solidFill>
                  <a:schemeClr val="bg1"/>
                </a:solidFill>
                <a:latin typeface="Calibri"/>
                <a:ea typeface="Calibri"/>
                <a:cs typeface="Calibri"/>
              </a:endParaRPr>
            </a:p>
          </p:txBody>
        </p:sp>
        <p:sp>
          <p:nvSpPr>
            <p:cNvPr id="14" name="Segment 3 - Airframe">
              <a:extLst>
                <a:ext uri="{FF2B5EF4-FFF2-40B4-BE49-F238E27FC236}">
                  <a16:creationId xmlns:a16="http://schemas.microsoft.com/office/drawing/2014/main" id="{B8E56222-D9C9-FCC2-4843-AFBDC3D28EB2}"/>
                </a:ext>
              </a:extLst>
            </p:cNvPr>
            <p:cNvSpPr/>
            <p:nvPr/>
          </p:nvSpPr>
          <p:spPr>
            <a:xfrm>
              <a:off x="613074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Airframe</a:t>
              </a:r>
            </a:p>
          </p:txBody>
        </p:sp>
        <p:sp>
          <p:nvSpPr>
            <p:cNvPr id="15" name="Segment 4 - GNC">
              <a:extLst>
                <a:ext uri="{FF2B5EF4-FFF2-40B4-BE49-F238E27FC236}">
                  <a16:creationId xmlns:a16="http://schemas.microsoft.com/office/drawing/2014/main" id="{0403CF44-A692-B4DB-E9FB-DA95065C8AAF}"/>
                </a:ext>
              </a:extLst>
            </p:cNvPr>
            <p:cNvSpPr/>
            <p:nvPr/>
          </p:nvSpPr>
          <p:spPr>
            <a:xfrm>
              <a:off x="785136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GNC</a:t>
              </a:r>
            </a:p>
          </p:txBody>
        </p:sp>
        <p:sp>
          <p:nvSpPr>
            <p:cNvPr id="16" name="Segment 5 - Avionics">
              <a:extLst>
                <a:ext uri="{FF2B5EF4-FFF2-40B4-BE49-F238E27FC236}">
                  <a16:creationId xmlns:a16="http://schemas.microsoft.com/office/drawing/2014/main" id="{46430313-80B5-2593-B213-C821C5101113}"/>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Tree>
    <p:extLst>
      <p:ext uri="{BB962C8B-B14F-4D97-AF65-F5344CB8AC3E}">
        <p14:creationId xmlns:p14="http://schemas.microsoft.com/office/powerpoint/2010/main" val="6284350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FD8E7-7B6F-073A-18D5-9BC7FCBD36E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51987BE-FC25-859B-2E2D-4E9EB01A694E}"/>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15DC29F4-54EE-1117-CB98-7256F0781816}"/>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DEDFD914-4FDD-6A11-570D-82660CFA023E}"/>
              </a:ext>
            </a:extLst>
          </p:cNvPr>
          <p:cNvSpPr txBox="1"/>
          <p:nvPr/>
        </p:nvSpPr>
        <p:spPr>
          <a:xfrm>
            <a:off x="1281748" y="371507"/>
            <a:ext cx="8847772" cy="628603"/>
          </a:xfrm>
          <a:prstGeom prst="rect">
            <a:avLst/>
          </a:prstGeom>
          <a:noFill/>
          <a:ln/>
        </p:spPr>
        <p:txBody>
          <a:bodyPr wrap="square" lIns="0" tIns="0" rIns="0" bIns="0" rtlCol="0" anchor="ctr"/>
          <a:lstStyle/>
          <a:p>
            <a:r>
              <a:rPr lang="en-US" sz="2800" b="1" kern="0" spc="100">
                <a:solidFill>
                  <a:srgbClr val="2B2A28"/>
                </a:solidFill>
                <a:latin typeface="Arial"/>
                <a:cs typeface="Arial"/>
              </a:rPr>
              <a:t>Relevant Requirements: PCB </a:t>
            </a:r>
            <a:r>
              <a:rPr lang="en-US" sz="2800" b="1" kern="0" spc="100">
                <a:solidFill>
                  <a:srgbClr val="2B2A28"/>
                </a:solidFill>
                <a:ea typeface="+mn-lt"/>
                <a:cs typeface="+mn-lt"/>
              </a:rPr>
              <a:t>Voltage Separation</a:t>
            </a:r>
            <a:endParaRPr lang="en-US" sz="2800" b="1" kern="0" spc="100">
              <a:solidFill>
                <a:srgbClr val="2B2A28"/>
              </a:solidFill>
              <a:latin typeface="Arial"/>
              <a:cs typeface="Arial"/>
            </a:endParaRPr>
          </a:p>
        </p:txBody>
      </p:sp>
      <p:sp>
        <p:nvSpPr>
          <p:cNvPr id="5" name="Shape 2">
            <a:extLst>
              <a:ext uri="{FF2B5EF4-FFF2-40B4-BE49-F238E27FC236}">
                <a16:creationId xmlns:a16="http://schemas.microsoft.com/office/drawing/2014/main" id="{9AF85AFD-55C3-4ECE-15E5-3BC45A3B62A9}"/>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5785BDE7-9470-F32C-F3FD-4F92799D1726}"/>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13" name="Text 9">
            <a:extLst>
              <a:ext uri="{FF2B5EF4-FFF2-40B4-BE49-F238E27FC236}">
                <a16:creationId xmlns:a16="http://schemas.microsoft.com/office/drawing/2014/main" id="{7DA2B32C-5084-3E4C-49A4-0DB6DAB0C4B6}"/>
              </a:ext>
            </a:extLst>
          </p:cNvPr>
          <p:cNvSpPr txBox="1"/>
          <p:nvPr/>
        </p:nvSpPr>
        <p:spPr>
          <a:xfrm>
            <a:off x="11367580" y="6492240"/>
            <a:ext cx="365760" cy="274320"/>
          </a:xfrm>
          <a:prstGeom prst="rect">
            <a:avLst/>
          </a:prstGeom>
          <a:noFill/>
          <a:ln/>
        </p:spPr>
        <p:txBody>
          <a:bodyPr wrap="square" lIns="0" tIns="0" rIns="0" bIns="0" rtlCol="0" anchor="ctr"/>
          <a:lstStyle/>
          <a:p>
            <a:pPr marL="0" indent="0" algn="r">
              <a:buNone/>
            </a:pPr>
            <a:r>
              <a:rPr lang="en-US" sz="900">
                <a:solidFill>
                  <a:srgbClr val="8A857C"/>
                </a:solidFill>
                <a:latin typeface="Arial" pitchFamily="34" charset="0"/>
                <a:ea typeface="Arial" pitchFamily="34" charset="-122"/>
                <a:cs typeface="Arial" pitchFamily="34" charset="-120"/>
              </a:rPr>
              <a:t>4</a:t>
            </a:r>
            <a:endParaRPr lang="en-US" sz="900"/>
          </a:p>
        </p:txBody>
      </p:sp>
      <p:graphicFrame>
        <p:nvGraphicFramePr>
          <p:cNvPr id="9" name="Table 8">
            <a:extLst>
              <a:ext uri="{FF2B5EF4-FFF2-40B4-BE49-F238E27FC236}">
                <a16:creationId xmlns:a16="http://schemas.microsoft.com/office/drawing/2014/main" id="{B90A6B8E-2997-DCE1-8C20-56532C83F117}"/>
              </a:ext>
            </a:extLst>
          </p:cNvPr>
          <p:cNvGraphicFramePr>
            <a:graphicFrameLocks noGrp="1"/>
          </p:cNvGraphicFramePr>
          <p:nvPr/>
        </p:nvGraphicFramePr>
        <p:xfrm>
          <a:off x="481419" y="1207880"/>
          <a:ext cx="11237392" cy="2535351"/>
        </p:xfrm>
        <a:graphic>
          <a:graphicData uri="http://schemas.openxmlformats.org/drawingml/2006/table">
            <a:tbl>
              <a:tblPr bandRow="1">
                <a:tableStyleId>{5C22544A-7EE6-4342-B048-85BDC9FD1C3A}</a:tableStyleId>
              </a:tblPr>
              <a:tblGrid>
                <a:gridCol w="3280572">
                  <a:extLst>
                    <a:ext uri="{9D8B030D-6E8A-4147-A177-3AD203B41FA5}">
                      <a16:colId xmlns:a16="http://schemas.microsoft.com/office/drawing/2014/main" val="4226704145"/>
                    </a:ext>
                  </a:extLst>
                </a:gridCol>
                <a:gridCol w="4128030">
                  <a:extLst>
                    <a:ext uri="{9D8B030D-6E8A-4147-A177-3AD203B41FA5}">
                      <a16:colId xmlns:a16="http://schemas.microsoft.com/office/drawing/2014/main" val="2555824011"/>
                    </a:ext>
                  </a:extLst>
                </a:gridCol>
                <a:gridCol w="3828790">
                  <a:extLst>
                    <a:ext uri="{9D8B030D-6E8A-4147-A177-3AD203B41FA5}">
                      <a16:colId xmlns:a16="http://schemas.microsoft.com/office/drawing/2014/main" val="3575650190"/>
                    </a:ext>
                  </a:extLst>
                </a:gridCol>
              </a:tblGrid>
              <a:tr h="645591">
                <a:tc>
                  <a:txBody>
                    <a:bodyPr/>
                    <a:lstStyle/>
                    <a:p>
                      <a:pPr lvl="0">
                        <a:buNone/>
                      </a:pPr>
                      <a:r>
                        <a:rPr lang="en-US" sz="1400" b="1" i="0">
                          <a:effectLst/>
                          <a:latin typeface="Arial"/>
                          <a:ea typeface="Calibri"/>
                          <a:cs typeface="Arial"/>
                        </a:rPr>
                        <a:t>Requirement #</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buNone/>
                      </a:pPr>
                      <a:r>
                        <a:rPr lang="en-US" sz="1400" b="1" i="0">
                          <a:effectLst/>
                          <a:latin typeface="Arial"/>
                          <a:ea typeface="Calibri"/>
                          <a:cs typeface="Arial"/>
                        </a:rPr>
                        <a:t>Requirement</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C0E6F5"/>
                    </a:solidFill>
                  </a:tcPr>
                </a:tc>
                <a:tc>
                  <a:txBody>
                    <a:bodyPr/>
                    <a:lstStyle/>
                    <a:p>
                      <a:pPr lvl="0">
                        <a:buNone/>
                      </a:pPr>
                      <a:r>
                        <a:rPr lang="en-US" sz="1400" b="1" i="0">
                          <a:effectLst/>
                          <a:latin typeface="Arial"/>
                          <a:ea typeface="Calibri"/>
                          <a:cs typeface="Arial"/>
                        </a:rPr>
                        <a:t>Rationale for Relevance</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C0E6F5"/>
                    </a:solidFill>
                  </a:tcPr>
                </a:tc>
                <a:extLst>
                  <a:ext uri="{0D108BD9-81ED-4DB2-BD59-A6C34878D82A}">
                    <a16:rowId xmlns:a16="http://schemas.microsoft.com/office/drawing/2014/main" val="2433659630"/>
                  </a:ext>
                </a:extLst>
              </a:tr>
              <a:tr h="645591">
                <a:tc>
                  <a:txBody>
                    <a:bodyPr/>
                    <a:lstStyle/>
                    <a:p>
                      <a:pPr marL="0" lvl="0" indent="0" algn="l">
                        <a:lnSpc>
                          <a:spcPct val="100000"/>
                        </a:lnSpc>
                        <a:spcBef>
                          <a:spcPts val="0"/>
                        </a:spcBef>
                        <a:spcAft>
                          <a:spcPts val="0"/>
                        </a:spcAft>
                        <a:buNone/>
                      </a:pPr>
                      <a:r>
                        <a:rPr lang="en-US" sz="1400" b="0" i="0" u="none" strike="noStrike" noProof="0">
                          <a:effectLst/>
                          <a:latin typeface="Arial"/>
                          <a:ea typeface="Calibri"/>
                          <a:cs typeface="Arial"/>
                        </a:rPr>
                        <a:t>UAS-VSYS-9</a:t>
                      </a:r>
                    </a:p>
                    <a:p>
                      <a:pPr lvl="0">
                        <a:buNone/>
                      </a:pPr>
                      <a:endParaRPr lang="en-US" sz="1400" b="0" i="0">
                        <a:effectLst/>
                        <a:latin typeface="Arial"/>
                        <a:ea typeface="Calibri"/>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buNone/>
                      </a:pPr>
                      <a:r>
                        <a:rPr lang="en-US" sz="1400" b="0" i="0" u="none" strike="noStrike" noProof="0">
                          <a:solidFill>
                            <a:srgbClr val="000000"/>
                          </a:solidFill>
                          <a:effectLst/>
                          <a:latin typeface="Arial"/>
                          <a:ea typeface="Calibri"/>
                          <a:cs typeface="Arial"/>
                        </a:rPr>
                        <a:t>The UAV Power System must provide necessary </a:t>
                      </a:r>
                      <a:r>
                        <a:rPr lang="en-US" sz="1400" b="1" i="0" u="none" strike="noStrike" noProof="0">
                          <a:solidFill>
                            <a:srgbClr val="000000"/>
                          </a:solidFill>
                          <a:effectLst/>
                          <a:latin typeface="Arial"/>
                          <a:ea typeface="Calibri"/>
                          <a:cs typeface="Arial"/>
                        </a:rPr>
                        <a:t>voltage, current, and power</a:t>
                      </a:r>
                      <a:r>
                        <a:rPr lang="en-US" sz="1400" b="0" i="0" u="none" strike="noStrike" noProof="0">
                          <a:solidFill>
                            <a:srgbClr val="000000"/>
                          </a:solidFill>
                          <a:effectLst/>
                          <a:latin typeface="Arial"/>
                          <a:ea typeface="Calibri"/>
                          <a:cs typeface="Arial"/>
                        </a:rPr>
                        <a:t> to each relevant subsystem.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a:ea typeface="Calibri"/>
                          <a:cs typeface="Arial"/>
                        </a:rPr>
                        <a:t>The PCB will serve as a power distribution system for each subsystem of the UAV. It is crucial that it is able to accommodate the necessary </a:t>
                      </a:r>
                      <a:r>
                        <a:rPr lang="en-US" sz="1400" b="1" i="0">
                          <a:effectLst/>
                          <a:latin typeface="Arial"/>
                          <a:ea typeface="Calibri"/>
                          <a:cs typeface="Arial"/>
                        </a:rPr>
                        <a:t>complexity</a:t>
                      </a:r>
                      <a:r>
                        <a:rPr lang="en-US" sz="1400" b="0" i="0">
                          <a:effectLst/>
                          <a:latin typeface="Arial"/>
                          <a:ea typeface="Calibri"/>
                          <a:cs typeface="Arial"/>
                        </a:rPr>
                        <a:t> to regulate power.</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extLst>
                  <a:ext uri="{0D108BD9-81ED-4DB2-BD59-A6C34878D82A}">
                    <a16:rowId xmlns:a16="http://schemas.microsoft.com/office/drawing/2014/main" val="3884621858"/>
                  </a:ext>
                </a:extLst>
              </a:tr>
              <a:tr h="645591">
                <a:tc>
                  <a:txBody>
                    <a:bodyPr/>
                    <a:lstStyle/>
                    <a:p>
                      <a:pPr marL="0" lvl="0" indent="0" algn="l">
                        <a:lnSpc>
                          <a:spcPct val="100000"/>
                        </a:lnSpc>
                        <a:spcBef>
                          <a:spcPts val="0"/>
                        </a:spcBef>
                        <a:spcAft>
                          <a:spcPts val="0"/>
                        </a:spcAft>
                        <a:buNone/>
                      </a:pPr>
                      <a:r>
                        <a:rPr lang="en-US" sz="1400" b="0" i="0" u="none" strike="noStrike" noProof="0">
                          <a:effectLst/>
                          <a:latin typeface="Arial"/>
                          <a:ea typeface="Calibri"/>
                          <a:cs typeface="Arial"/>
                        </a:rPr>
                        <a:t>UAS-VSYS-16</a:t>
                      </a:r>
                    </a:p>
                    <a:p>
                      <a:pPr lvl="0">
                        <a:buNone/>
                      </a:pPr>
                      <a:endParaRPr lang="en-US" sz="1400" b="0" i="0">
                        <a:effectLst/>
                        <a:latin typeface="Arial"/>
                        <a:ea typeface="Calibri"/>
                        <a:cs typeface="Arial"/>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buNone/>
                      </a:pPr>
                      <a:r>
                        <a:rPr lang="en-US" sz="1400" b="0" i="0" u="none" strike="noStrike" noProof="0">
                          <a:solidFill>
                            <a:srgbClr val="000000"/>
                          </a:solidFill>
                          <a:effectLst/>
                          <a:latin typeface="Arial"/>
                          <a:ea typeface="Calibri"/>
                          <a:cs typeface="Arial"/>
                        </a:rPr>
                        <a:t>The UAV will be fitted with proper </a:t>
                      </a:r>
                      <a:r>
                        <a:rPr lang="en-US" sz="1400" b="1" i="0" u="none" strike="noStrike" noProof="0">
                          <a:solidFill>
                            <a:srgbClr val="000000"/>
                          </a:solidFill>
                          <a:effectLst/>
                          <a:latin typeface="Arial"/>
                          <a:ea typeface="Calibri"/>
                          <a:cs typeface="Arial"/>
                        </a:rPr>
                        <a:t>wire harnessing and troubleshooting</a:t>
                      </a:r>
                      <a:r>
                        <a:rPr lang="en-US" sz="1400" b="0" i="0" u="none" strike="noStrike" noProof="0">
                          <a:solidFill>
                            <a:srgbClr val="000000"/>
                          </a:solidFill>
                          <a:effectLst/>
                          <a:latin typeface="Arial"/>
                          <a:ea typeface="Calibri"/>
                          <a:cs typeface="Arial"/>
                        </a:rPr>
                        <a:t> indicators</a:t>
                      </a:r>
                      <a:endParaRPr lang="en-US" sz="1400" b="0" i="0">
                        <a:effectLst/>
                        <a:latin typeface="Arial"/>
                        <a:ea typeface="Calibri"/>
                        <a:cs typeface="Arial"/>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a:ea typeface="Calibri"/>
                          <a:cs typeface="Arial"/>
                        </a:rPr>
                        <a:t>The PCB will be a central component involved in the organization and wire management of the UAV, and the PCB will need to accommodate troubleshooting indicators.</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extLst>
                  <a:ext uri="{0D108BD9-81ED-4DB2-BD59-A6C34878D82A}">
                    <a16:rowId xmlns:a16="http://schemas.microsoft.com/office/drawing/2014/main" val="1355369355"/>
                  </a:ext>
                </a:extLst>
              </a:tr>
            </a:tbl>
          </a:graphicData>
        </a:graphic>
      </p:graphicFrame>
      <p:sp>
        <p:nvSpPr>
          <p:cNvPr id="7" name="TextBox 6">
            <a:extLst>
              <a:ext uri="{FF2B5EF4-FFF2-40B4-BE49-F238E27FC236}">
                <a16:creationId xmlns:a16="http://schemas.microsoft.com/office/drawing/2014/main" id="{94AE17B8-BF50-6DF5-A138-51F32D6B678C}"/>
              </a:ext>
            </a:extLst>
          </p:cNvPr>
          <p:cNvSpPr txBox="1"/>
          <p:nvPr/>
        </p:nvSpPr>
        <p:spPr>
          <a:xfrm>
            <a:off x="487810" y="4319428"/>
            <a:ext cx="11221553" cy="120032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a:latin typeface="Arial"/>
                <a:cs typeface="Arial"/>
              </a:rPr>
              <a:t>Key Requirement Impact: </a:t>
            </a:r>
          </a:p>
          <a:p>
            <a:r>
              <a:rPr lang="en-US">
                <a:latin typeface="Arial"/>
                <a:cs typeface="Arial"/>
              </a:rPr>
              <a:t>A method of voltage separation (PCB) is critical to regulate power to match the needs of each subsystem using the collective battery</a:t>
            </a:r>
          </a:p>
          <a:p>
            <a:endParaRPr lang="en-US">
              <a:latin typeface="Arial"/>
              <a:cs typeface="Arial"/>
            </a:endParaRPr>
          </a:p>
        </p:txBody>
      </p:sp>
      <p:grpSp>
        <p:nvGrpSpPr>
          <p:cNvPr id="17" name="Trade Studies Bar - 1 Propulsion">
            <a:extLst>
              <a:ext uri="{FF2B5EF4-FFF2-40B4-BE49-F238E27FC236}">
                <a16:creationId xmlns:a16="http://schemas.microsoft.com/office/drawing/2014/main" id="{ADCC4C19-E273-18D1-7981-337E05584B23}"/>
              </a:ext>
            </a:extLst>
          </p:cNvPr>
          <p:cNvGrpSpPr/>
          <p:nvPr/>
        </p:nvGrpSpPr>
        <p:grpSpPr>
          <a:xfrm>
            <a:off x="814349" y="6570022"/>
            <a:ext cx="10563301" cy="276999"/>
            <a:chOff x="790698" y="5902391"/>
            <a:chExt cx="10563301" cy="276999"/>
          </a:xfrm>
        </p:grpSpPr>
        <p:sp>
          <p:nvSpPr>
            <p:cNvPr id="10" name="Segment 0 - Trade Studies">
              <a:extLst>
                <a:ext uri="{FF2B5EF4-FFF2-40B4-BE49-F238E27FC236}">
                  <a16:creationId xmlns:a16="http://schemas.microsoft.com/office/drawing/2014/main" id="{D594E4D8-8D6E-A484-DFE6-9DF4EDA639CF}"/>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1" name="Segment 1 - Propulsion">
              <a:extLst>
                <a:ext uri="{FF2B5EF4-FFF2-40B4-BE49-F238E27FC236}">
                  <a16:creationId xmlns:a16="http://schemas.microsoft.com/office/drawing/2014/main" id="{8B06A2DF-2DA3-2A94-D5D9-F8C8AB125F00}"/>
                </a:ext>
              </a:extLst>
            </p:cNvPr>
            <p:cNvSpPr/>
            <p:nvPr/>
          </p:nvSpPr>
          <p:spPr>
            <a:xfrm>
              <a:off x="268951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Propulsion</a:t>
              </a:r>
            </a:p>
          </p:txBody>
        </p:sp>
        <p:sp>
          <p:nvSpPr>
            <p:cNvPr id="12" name="Segment 2 - Power Systems">
              <a:extLst>
                <a:ext uri="{FF2B5EF4-FFF2-40B4-BE49-F238E27FC236}">
                  <a16:creationId xmlns:a16="http://schemas.microsoft.com/office/drawing/2014/main" id="{CB8C33C4-A84A-B9DC-0A3D-1ED73C41325C}"/>
                </a:ext>
              </a:extLst>
            </p:cNvPr>
            <p:cNvSpPr/>
            <p:nvPr/>
          </p:nvSpPr>
          <p:spPr>
            <a:xfrm>
              <a:off x="4410130" y="5902391"/>
              <a:ext cx="1782024" cy="276999"/>
            </a:xfrm>
            <a:prstGeom prst="chevron">
              <a:avLst>
                <a:gd name="adj" fmla="val 33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chemeClr val="bg1"/>
                  </a:solidFill>
                  <a:latin typeface="Calibri"/>
                </a:rPr>
                <a:t>Power Systems</a:t>
              </a:r>
              <a:endParaRPr lang="en-US" sz="1050" b="0">
                <a:solidFill>
                  <a:schemeClr val="bg1"/>
                </a:solidFill>
                <a:latin typeface="Calibri"/>
                <a:ea typeface="Calibri"/>
                <a:cs typeface="Calibri"/>
              </a:endParaRPr>
            </a:p>
          </p:txBody>
        </p:sp>
        <p:sp>
          <p:nvSpPr>
            <p:cNvPr id="14" name="Segment 3 - Airframe">
              <a:extLst>
                <a:ext uri="{FF2B5EF4-FFF2-40B4-BE49-F238E27FC236}">
                  <a16:creationId xmlns:a16="http://schemas.microsoft.com/office/drawing/2014/main" id="{53B8A616-F9CD-98F3-FA42-6D5A3EACA42D}"/>
                </a:ext>
              </a:extLst>
            </p:cNvPr>
            <p:cNvSpPr/>
            <p:nvPr/>
          </p:nvSpPr>
          <p:spPr>
            <a:xfrm>
              <a:off x="613074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Airframe</a:t>
              </a:r>
            </a:p>
          </p:txBody>
        </p:sp>
        <p:sp>
          <p:nvSpPr>
            <p:cNvPr id="15" name="Segment 4 - GNC">
              <a:extLst>
                <a:ext uri="{FF2B5EF4-FFF2-40B4-BE49-F238E27FC236}">
                  <a16:creationId xmlns:a16="http://schemas.microsoft.com/office/drawing/2014/main" id="{9B5BF56A-848F-865C-01E7-001CD57A520E}"/>
                </a:ext>
              </a:extLst>
            </p:cNvPr>
            <p:cNvSpPr/>
            <p:nvPr/>
          </p:nvSpPr>
          <p:spPr>
            <a:xfrm>
              <a:off x="785136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GNC</a:t>
              </a:r>
            </a:p>
          </p:txBody>
        </p:sp>
        <p:sp>
          <p:nvSpPr>
            <p:cNvPr id="16" name="Segment 5 - Avionics">
              <a:extLst>
                <a:ext uri="{FF2B5EF4-FFF2-40B4-BE49-F238E27FC236}">
                  <a16:creationId xmlns:a16="http://schemas.microsoft.com/office/drawing/2014/main" id="{A67D652B-D4C8-8E04-CC68-095E23C08A87}"/>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Tree>
    <p:extLst>
      <p:ext uri="{BB962C8B-B14F-4D97-AF65-F5344CB8AC3E}">
        <p14:creationId xmlns:p14="http://schemas.microsoft.com/office/powerpoint/2010/main" val="14855312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351EA-6B60-E90E-0689-95B41DBE0169}"/>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4ADFD1DC-EF76-52A7-5E88-53956724D3AE}"/>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10" name="Image 0" descr="preencoded.png">
            <a:extLst>
              <a:ext uri="{FF2B5EF4-FFF2-40B4-BE49-F238E27FC236}">
                <a16:creationId xmlns:a16="http://schemas.microsoft.com/office/drawing/2014/main" id="{3070F951-89E1-BA18-CE76-1EF090946F93}"/>
              </a:ext>
            </a:extLst>
          </p:cNvPr>
          <p:cNvPicPr>
            <a:picLocks noChangeAspect="1"/>
          </p:cNvPicPr>
          <p:nvPr/>
        </p:nvPicPr>
        <p:blipFill>
          <a:blip r:embed="rId2"/>
          <a:stretch>
            <a:fillRect/>
          </a:stretch>
        </p:blipFill>
        <p:spPr>
          <a:xfrm>
            <a:off x="579489" y="504749"/>
            <a:ext cx="362102" cy="362102"/>
          </a:xfrm>
          <a:prstGeom prst="rect">
            <a:avLst/>
          </a:prstGeom>
        </p:spPr>
      </p:pic>
      <p:sp>
        <p:nvSpPr>
          <p:cNvPr id="12" name="Text 1">
            <a:extLst>
              <a:ext uri="{FF2B5EF4-FFF2-40B4-BE49-F238E27FC236}">
                <a16:creationId xmlns:a16="http://schemas.microsoft.com/office/drawing/2014/main" id="{4E1C23D6-858F-531F-F10E-AF0DD507FA2B}"/>
              </a:ext>
            </a:extLst>
          </p:cNvPr>
          <p:cNvSpPr txBox="1"/>
          <p:nvPr/>
        </p:nvSpPr>
        <p:spPr>
          <a:xfrm>
            <a:off x="1281748" y="371507"/>
            <a:ext cx="8526303" cy="628603"/>
          </a:xfrm>
          <a:prstGeom prst="rect">
            <a:avLst/>
          </a:prstGeom>
          <a:noFill/>
          <a:ln/>
        </p:spPr>
        <p:txBody>
          <a:bodyPr wrap="square" lIns="0" tIns="0" rIns="0" bIns="0" rtlCol="0" anchor="ctr"/>
          <a:lstStyle/>
          <a:p>
            <a:r>
              <a:rPr lang="en-US" sz="2800" b="1" kern="0" spc="100">
                <a:solidFill>
                  <a:srgbClr val="2B2A28"/>
                </a:solidFill>
                <a:latin typeface="Arial"/>
                <a:cs typeface="Arial"/>
              </a:rPr>
              <a:t>Summary of Scoring 1: PCB </a:t>
            </a:r>
            <a:r>
              <a:rPr lang="en-US" sz="2800" b="1" kern="0" spc="100">
                <a:solidFill>
                  <a:srgbClr val="2B2A28"/>
                </a:solidFill>
                <a:latin typeface="Aptos"/>
                <a:cs typeface="Arial"/>
              </a:rPr>
              <a:t>Voltage Separation</a:t>
            </a:r>
          </a:p>
        </p:txBody>
      </p:sp>
      <p:sp>
        <p:nvSpPr>
          <p:cNvPr id="14" name="Shape 2">
            <a:extLst>
              <a:ext uri="{FF2B5EF4-FFF2-40B4-BE49-F238E27FC236}">
                <a16:creationId xmlns:a16="http://schemas.microsoft.com/office/drawing/2014/main" id="{4DBAF971-3E63-FAE5-6A02-E7261A511240}"/>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16" name="Text 3">
            <a:extLst>
              <a:ext uri="{FF2B5EF4-FFF2-40B4-BE49-F238E27FC236}">
                <a16:creationId xmlns:a16="http://schemas.microsoft.com/office/drawing/2014/main" id="{B9D71E8A-2C43-A599-54F4-AEEADC5A917C}"/>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graphicFrame>
        <p:nvGraphicFramePr>
          <p:cNvPr id="3" name="Table 2">
            <a:extLst>
              <a:ext uri="{FF2B5EF4-FFF2-40B4-BE49-F238E27FC236}">
                <a16:creationId xmlns:a16="http://schemas.microsoft.com/office/drawing/2014/main" id="{84C17743-4A5B-6A25-52C6-0DFABF29CA61}"/>
              </a:ext>
            </a:extLst>
          </p:cNvPr>
          <p:cNvGraphicFramePr>
            <a:graphicFrameLocks noGrp="1"/>
          </p:cNvGraphicFramePr>
          <p:nvPr/>
        </p:nvGraphicFramePr>
        <p:xfrm>
          <a:off x="336721" y="1176136"/>
          <a:ext cx="11524590" cy="5277774"/>
        </p:xfrm>
        <a:graphic>
          <a:graphicData uri="http://schemas.openxmlformats.org/drawingml/2006/table">
            <a:tbl>
              <a:tblPr bandRow="1">
                <a:tableStyleId>{5C22544A-7EE6-4342-B048-85BDC9FD1C3A}</a:tableStyleId>
              </a:tblPr>
              <a:tblGrid>
                <a:gridCol w="1416326">
                  <a:extLst>
                    <a:ext uri="{9D8B030D-6E8A-4147-A177-3AD203B41FA5}">
                      <a16:colId xmlns:a16="http://schemas.microsoft.com/office/drawing/2014/main" val="1951951196"/>
                    </a:ext>
                  </a:extLst>
                </a:gridCol>
                <a:gridCol w="2136909">
                  <a:extLst>
                    <a:ext uri="{9D8B030D-6E8A-4147-A177-3AD203B41FA5}">
                      <a16:colId xmlns:a16="http://schemas.microsoft.com/office/drawing/2014/main" val="538075474"/>
                    </a:ext>
                  </a:extLst>
                </a:gridCol>
                <a:gridCol w="2380804">
                  <a:extLst>
                    <a:ext uri="{9D8B030D-6E8A-4147-A177-3AD203B41FA5}">
                      <a16:colId xmlns:a16="http://schemas.microsoft.com/office/drawing/2014/main" val="3212742639"/>
                    </a:ext>
                  </a:extLst>
                </a:gridCol>
                <a:gridCol w="2658717">
                  <a:extLst>
                    <a:ext uri="{9D8B030D-6E8A-4147-A177-3AD203B41FA5}">
                      <a16:colId xmlns:a16="http://schemas.microsoft.com/office/drawing/2014/main" val="1795192571"/>
                    </a:ext>
                  </a:extLst>
                </a:gridCol>
                <a:gridCol w="2931834">
                  <a:extLst>
                    <a:ext uri="{9D8B030D-6E8A-4147-A177-3AD203B41FA5}">
                      <a16:colId xmlns:a16="http://schemas.microsoft.com/office/drawing/2014/main" val="2259190105"/>
                    </a:ext>
                  </a:extLst>
                </a:gridCol>
              </a:tblGrid>
              <a:tr h="683314">
                <a:tc>
                  <a:txBody>
                    <a:bodyPr/>
                    <a:lstStyle/>
                    <a:p>
                      <a:pPr marL="0" marR="0" indent="0" algn="l" rtl="0" fontAlgn="base">
                        <a:buNone/>
                      </a:pPr>
                      <a:r>
                        <a:rPr lang="en-US" sz="1800" b="1" i="0">
                          <a:solidFill>
                            <a:srgbClr val="FFFFFF"/>
                          </a:solidFill>
                          <a:effectLst/>
                          <a:latin typeface="Aptos"/>
                        </a:rPr>
                        <a:t>Criteria</a:t>
                      </a:r>
                      <a:endParaRPr lang="en-US" sz="900" b="0" i="0">
                        <a:solidFill>
                          <a:srgbClr val="000000"/>
                        </a:solidFill>
                        <a:effectLst/>
                        <a:latin typeface="Aptos"/>
                      </a:endParaRPr>
                    </a:p>
                  </a:txBody>
                  <a:tcPr marL="40310" marR="40310" marT="35052" marB="3505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002060"/>
                    </a:solidFill>
                  </a:tcPr>
                </a:tc>
                <a:tc>
                  <a:txBody>
                    <a:bodyPr/>
                    <a:lstStyle/>
                    <a:p>
                      <a:pPr marL="0" marR="0" lvl="0" indent="0" algn="l">
                        <a:buNone/>
                      </a:pPr>
                      <a:r>
                        <a:rPr lang="en-US" sz="1800" b="1" i="0">
                          <a:solidFill>
                            <a:srgbClr val="FFFFFF"/>
                          </a:solidFill>
                          <a:effectLst/>
                          <a:latin typeface="Aptos"/>
                        </a:rPr>
                        <a:t>Metric</a:t>
                      </a:r>
                      <a:endParaRPr lang="en-US"/>
                    </a:p>
                  </a:txBody>
                  <a:tcPr marL="40310" marR="40310" marT="35052" marB="3505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002060"/>
                    </a:solidFill>
                  </a:tcPr>
                </a:tc>
                <a:tc>
                  <a:txBody>
                    <a:bodyPr/>
                    <a:lstStyle/>
                    <a:p>
                      <a:pPr marL="0" marR="0" lvl="0" indent="0" algn="l">
                        <a:buNone/>
                      </a:pPr>
                      <a:r>
                        <a:rPr lang="en-US" sz="1800" b="1" i="0">
                          <a:solidFill>
                            <a:srgbClr val="FFFFFF"/>
                          </a:solidFill>
                          <a:effectLst/>
                          <a:latin typeface="Aptos"/>
                        </a:rPr>
                        <a:t>1</a:t>
                      </a:r>
                      <a:endParaRPr lang="en-US"/>
                    </a:p>
                  </a:txBody>
                  <a:tcPr marL="40310" marR="40310" marT="35052" marB="3505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002060"/>
                    </a:solidFill>
                  </a:tcPr>
                </a:tc>
                <a:tc>
                  <a:txBody>
                    <a:bodyPr/>
                    <a:lstStyle/>
                    <a:p>
                      <a:pPr marL="0" lvl="0" indent="0" algn="l">
                        <a:buNone/>
                      </a:pPr>
                      <a:r>
                        <a:rPr lang="en-US" sz="1800" b="1" i="0">
                          <a:solidFill>
                            <a:srgbClr val="FFFFFF"/>
                          </a:solidFill>
                          <a:effectLst/>
                          <a:latin typeface="Aptos"/>
                        </a:rPr>
                        <a:t>3</a:t>
                      </a:r>
                    </a:p>
                  </a:txBody>
                  <a:tcPr marL="40310" marR="40310" marT="35052" marB="35052">
                    <a:lnL w="9525"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a:solidFill>
                        <a:srgbClr val="000000"/>
                      </a:solidFill>
                    </a:lnT>
                    <a:lnB w="9524">
                      <a:solidFill>
                        <a:srgbClr val="000000"/>
                      </a:solidFill>
                    </a:lnB>
                    <a:solidFill>
                      <a:srgbClr val="002060"/>
                    </a:solidFill>
                  </a:tcPr>
                </a:tc>
                <a:tc>
                  <a:txBody>
                    <a:bodyPr/>
                    <a:lstStyle/>
                    <a:p>
                      <a:pPr marL="0" lvl="0" indent="0" algn="l">
                        <a:buNone/>
                      </a:pPr>
                      <a:r>
                        <a:rPr lang="en-US" sz="1800" b="1" i="0">
                          <a:solidFill>
                            <a:srgbClr val="FFFFFF"/>
                          </a:solidFill>
                          <a:effectLst/>
                          <a:latin typeface="Aptos"/>
                        </a:rPr>
                        <a:t>5</a:t>
                      </a:r>
                    </a:p>
                  </a:txBody>
                  <a:tcPr marL="40310" marR="40310" marT="35052" marB="35052">
                    <a:lnL w="9524">
                      <a:solidFill>
                        <a:srgbClr val="000000"/>
                      </a:solidFill>
                    </a:lnL>
                    <a:lnR w="9524">
                      <a:solidFill>
                        <a:srgbClr val="000000"/>
                      </a:solidFill>
                    </a:lnR>
                    <a:lnT w="9524">
                      <a:solidFill>
                        <a:srgbClr val="000000"/>
                      </a:solidFill>
                    </a:lnT>
                    <a:lnB w="9524">
                      <a:solidFill>
                        <a:srgbClr val="000000"/>
                      </a:solidFill>
                    </a:lnB>
                    <a:solidFill>
                      <a:srgbClr val="002060"/>
                    </a:solidFill>
                  </a:tcPr>
                </a:tc>
                <a:extLst>
                  <a:ext uri="{0D108BD9-81ED-4DB2-BD59-A6C34878D82A}">
                    <a16:rowId xmlns:a16="http://schemas.microsoft.com/office/drawing/2014/main" val="439637690"/>
                  </a:ext>
                </a:extLst>
              </a:tr>
              <a:tr h="683314">
                <a:tc>
                  <a:txBody>
                    <a:bodyPr/>
                    <a:lstStyle/>
                    <a:p>
                      <a:pPr marL="0" marR="0" indent="0" algn="l" rtl="0" fontAlgn="base">
                        <a:buNone/>
                      </a:pPr>
                      <a:r>
                        <a:rPr lang="en-US" sz="1800" b="1" i="0">
                          <a:solidFill>
                            <a:srgbClr val="000000"/>
                          </a:solidFill>
                          <a:effectLst/>
                          <a:latin typeface="Aptos"/>
                        </a:rPr>
                        <a:t>Cost (20%)</a:t>
                      </a:r>
                      <a:endParaRPr lang="en-US" sz="900" b="0" i="0">
                        <a:solidFill>
                          <a:srgbClr val="000000"/>
                        </a:solidFill>
                        <a:effectLst/>
                        <a:latin typeface="Aptos"/>
                      </a:endParaRPr>
                    </a:p>
                  </a:txBody>
                  <a:tcPr marL="40310" marR="40310" marT="35052" marB="3505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FBFBF"/>
                    </a:solidFill>
                  </a:tcPr>
                </a:tc>
                <a:tc>
                  <a:txBody>
                    <a:bodyPr/>
                    <a:lstStyle/>
                    <a:p>
                      <a:pPr marL="0" marR="0" indent="0" algn="ctr" rtl="0" fontAlgn="base">
                        <a:buNone/>
                      </a:pPr>
                      <a:r>
                        <a:rPr lang="en-US" sz="1800" b="0" i="0">
                          <a:solidFill>
                            <a:srgbClr val="000000"/>
                          </a:solidFill>
                          <a:effectLst/>
                          <a:latin typeface="Aptos"/>
                        </a:rPr>
                        <a:t>$</a:t>
                      </a:r>
                    </a:p>
                  </a:txBody>
                  <a:tcPr marL="40310" marR="40310" marT="35052" marB="3505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FBFBF"/>
                    </a:solidFill>
                  </a:tcPr>
                </a:tc>
                <a:tc>
                  <a:txBody>
                    <a:bodyPr/>
                    <a:lstStyle/>
                    <a:p>
                      <a:pPr marL="0" marR="0" indent="0" algn="ctr" rtl="0" fontAlgn="base">
                        <a:buNone/>
                      </a:pPr>
                      <a:r>
                        <a:rPr lang="en-US" sz="1800" b="0" i="0">
                          <a:solidFill>
                            <a:srgbClr val="000000"/>
                          </a:solidFill>
                          <a:effectLst/>
                          <a:latin typeface="Aptos"/>
                        </a:rPr>
                        <a:t>&gt;$50 each</a:t>
                      </a:r>
                    </a:p>
                  </a:txBody>
                  <a:tcPr marL="40310" marR="40310" marT="35052" marB="3505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FBFBF"/>
                    </a:solidFill>
                  </a:tcPr>
                </a:tc>
                <a:tc>
                  <a:txBody>
                    <a:bodyPr/>
                    <a:lstStyle/>
                    <a:p>
                      <a:pPr marL="0" lvl="0" indent="0" algn="ctr">
                        <a:buNone/>
                      </a:pPr>
                      <a:r>
                        <a:rPr lang="en-US" sz="1800" b="0" i="0">
                          <a:solidFill>
                            <a:srgbClr val="000000"/>
                          </a:solidFill>
                          <a:effectLst/>
                          <a:latin typeface="Aptos"/>
                        </a:rPr>
                        <a:t>~$10 each</a:t>
                      </a:r>
                    </a:p>
                  </a:txBody>
                  <a:tcPr marL="40310" marR="40310" marT="35052" marB="35052">
                    <a:lnL w="9525"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a:solidFill>
                        <a:srgbClr val="000000"/>
                      </a:solidFill>
                    </a:lnT>
                    <a:lnB w="9524">
                      <a:solidFill>
                        <a:srgbClr val="000000"/>
                      </a:solidFill>
                    </a:lnB>
                    <a:solidFill>
                      <a:srgbClr val="BFBFBF"/>
                    </a:solidFill>
                  </a:tcPr>
                </a:tc>
                <a:tc>
                  <a:txBody>
                    <a:bodyPr/>
                    <a:lstStyle/>
                    <a:p>
                      <a:pPr marL="0" lvl="0" indent="0" algn="ctr">
                        <a:buNone/>
                      </a:pPr>
                      <a:r>
                        <a:rPr lang="en-US" sz="1800" b="0" i="0">
                          <a:solidFill>
                            <a:srgbClr val="000000"/>
                          </a:solidFill>
                          <a:effectLst/>
                          <a:latin typeface="Aptos"/>
                        </a:rPr>
                        <a:t>&lt;$1 each</a:t>
                      </a:r>
                    </a:p>
                  </a:txBody>
                  <a:tcPr marL="40310" marR="40310" marT="35052" marB="35052">
                    <a:lnL w="9524">
                      <a:solidFill>
                        <a:srgbClr val="000000"/>
                      </a:solidFill>
                    </a:lnL>
                    <a:lnR w="9524">
                      <a:solidFill>
                        <a:srgbClr val="000000"/>
                      </a:solidFill>
                    </a:lnR>
                    <a:lnT w="9524">
                      <a:solidFill>
                        <a:srgbClr val="000000"/>
                      </a:solidFill>
                    </a:lnT>
                    <a:lnB w="9524">
                      <a:solidFill>
                        <a:srgbClr val="000000"/>
                      </a:solidFill>
                    </a:lnB>
                    <a:solidFill>
                      <a:srgbClr val="BFBFBF"/>
                    </a:solidFill>
                  </a:tcPr>
                </a:tc>
                <a:extLst>
                  <a:ext uri="{0D108BD9-81ED-4DB2-BD59-A6C34878D82A}">
                    <a16:rowId xmlns:a16="http://schemas.microsoft.com/office/drawing/2014/main" val="1505912601"/>
                  </a:ext>
                </a:extLst>
              </a:tr>
              <a:tr h="906942">
                <a:tc>
                  <a:txBody>
                    <a:bodyPr/>
                    <a:lstStyle/>
                    <a:p>
                      <a:pPr marL="0" marR="0" indent="0" algn="l" rtl="0" fontAlgn="base">
                        <a:buNone/>
                      </a:pPr>
                      <a:r>
                        <a:rPr lang="en-US" sz="1800" b="1" i="0">
                          <a:solidFill>
                            <a:srgbClr val="000000"/>
                          </a:solidFill>
                          <a:effectLst/>
                          <a:latin typeface="Aptos"/>
                        </a:rPr>
                        <a:t>Complexity (20%)</a:t>
                      </a:r>
                      <a:endParaRPr lang="en-US" sz="900" b="0" i="0">
                        <a:solidFill>
                          <a:srgbClr val="000000"/>
                        </a:solidFill>
                        <a:effectLst/>
                        <a:latin typeface="Aptos"/>
                      </a:endParaRPr>
                    </a:p>
                  </a:txBody>
                  <a:tcPr marL="40310" marR="40310" marT="35052" marB="3505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ctr" rtl="0" fontAlgn="base">
                        <a:buNone/>
                      </a:pPr>
                      <a:r>
                        <a:rPr lang="en-US" sz="1800" b="0" i="0">
                          <a:solidFill>
                            <a:srgbClr val="000000"/>
                          </a:solidFill>
                          <a:effectLst/>
                          <a:latin typeface="Aptos"/>
                        </a:rPr>
                        <a:t>Can this PCB accommodate a complex circuit?</a:t>
                      </a:r>
                    </a:p>
                  </a:txBody>
                  <a:tcPr marL="40310" marR="40310" marT="35052" marB="3505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ctr" rtl="0" fontAlgn="base">
                        <a:buNone/>
                      </a:pPr>
                      <a:r>
                        <a:rPr lang="en-US" sz="1800" b="0" i="0">
                          <a:solidFill>
                            <a:srgbClr val="000000"/>
                          </a:solidFill>
                          <a:effectLst/>
                          <a:latin typeface="Aptos"/>
                        </a:rPr>
                        <a:t>May </a:t>
                      </a:r>
                      <a:r>
                        <a:rPr lang="en-US" sz="1800" b="1" i="0">
                          <a:solidFill>
                            <a:srgbClr val="000000"/>
                          </a:solidFill>
                          <a:effectLst/>
                          <a:latin typeface="Aptos"/>
                        </a:rPr>
                        <a:t>not accommodate enough components</a:t>
                      </a:r>
                      <a:r>
                        <a:rPr lang="en-US" sz="1800" b="0" i="0">
                          <a:solidFill>
                            <a:srgbClr val="000000"/>
                          </a:solidFill>
                          <a:effectLst/>
                          <a:latin typeface="Aptos"/>
                        </a:rPr>
                        <a:t> to achieve goals</a:t>
                      </a:r>
                    </a:p>
                  </a:txBody>
                  <a:tcPr marL="40310" marR="40310" marT="35052" marB="3505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lvl="0" indent="0" algn="ctr">
                        <a:buNone/>
                      </a:pPr>
                      <a:r>
                        <a:rPr lang="en-US" sz="1800" b="0" i="0">
                          <a:solidFill>
                            <a:srgbClr val="000000"/>
                          </a:solidFill>
                          <a:effectLst/>
                          <a:latin typeface="Aptos"/>
                        </a:rPr>
                        <a:t>Able to accommodate  </a:t>
                      </a:r>
                      <a:r>
                        <a:rPr lang="en-US" sz="1800" b="1" i="0">
                          <a:solidFill>
                            <a:srgbClr val="000000"/>
                          </a:solidFill>
                          <a:effectLst/>
                          <a:latin typeface="Aptos"/>
                        </a:rPr>
                        <a:t>sufficient components</a:t>
                      </a:r>
                      <a:r>
                        <a:rPr lang="en-US" sz="1800" b="0" i="0">
                          <a:solidFill>
                            <a:srgbClr val="000000"/>
                          </a:solidFill>
                          <a:effectLst/>
                          <a:latin typeface="Aptos"/>
                        </a:rPr>
                        <a:t> but </a:t>
                      </a:r>
                      <a:r>
                        <a:rPr lang="en-US" sz="1800" b="1" i="0">
                          <a:solidFill>
                            <a:srgbClr val="000000"/>
                          </a:solidFill>
                          <a:effectLst/>
                          <a:latin typeface="Aptos"/>
                        </a:rPr>
                        <a:t>may not be complex enough</a:t>
                      </a:r>
                      <a:r>
                        <a:rPr lang="en-US" sz="1800" b="0" i="0">
                          <a:solidFill>
                            <a:srgbClr val="000000"/>
                          </a:solidFill>
                          <a:effectLst/>
                          <a:latin typeface="Aptos"/>
                        </a:rPr>
                        <a:t> to power entire UAV</a:t>
                      </a:r>
                      <a:endParaRPr lang="en-US"/>
                    </a:p>
                  </a:txBody>
                  <a:tcPr marL="40310" marR="40310" marT="35052" marB="35052">
                    <a:lnL w="9525"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a:solidFill>
                        <a:srgbClr val="000000"/>
                      </a:solidFill>
                    </a:lnT>
                    <a:lnB w="9524">
                      <a:solidFill>
                        <a:srgbClr val="000000"/>
                      </a:solidFill>
                    </a:lnB>
                    <a:noFill/>
                  </a:tcPr>
                </a:tc>
                <a:tc>
                  <a:txBody>
                    <a:bodyPr/>
                    <a:lstStyle/>
                    <a:p>
                      <a:pPr lvl="0" algn="ctr">
                        <a:lnSpc>
                          <a:spcPct val="100000"/>
                        </a:lnSpc>
                        <a:spcBef>
                          <a:spcPts val="0"/>
                        </a:spcBef>
                        <a:spcAft>
                          <a:spcPts val="0"/>
                        </a:spcAft>
                        <a:buNone/>
                      </a:pPr>
                      <a:r>
                        <a:rPr lang="en-US" sz="1800" b="0" i="0" u="none" strike="noStrike" noProof="0">
                          <a:solidFill>
                            <a:srgbClr val="000000"/>
                          </a:solidFill>
                          <a:effectLst/>
                          <a:latin typeface="Aptos"/>
                        </a:rPr>
                        <a:t>Fully </a:t>
                      </a:r>
                      <a:r>
                        <a:rPr lang="en-US" sz="1800" b="1" i="0" u="none" strike="noStrike" noProof="0">
                          <a:solidFill>
                            <a:srgbClr val="000000"/>
                          </a:solidFill>
                          <a:effectLst/>
                          <a:latin typeface="Aptos"/>
                        </a:rPr>
                        <a:t>customizable </a:t>
                      </a:r>
                      <a:r>
                        <a:rPr lang="en-US" sz="1800" b="0" i="0" u="none" strike="noStrike" noProof="0">
                          <a:solidFill>
                            <a:srgbClr val="000000"/>
                          </a:solidFill>
                          <a:effectLst/>
                          <a:latin typeface="Aptos"/>
                        </a:rPr>
                        <a:t>and able to </a:t>
                      </a:r>
                      <a:r>
                        <a:rPr lang="en-US" sz="1800" b="1" i="0" u="none" strike="noStrike" noProof="0">
                          <a:solidFill>
                            <a:srgbClr val="000000"/>
                          </a:solidFill>
                          <a:effectLst/>
                          <a:latin typeface="Aptos"/>
                        </a:rPr>
                        <a:t>accommodate more than enough components</a:t>
                      </a:r>
                    </a:p>
                    <a:p>
                      <a:pPr marL="0" lvl="0" indent="0" algn="ctr">
                        <a:buNone/>
                      </a:pPr>
                      <a:endParaRPr lang="en-US" sz="1800" b="0" i="0">
                        <a:solidFill>
                          <a:srgbClr val="000000"/>
                        </a:solidFill>
                        <a:effectLst/>
                        <a:latin typeface="Aptos"/>
                      </a:endParaRPr>
                    </a:p>
                  </a:txBody>
                  <a:tcPr marL="40310" marR="40310" marT="35052" marB="35052">
                    <a:lnL w="9524">
                      <a:solidFill>
                        <a:srgbClr val="000000"/>
                      </a:solidFill>
                    </a:lnL>
                    <a:lnR w="9524">
                      <a:solidFill>
                        <a:srgbClr val="000000"/>
                      </a:solidFill>
                    </a:lnR>
                    <a:lnT w="9524">
                      <a:solidFill>
                        <a:srgbClr val="000000"/>
                      </a:solidFill>
                    </a:lnT>
                    <a:lnB w="9524">
                      <a:solidFill>
                        <a:srgbClr val="000000"/>
                      </a:solidFill>
                    </a:lnB>
                    <a:noFill/>
                  </a:tcPr>
                </a:tc>
                <a:extLst>
                  <a:ext uri="{0D108BD9-81ED-4DB2-BD59-A6C34878D82A}">
                    <a16:rowId xmlns:a16="http://schemas.microsoft.com/office/drawing/2014/main" val="3172619795"/>
                  </a:ext>
                </a:extLst>
              </a:tr>
              <a:tr h="683314">
                <a:tc>
                  <a:txBody>
                    <a:bodyPr/>
                    <a:lstStyle/>
                    <a:p>
                      <a:pPr marL="0" marR="0" indent="0" algn="l" rtl="0" fontAlgn="base">
                        <a:buNone/>
                      </a:pPr>
                      <a:r>
                        <a:rPr lang="en-US" sz="1800" b="1" i="0">
                          <a:solidFill>
                            <a:srgbClr val="000000"/>
                          </a:solidFill>
                          <a:effectLst/>
                          <a:latin typeface="Aptos"/>
                        </a:rPr>
                        <a:t>Ability to Prototype (25%)</a:t>
                      </a:r>
                      <a:endParaRPr lang="en-US" sz="900" b="0" i="0">
                        <a:solidFill>
                          <a:srgbClr val="000000"/>
                        </a:solidFill>
                        <a:effectLst/>
                        <a:latin typeface="Aptos"/>
                      </a:endParaRPr>
                    </a:p>
                  </a:txBody>
                  <a:tcPr marL="40310" marR="40310" marT="35052" marB="3505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FBFBF"/>
                    </a:solidFill>
                  </a:tcPr>
                </a:tc>
                <a:tc>
                  <a:txBody>
                    <a:bodyPr/>
                    <a:lstStyle/>
                    <a:p>
                      <a:pPr marL="0" marR="0" indent="0" algn="ctr" rtl="0" fontAlgn="base">
                        <a:buNone/>
                      </a:pPr>
                      <a:r>
                        <a:rPr lang="en-US" sz="1800" b="0" i="0">
                          <a:solidFill>
                            <a:srgbClr val="000000"/>
                          </a:solidFill>
                          <a:effectLst/>
                          <a:latin typeface="Aptos"/>
                        </a:rPr>
                        <a:t>Can the design be easily iterated?</a:t>
                      </a:r>
                    </a:p>
                  </a:txBody>
                  <a:tcPr marL="40310" marR="40310" marT="35052" marB="3505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FBFBF"/>
                    </a:solidFill>
                  </a:tcPr>
                </a:tc>
                <a:tc>
                  <a:txBody>
                    <a:bodyPr/>
                    <a:lstStyle/>
                    <a:p>
                      <a:pPr marL="0" marR="0" indent="0" algn="ctr" rtl="0" fontAlgn="base">
                        <a:buNone/>
                      </a:pPr>
                      <a:r>
                        <a:rPr lang="en-US" sz="1800" b="1" i="0">
                          <a:solidFill>
                            <a:srgbClr val="000000"/>
                          </a:solidFill>
                          <a:effectLst/>
                          <a:latin typeface="Aptos"/>
                        </a:rPr>
                        <a:t>No easy way</a:t>
                      </a:r>
                      <a:r>
                        <a:rPr lang="en-US" sz="1800" b="0" i="0">
                          <a:solidFill>
                            <a:srgbClr val="000000"/>
                          </a:solidFill>
                          <a:effectLst/>
                          <a:latin typeface="Aptos"/>
                        </a:rPr>
                        <a:t> to alter the circuit or create new one</a:t>
                      </a:r>
                    </a:p>
                  </a:txBody>
                  <a:tcPr marL="40310" marR="40310" marT="35052" marB="3505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FBFBF"/>
                    </a:solidFill>
                  </a:tcPr>
                </a:tc>
                <a:tc>
                  <a:txBody>
                    <a:bodyPr/>
                    <a:lstStyle/>
                    <a:p>
                      <a:pPr marL="0" lvl="0" indent="0" algn="ctr">
                        <a:buNone/>
                      </a:pPr>
                      <a:r>
                        <a:rPr lang="en-US" sz="1800" b="0" i="0">
                          <a:solidFill>
                            <a:srgbClr val="000000"/>
                          </a:solidFill>
                          <a:effectLst/>
                          <a:latin typeface="Aptos"/>
                        </a:rPr>
                        <a:t>Can alter circuit or create new one, but it </a:t>
                      </a:r>
                      <a:r>
                        <a:rPr lang="en-US" sz="1800" b="1" i="0">
                          <a:solidFill>
                            <a:srgbClr val="000000"/>
                          </a:solidFill>
                          <a:effectLst/>
                          <a:latin typeface="Aptos"/>
                        </a:rPr>
                        <a:t>may impact cost and timeline</a:t>
                      </a:r>
                    </a:p>
                  </a:txBody>
                  <a:tcPr marL="40310" marR="40310" marT="35052" marB="35052">
                    <a:lnL w="9525"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a:solidFill>
                        <a:srgbClr val="000000"/>
                      </a:solidFill>
                    </a:lnT>
                    <a:lnB w="9524">
                      <a:solidFill>
                        <a:srgbClr val="000000"/>
                      </a:solidFill>
                    </a:lnB>
                    <a:solidFill>
                      <a:srgbClr val="BFBFBF"/>
                    </a:solidFill>
                  </a:tcPr>
                </a:tc>
                <a:tc>
                  <a:txBody>
                    <a:bodyPr/>
                    <a:lstStyle/>
                    <a:p>
                      <a:pPr marL="0" lvl="0" indent="0" algn="ctr">
                        <a:buNone/>
                      </a:pPr>
                      <a:r>
                        <a:rPr lang="en-US" sz="1800" b="1" i="0">
                          <a:solidFill>
                            <a:srgbClr val="000000"/>
                          </a:solidFill>
                          <a:effectLst/>
                          <a:latin typeface="Aptos"/>
                        </a:rPr>
                        <a:t>Very easy</a:t>
                      </a:r>
                      <a:r>
                        <a:rPr lang="en-US" sz="1800" b="0" i="0">
                          <a:solidFill>
                            <a:srgbClr val="000000"/>
                          </a:solidFill>
                          <a:effectLst/>
                          <a:latin typeface="Aptos"/>
                        </a:rPr>
                        <a:t> to alter the circuit or create new one</a:t>
                      </a:r>
                    </a:p>
                  </a:txBody>
                  <a:tcPr marL="40310" marR="40310" marT="35052" marB="35052">
                    <a:lnL w="9524">
                      <a:solidFill>
                        <a:srgbClr val="000000"/>
                      </a:solidFill>
                    </a:lnL>
                    <a:lnR w="9524">
                      <a:solidFill>
                        <a:srgbClr val="000000"/>
                      </a:solidFill>
                    </a:lnR>
                    <a:lnT w="9524">
                      <a:solidFill>
                        <a:srgbClr val="000000"/>
                      </a:solidFill>
                    </a:lnT>
                    <a:lnB w="9524">
                      <a:solidFill>
                        <a:srgbClr val="000000"/>
                      </a:solidFill>
                    </a:lnB>
                    <a:solidFill>
                      <a:srgbClr val="BFBFBF"/>
                    </a:solidFill>
                  </a:tcPr>
                </a:tc>
                <a:extLst>
                  <a:ext uri="{0D108BD9-81ED-4DB2-BD59-A6C34878D82A}">
                    <a16:rowId xmlns:a16="http://schemas.microsoft.com/office/drawing/2014/main" val="2404133995"/>
                  </a:ext>
                </a:extLst>
              </a:tr>
              <a:tr h="683314">
                <a:tc>
                  <a:txBody>
                    <a:bodyPr/>
                    <a:lstStyle/>
                    <a:p>
                      <a:pPr marL="0" marR="0" indent="0" algn="l" rtl="0" fontAlgn="base">
                        <a:buNone/>
                      </a:pPr>
                      <a:r>
                        <a:rPr lang="en-US" sz="1800" b="1" i="0">
                          <a:solidFill>
                            <a:srgbClr val="000000"/>
                          </a:solidFill>
                          <a:effectLst/>
                          <a:latin typeface="Aptos"/>
                        </a:rPr>
                        <a:t>Lead Time (10%)</a:t>
                      </a:r>
                      <a:endParaRPr lang="en-US" sz="900" b="0" i="0">
                        <a:solidFill>
                          <a:srgbClr val="000000"/>
                        </a:solidFill>
                        <a:effectLst/>
                        <a:latin typeface="Aptos"/>
                      </a:endParaRPr>
                    </a:p>
                  </a:txBody>
                  <a:tcPr marL="40310" marR="40310" marT="35052" marB="3505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ctr" rtl="0" fontAlgn="base">
                        <a:buNone/>
                      </a:pPr>
                      <a:r>
                        <a:rPr lang="en-US" sz="1800" b="0" i="0">
                          <a:solidFill>
                            <a:srgbClr val="000000"/>
                          </a:solidFill>
                          <a:effectLst/>
                          <a:latin typeface="Aptos"/>
                        </a:rPr>
                        <a:t>Days until delivery</a:t>
                      </a:r>
                    </a:p>
                  </a:txBody>
                  <a:tcPr marL="40310" marR="40310" marT="35052" marB="3505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ctr" rtl="0" fontAlgn="base">
                        <a:buNone/>
                      </a:pPr>
                      <a:r>
                        <a:rPr lang="en-US" sz="1800" b="0" i="0">
                          <a:solidFill>
                            <a:srgbClr val="000000"/>
                          </a:solidFill>
                          <a:effectLst/>
                          <a:latin typeface="Aptos"/>
                        </a:rPr>
                        <a:t>&gt;1 week</a:t>
                      </a:r>
                    </a:p>
                  </a:txBody>
                  <a:tcPr marL="40310" marR="40310" marT="35052" marB="3505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lvl="0" indent="0" algn="ctr">
                        <a:buNone/>
                      </a:pPr>
                      <a:r>
                        <a:rPr lang="en-US" sz="1800" b="0" i="0">
                          <a:solidFill>
                            <a:srgbClr val="000000"/>
                          </a:solidFill>
                          <a:effectLst/>
                          <a:latin typeface="Aptos"/>
                        </a:rPr>
                        <a:t>4-5 days</a:t>
                      </a:r>
                    </a:p>
                  </a:txBody>
                  <a:tcPr marL="40310" marR="40310" marT="35052" marB="35052">
                    <a:lnL w="9525"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a:solidFill>
                        <a:srgbClr val="000000"/>
                      </a:solidFill>
                    </a:lnT>
                    <a:lnB w="9524">
                      <a:solidFill>
                        <a:srgbClr val="000000"/>
                      </a:solidFill>
                    </a:lnB>
                    <a:noFill/>
                  </a:tcPr>
                </a:tc>
                <a:tc>
                  <a:txBody>
                    <a:bodyPr/>
                    <a:lstStyle/>
                    <a:p>
                      <a:pPr marL="0" lvl="0" indent="0" algn="ctr">
                        <a:buNone/>
                      </a:pPr>
                      <a:r>
                        <a:rPr lang="en-US" sz="1800" b="0" i="0">
                          <a:solidFill>
                            <a:srgbClr val="000000"/>
                          </a:solidFill>
                          <a:effectLst/>
                          <a:latin typeface="Aptos"/>
                        </a:rPr>
                        <a:t>1-2 days</a:t>
                      </a:r>
                    </a:p>
                  </a:txBody>
                  <a:tcPr marL="40310" marR="40310" marT="35052" marB="35052">
                    <a:lnL w="9524">
                      <a:solidFill>
                        <a:srgbClr val="000000"/>
                      </a:solidFill>
                    </a:lnL>
                    <a:lnR w="9524">
                      <a:solidFill>
                        <a:srgbClr val="000000"/>
                      </a:solidFill>
                    </a:lnR>
                    <a:lnT w="9524">
                      <a:solidFill>
                        <a:srgbClr val="000000"/>
                      </a:solidFill>
                    </a:lnT>
                    <a:lnB w="9524">
                      <a:solidFill>
                        <a:srgbClr val="000000"/>
                      </a:solidFill>
                    </a:lnB>
                    <a:noFill/>
                  </a:tcPr>
                </a:tc>
                <a:extLst>
                  <a:ext uri="{0D108BD9-81ED-4DB2-BD59-A6C34878D82A}">
                    <a16:rowId xmlns:a16="http://schemas.microsoft.com/office/drawing/2014/main" val="2199855213"/>
                  </a:ext>
                </a:extLst>
              </a:tr>
              <a:tr h="683314">
                <a:tc>
                  <a:txBody>
                    <a:bodyPr/>
                    <a:lstStyle/>
                    <a:p>
                      <a:pPr marL="0" marR="0" indent="0" algn="l" rtl="0" fontAlgn="base">
                        <a:buNone/>
                      </a:pPr>
                      <a:r>
                        <a:rPr lang="en-US" sz="1800" b="1" i="0">
                          <a:solidFill>
                            <a:srgbClr val="000000"/>
                          </a:solidFill>
                          <a:effectLst/>
                          <a:latin typeface="Aptos"/>
                        </a:rPr>
                        <a:t>Durability (25%)</a:t>
                      </a:r>
                      <a:endParaRPr lang="en-US" sz="900" b="0" i="0">
                        <a:solidFill>
                          <a:srgbClr val="000000"/>
                        </a:solidFill>
                        <a:effectLst/>
                        <a:latin typeface="Aptos"/>
                      </a:endParaRPr>
                    </a:p>
                  </a:txBody>
                  <a:tcPr marL="40310" marR="40310" marT="35052" marB="3505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FBFBF"/>
                    </a:solidFill>
                  </a:tcPr>
                </a:tc>
                <a:tc>
                  <a:txBody>
                    <a:bodyPr/>
                    <a:lstStyle/>
                    <a:p>
                      <a:pPr marL="0" marR="0" indent="0" algn="ctr" rtl="0" fontAlgn="base">
                        <a:buNone/>
                      </a:pPr>
                      <a:r>
                        <a:rPr lang="en-US" sz="1800" b="0" i="0">
                          <a:solidFill>
                            <a:srgbClr val="000000"/>
                          </a:solidFill>
                          <a:effectLst/>
                          <a:latin typeface="Aptos"/>
                        </a:rPr>
                        <a:t>Will the PCB break under external force?</a:t>
                      </a:r>
                    </a:p>
                  </a:txBody>
                  <a:tcPr marL="40310" marR="40310" marT="35052" marB="3505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FBFBF"/>
                    </a:solidFill>
                  </a:tcPr>
                </a:tc>
                <a:tc>
                  <a:txBody>
                    <a:bodyPr/>
                    <a:lstStyle/>
                    <a:p>
                      <a:pPr marL="0" marR="0" indent="0" algn="ctr" rtl="0" fontAlgn="base">
                        <a:buNone/>
                      </a:pPr>
                      <a:r>
                        <a:rPr lang="en-US" sz="1800" b="0" i="0">
                          <a:solidFill>
                            <a:srgbClr val="000000"/>
                          </a:solidFill>
                          <a:effectLst/>
                          <a:latin typeface="Aptos"/>
                        </a:rPr>
                        <a:t>Prone to </a:t>
                      </a:r>
                      <a:r>
                        <a:rPr lang="en-US" sz="1800" b="1" i="0">
                          <a:solidFill>
                            <a:srgbClr val="000000"/>
                          </a:solidFill>
                          <a:effectLst/>
                          <a:latin typeface="Aptos"/>
                        </a:rPr>
                        <a:t>fracturing </a:t>
                      </a:r>
                      <a:r>
                        <a:rPr lang="en-US" sz="1800" b="0" i="0">
                          <a:solidFill>
                            <a:srgbClr val="000000"/>
                          </a:solidFill>
                          <a:effectLst/>
                          <a:latin typeface="Aptos"/>
                        </a:rPr>
                        <a:t>or </a:t>
                      </a:r>
                      <a:r>
                        <a:rPr lang="en-US" sz="1800" b="1" i="0">
                          <a:solidFill>
                            <a:srgbClr val="000000"/>
                          </a:solidFill>
                          <a:effectLst/>
                          <a:latin typeface="Aptos"/>
                        </a:rPr>
                        <a:t>short-circuiting</a:t>
                      </a:r>
                    </a:p>
                  </a:txBody>
                  <a:tcPr marL="40310" marR="40310" marT="35052" marB="3505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FBFBF"/>
                    </a:solidFill>
                  </a:tcPr>
                </a:tc>
                <a:tc>
                  <a:txBody>
                    <a:bodyPr/>
                    <a:lstStyle/>
                    <a:p>
                      <a:pPr marL="0" lvl="0" indent="0" algn="ctr">
                        <a:buNone/>
                      </a:pPr>
                      <a:r>
                        <a:rPr lang="en-US" sz="1800" b="0" i="0">
                          <a:solidFill>
                            <a:srgbClr val="000000"/>
                          </a:solidFill>
                          <a:effectLst/>
                          <a:latin typeface="Aptos"/>
                        </a:rPr>
                        <a:t>The circuit may break, but it is </a:t>
                      </a:r>
                      <a:r>
                        <a:rPr lang="en-US" sz="1800" b="1" i="0">
                          <a:solidFill>
                            <a:srgbClr val="000000"/>
                          </a:solidFill>
                          <a:effectLst/>
                          <a:latin typeface="Aptos"/>
                        </a:rPr>
                        <a:t>not difficult to fix</a:t>
                      </a:r>
                    </a:p>
                  </a:txBody>
                  <a:tcPr marL="40310" marR="40310" marT="35052" marB="35052">
                    <a:lnL w="9525"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lnT w="9524">
                      <a:solidFill>
                        <a:srgbClr val="000000"/>
                      </a:solidFill>
                    </a:lnT>
                    <a:lnB w="9524">
                      <a:solidFill>
                        <a:srgbClr val="000000"/>
                      </a:solidFill>
                    </a:lnB>
                    <a:solidFill>
                      <a:srgbClr val="BFBFBF"/>
                    </a:solidFill>
                  </a:tcPr>
                </a:tc>
                <a:tc>
                  <a:txBody>
                    <a:bodyPr/>
                    <a:lstStyle/>
                    <a:p>
                      <a:pPr marL="0" lvl="0" indent="0" algn="ctr">
                        <a:buNone/>
                      </a:pPr>
                      <a:r>
                        <a:rPr lang="en-US" sz="1800" b="1" i="0">
                          <a:solidFill>
                            <a:srgbClr val="000000"/>
                          </a:solidFill>
                          <a:effectLst/>
                          <a:latin typeface="Aptos"/>
                        </a:rPr>
                        <a:t>Very likely</a:t>
                      </a:r>
                      <a:r>
                        <a:rPr lang="en-US" sz="1800" b="0" i="0">
                          <a:solidFill>
                            <a:srgbClr val="000000"/>
                          </a:solidFill>
                          <a:effectLst/>
                          <a:latin typeface="Aptos"/>
                        </a:rPr>
                        <a:t> to survive extreme flight conditions and collisions</a:t>
                      </a:r>
                    </a:p>
                  </a:txBody>
                  <a:tcPr marL="40310" marR="40310" marT="35052" marB="35052">
                    <a:lnL w="9524">
                      <a:solidFill>
                        <a:srgbClr val="000000"/>
                      </a:solidFill>
                    </a:lnL>
                    <a:lnR w="9524">
                      <a:solidFill>
                        <a:srgbClr val="000000"/>
                      </a:solidFill>
                    </a:lnR>
                    <a:lnT w="9524">
                      <a:solidFill>
                        <a:srgbClr val="000000"/>
                      </a:solidFill>
                    </a:lnT>
                    <a:lnB w="9524">
                      <a:solidFill>
                        <a:srgbClr val="000000"/>
                      </a:solidFill>
                    </a:lnB>
                    <a:solidFill>
                      <a:srgbClr val="BFBFBF"/>
                    </a:solidFill>
                  </a:tcPr>
                </a:tc>
                <a:extLst>
                  <a:ext uri="{0D108BD9-81ED-4DB2-BD59-A6C34878D82A}">
                    <a16:rowId xmlns:a16="http://schemas.microsoft.com/office/drawing/2014/main" val="595491330"/>
                  </a:ext>
                </a:extLst>
              </a:tr>
            </a:tbl>
          </a:graphicData>
        </a:graphic>
      </p:graphicFrame>
      <p:grpSp>
        <p:nvGrpSpPr>
          <p:cNvPr id="13" name="Trade Studies Bar - 1 Propulsion">
            <a:extLst>
              <a:ext uri="{FF2B5EF4-FFF2-40B4-BE49-F238E27FC236}">
                <a16:creationId xmlns:a16="http://schemas.microsoft.com/office/drawing/2014/main" id="{81CB66F9-649D-775E-7219-07298338448C}"/>
              </a:ext>
            </a:extLst>
          </p:cNvPr>
          <p:cNvGrpSpPr/>
          <p:nvPr/>
        </p:nvGrpSpPr>
        <p:grpSpPr>
          <a:xfrm>
            <a:off x="814349" y="6570022"/>
            <a:ext cx="10563301" cy="276999"/>
            <a:chOff x="790698" y="5902391"/>
            <a:chExt cx="10563301" cy="276999"/>
          </a:xfrm>
        </p:grpSpPr>
        <p:sp>
          <p:nvSpPr>
            <p:cNvPr id="4" name="Segment 0 - Trade Studies">
              <a:extLst>
                <a:ext uri="{FF2B5EF4-FFF2-40B4-BE49-F238E27FC236}">
                  <a16:creationId xmlns:a16="http://schemas.microsoft.com/office/drawing/2014/main" id="{9B82DCD0-D889-A2A6-37AD-7C87DBB1D2F5}"/>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5" name="Segment 1 - Propulsion">
              <a:extLst>
                <a:ext uri="{FF2B5EF4-FFF2-40B4-BE49-F238E27FC236}">
                  <a16:creationId xmlns:a16="http://schemas.microsoft.com/office/drawing/2014/main" id="{36CD7CDE-92D4-D944-B19A-02AF2AE48F15}"/>
                </a:ext>
              </a:extLst>
            </p:cNvPr>
            <p:cNvSpPr/>
            <p:nvPr/>
          </p:nvSpPr>
          <p:spPr>
            <a:xfrm>
              <a:off x="268951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Propulsion</a:t>
              </a:r>
            </a:p>
          </p:txBody>
        </p:sp>
        <p:sp>
          <p:nvSpPr>
            <p:cNvPr id="6" name="Segment 2 - Power Systems">
              <a:extLst>
                <a:ext uri="{FF2B5EF4-FFF2-40B4-BE49-F238E27FC236}">
                  <a16:creationId xmlns:a16="http://schemas.microsoft.com/office/drawing/2014/main" id="{39085AF0-1296-7AB1-F571-57D3895F6A44}"/>
                </a:ext>
              </a:extLst>
            </p:cNvPr>
            <p:cNvSpPr/>
            <p:nvPr/>
          </p:nvSpPr>
          <p:spPr>
            <a:xfrm>
              <a:off x="4410130" y="5902391"/>
              <a:ext cx="1782024" cy="276999"/>
            </a:xfrm>
            <a:prstGeom prst="chevron">
              <a:avLst>
                <a:gd name="adj" fmla="val 33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chemeClr val="bg1"/>
                  </a:solidFill>
                  <a:latin typeface="Calibri"/>
                </a:rPr>
                <a:t>Power Systems</a:t>
              </a:r>
              <a:endParaRPr lang="en-US" sz="1050" b="0">
                <a:solidFill>
                  <a:schemeClr val="bg1"/>
                </a:solidFill>
                <a:latin typeface="Calibri"/>
                <a:ea typeface="Calibri"/>
                <a:cs typeface="Calibri"/>
              </a:endParaRPr>
            </a:p>
          </p:txBody>
        </p:sp>
        <p:sp>
          <p:nvSpPr>
            <p:cNvPr id="7" name="Segment 3 - Airframe">
              <a:extLst>
                <a:ext uri="{FF2B5EF4-FFF2-40B4-BE49-F238E27FC236}">
                  <a16:creationId xmlns:a16="http://schemas.microsoft.com/office/drawing/2014/main" id="{C7478C54-FDC3-B6FE-E2FC-142027311042}"/>
                </a:ext>
              </a:extLst>
            </p:cNvPr>
            <p:cNvSpPr/>
            <p:nvPr/>
          </p:nvSpPr>
          <p:spPr>
            <a:xfrm>
              <a:off x="613074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Airframe</a:t>
              </a:r>
            </a:p>
          </p:txBody>
        </p:sp>
        <p:sp>
          <p:nvSpPr>
            <p:cNvPr id="9" name="Segment 4 - GNC">
              <a:extLst>
                <a:ext uri="{FF2B5EF4-FFF2-40B4-BE49-F238E27FC236}">
                  <a16:creationId xmlns:a16="http://schemas.microsoft.com/office/drawing/2014/main" id="{B26F734E-3D09-7687-FED6-C13D7179E6B4}"/>
                </a:ext>
              </a:extLst>
            </p:cNvPr>
            <p:cNvSpPr/>
            <p:nvPr/>
          </p:nvSpPr>
          <p:spPr>
            <a:xfrm>
              <a:off x="785136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GNC</a:t>
              </a:r>
            </a:p>
          </p:txBody>
        </p:sp>
        <p:sp>
          <p:nvSpPr>
            <p:cNvPr id="11" name="Segment 5 - Avionics">
              <a:extLst>
                <a:ext uri="{FF2B5EF4-FFF2-40B4-BE49-F238E27FC236}">
                  <a16:creationId xmlns:a16="http://schemas.microsoft.com/office/drawing/2014/main" id="{0815C5C3-7EE0-AD0C-D2B4-3157B0DAA134}"/>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Tree>
    <p:extLst>
      <p:ext uri="{BB962C8B-B14F-4D97-AF65-F5344CB8AC3E}">
        <p14:creationId xmlns:p14="http://schemas.microsoft.com/office/powerpoint/2010/main" val="20093178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760B3-B14E-88CA-1222-FE4BA4A9C77C}"/>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452893EB-6DC4-3BAB-64B2-9B6884313F9D}"/>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5" name="Image 0" descr="preencoded.png">
            <a:extLst>
              <a:ext uri="{FF2B5EF4-FFF2-40B4-BE49-F238E27FC236}">
                <a16:creationId xmlns:a16="http://schemas.microsoft.com/office/drawing/2014/main" id="{338388D8-D0CD-AF75-08E0-F02D93F7CA3C}"/>
              </a:ext>
            </a:extLst>
          </p:cNvPr>
          <p:cNvPicPr>
            <a:picLocks noChangeAspect="1"/>
          </p:cNvPicPr>
          <p:nvPr/>
        </p:nvPicPr>
        <p:blipFill>
          <a:blip r:embed="rId2"/>
          <a:stretch>
            <a:fillRect/>
          </a:stretch>
        </p:blipFill>
        <p:spPr>
          <a:xfrm>
            <a:off x="579489" y="504749"/>
            <a:ext cx="362102" cy="362102"/>
          </a:xfrm>
          <a:prstGeom prst="rect">
            <a:avLst/>
          </a:prstGeom>
        </p:spPr>
      </p:pic>
      <p:sp>
        <p:nvSpPr>
          <p:cNvPr id="7" name="Text 1">
            <a:extLst>
              <a:ext uri="{FF2B5EF4-FFF2-40B4-BE49-F238E27FC236}">
                <a16:creationId xmlns:a16="http://schemas.microsoft.com/office/drawing/2014/main" id="{7DD8BE72-722B-6960-36D3-F6C0B6211944}"/>
              </a:ext>
            </a:extLst>
          </p:cNvPr>
          <p:cNvSpPr txBox="1"/>
          <p:nvPr/>
        </p:nvSpPr>
        <p:spPr>
          <a:xfrm>
            <a:off x="1281748" y="371507"/>
            <a:ext cx="8526303" cy="628603"/>
          </a:xfrm>
          <a:prstGeom prst="rect">
            <a:avLst/>
          </a:prstGeom>
          <a:noFill/>
          <a:ln/>
        </p:spPr>
        <p:txBody>
          <a:bodyPr wrap="square" lIns="0" tIns="0" rIns="0" bIns="0" rtlCol="0" anchor="ctr"/>
          <a:lstStyle/>
          <a:p>
            <a:r>
              <a:rPr lang="en-US" sz="2800" b="1" kern="0" spc="100">
                <a:solidFill>
                  <a:srgbClr val="2B2A28"/>
                </a:solidFill>
                <a:latin typeface="Arial"/>
                <a:cs typeface="Arial"/>
              </a:rPr>
              <a:t>Summary of Scoring 2: PCB </a:t>
            </a:r>
            <a:r>
              <a:rPr lang="en-US" sz="2800" b="1" kern="0" spc="100">
                <a:solidFill>
                  <a:srgbClr val="2B2A28"/>
                </a:solidFill>
                <a:latin typeface="Aptos"/>
                <a:cs typeface="Arial"/>
              </a:rPr>
              <a:t>Voltage Separation</a:t>
            </a:r>
          </a:p>
        </p:txBody>
      </p:sp>
      <p:sp>
        <p:nvSpPr>
          <p:cNvPr id="9" name="Shape 2">
            <a:extLst>
              <a:ext uri="{FF2B5EF4-FFF2-40B4-BE49-F238E27FC236}">
                <a16:creationId xmlns:a16="http://schemas.microsoft.com/office/drawing/2014/main" id="{E311EAAD-97A9-0399-3A4C-555DA6A74F6A}"/>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11" name="Text 3">
            <a:extLst>
              <a:ext uri="{FF2B5EF4-FFF2-40B4-BE49-F238E27FC236}">
                <a16:creationId xmlns:a16="http://schemas.microsoft.com/office/drawing/2014/main" id="{AC526C2D-80D4-73A0-02EA-0B365D21B25F}"/>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15" name="TextBox 14">
            <a:extLst>
              <a:ext uri="{FF2B5EF4-FFF2-40B4-BE49-F238E27FC236}">
                <a16:creationId xmlns:a16="http://schemas.microsoft.com/office/drawing/2014/main" id="{CB6E4FE2-9E7C-8219-176A-1C1C8465F418}"/>
              </a:ext>
            </a:extLst>
          </p:cNvPr>
          <p:cNvSpPr txBox="1"/>
          <p:nvPr/>
        </p:nvSpPr>
        <p:spPr>
          <a:xfrm>
            <a:off x="665402" y="2802659"/>
            <a:ext cx="27432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rial"/>
                <a:ea typeface="Calibri"/>
                <a:cs typeface="Arial"/>
              </a:rPr>
              <a:t>Note: Scoring was done qualitatively based on research on the different types of voltage separation systems</a:t>
            </a:r>
            <a:endParaRPr lang="en-US">
              <a:highlight>
                <a:srgbClr val="FFFFFF"/>
              </a:highlight>
              <a:latin typeface="Arial"/>
              <a:ea typeface="Calibri"/>
              <a:cs typeface="Arial"/>
            </a:endParaRPr>
          </a:p>
        </p:txBody>
      </p:sp>
      <p:graphicFrame>
        <p:nvGraphicFramePr>
          <p:cNvPr id="4" name="Table 3">
            <a:extLst>
              <a:ext uri="{FF2B5EF4-FFF2-40B4-BE49-F238E27FC236}">
                <a16:creationId xmlns:a16="http://schemas.microsoft.com/office/drawing/2014/main" id="{577ED04E-75EA-6AFA-77CD-6B39B3DC11CC}"/>
              </a:ext>
            </a:extLst>
          </p:cNvPr>
          <p:cNvGraphicFramePr>
            <a:graphicFrameLocks noGrp="1"/>
          </p:cNvGraphicFramePr>
          <p:nvPr/>
        </p:nvGraphicFramePr>
        <p:xfrm>
          <a:off x="3976762" y="1531910"/>
          <a:ext cx="7542905" cy="4330970"/>
        </p:xfrm>
        <a:graphic>
          <a:graphicData uri="http://schemas.openxmlformats.org/drawingml/2006/table">
            <a:tbl>
              <a:tblPr bandRow="1">
                <a:tableStyleId>{5C22544A-7EE6-4342-B048-85BDC9FD1C3A}</a:tableStyleId>
              </a:tblPr>
              <a:tblGrid>
                <a:gridCol w="2174184">
                  <a:extLst>
                    <a:ext uri="{9D8B030D-6E8A-4147-A177-3AD203B41FA5}">
                      <a16:colId xmlns:a16="http://schemas.microsoft.com/office/drawing/2014/main" val="4206414696"/>
                    </a:ext>
                  </a:extLst>
                </a:gridCol>
                <a:gridCol w="1354206">
                  <a:extLst>
                    <a:ext uri="{9D8B030D-6E8A-4147-A177-3AD203B41FA5}">
                      <a16:colId xmlns:a16="http://schemas.microsoft.com/office/drawing/2014/main" val="315434079"/>
                    </a:ext>
                  </a:extLst>
                </a:gridCol>
                <a:gridCol w="4014515">
                  <a:extLst>
                    <a:ext uri="{9D8B030D-6E8A-4147-A177-3AD203B41FA5}">
                      <a16:colId xmlns:a16="http://schemas.microsoft.com/office/drawing/2014/main" val="2243160396"/>
                    </a:ext>
                  </a:extLst>
                </a:gridCol>
              </a:tblGrid>
              <a:tr h="683314">
                <a:tc>
                  <a:txBody>
                    <a:bodyPr/>
                    <a:lstStyle/>
                    <a:p>
                      <a:pPr marL="0" marR="0" indent="0" algn="l" rtl="0" fontAlgn="base">
                        <a:buNone/>
                      </a:pPr>
                      <a:r>
                        <a:rPr lang="en-US" sz="1800" b="1" i="0">
                          <a:solidFill>
                            <a:srgbClr val="FFFFFF"/>
                          </a:solidFill>
                          <a:effectLst/>
                          <a:latin typeface="Arial"/>
                          <a:cs typeface="Arial"/>
                        </a:rPr>
                        <a:t>Criteria</a:t>
                      </a:r>
                      <a:endParaRPr lang="en-US" sz="900" b="1" i="0">
                        <a:solidFill>
                          <a:srgbClr val="FFFFFF"/>
                        </a:solidFill>
                        <a:effectLst/>
                        <a:latin typeface="Arial"/>
                        <a:cs typeface="Arial"/>
                      </a:endParaRPr>
                    </a:p>
                  </a:txBody>
                  <a:tcPr marL="52578" marR="52578">
                    <a:lnL w="9735" cap="flat" cmpd="sng" algn="ctr">
                      <a:solidFill>
                        <a:srgbClr val="000000"/>
                      </a:solidFill>
                      <a:prstDash val="solid"/>
                      <a:round/>
                      <a:headEnd type="none" w="med" len="med"/>
                      <a:tailEnd type="none" w="med" len="med"/>
                    </a:lnL>
                    <a:lnR w="9735" cap="flat" cmpd="sng" algn="ctr">
                      <a:solidFill>
                        <a:srgbClr val="000000"/>
                      </a:solidFill>
                      <a:prstDash val="solid"/>
                      <a:round/>
                      <a:headEnd type="none" w="med" len="med"/>
                      <a:tailEnd type="none" w="med" len="med"/>
                    </a:lnR>
                    <a:lnT w="9735" cap="flat" cmpd="sng" algn="ctr">
                      <a:solidFill>
                        <a:srgbClr val="000000"/>
                      </a:solidFill>
                      <a:prstDash val="solid"/>
                      <a:round/>
                      <a:headEnd type="none" w="med" len="med"/>
                      <a:tailEnd type="none" w="med" len="med"/>
                    </a:lnT>
                    <a:lnB w="9735" cap="flat" cmpd="sng" algn="ctr">
                      <a:solidFill>
                        <a:srgbClr val="000000"/>
                      </a:solidFill>
                      <a:prstDash val="solid"/>
                      <a:round/>
                      <a:headEnd type="none" w="med" len="med"/>
                      <a:tailEnd type="none" w="med" len="med"/>
                    </a:lnB>
                    <a:solidFill>
                      <a:srgbClr val="002060"/>
                    </a:solidFill>
                  </a:tcPr>
                </a:tc>
                <a:tc>
                  <a:txBody>
                    <a:bodyPr/>
                    <a:lstStyle/>
                    <a:p>
                      <a:pPr marL="0" marR="0" indent="0" algn="l" rtl="0" fontAlgn="base">
                        <a:buNone/>
                      </a:pPr>
                      <a:r>
                        <a:rPr lang="en-US" sz="1800" b="1" i="0">
                          <a:solidFill>
                            <a:srgbClr val="FFFFFF"/>
                          </a:solidFill>
                          <a:effectLst/>
                          <a:latin typeface="Arial"/>
                          <a:cs typeface="Arial"/>
                        </a:rPr>
                        <a:t>Weight (%)</a:t>
                      </a:r>
                      <a:endParaRPr lang="en-US" sz="900" b="1" i="0">
                        <a:solidFill>
                          <a:srgbClr val="FFFFFF"/>
                        </a:solidFill>
                        <a:effectLst/>
                        <a:latin typeface="Arial"/>
                        <a:cs typeface="Arial"/>
                      </a:endParaRPr>
                    </a:p>
                  </a:txBody>
                  <a:tcPr marL="52578" marR="52578">
                    <a:lnL w="9735" cap="flat" cmpd="sng" algn="ctr">
                      <a:solidFill>
                        <a:srgbClr val="000000"/>
                      </a:solidFill>
                      <a:prstDash val="solid"/>
                      <a:round/>
                      <a:headEnd type="none" w="med" len="med"/>
                      <a:tailEnd type="none" w="med" len="med"/>
                    </a:lnL>
                    <a:lnR w="9735" cap="flat" cmpd="sng" algn="ctr">
                      <a:solidFill>
                        <a:srgbClr val="000000"/>
                      </a:solidFill>
                      <a:prstDash val="solid"/>
                      <a:round/>
                      <a:headEnd type="none" w="med" len="med"/>
                      <a:tailEnd type="none" w="med" len="med"/>
                    </a:lnR>
                    <a:lnT w="9735" cap="flat" cmpd="sng" algn="ctr">
                      <a:solidFill>
                        <a:srgbClr val="000000"/>
                      </a:solidFill>
                      <a:prstDash val="solid"/>
                      <a:round/>
                      <a:headEnd type="none" w="med" len="med"/>
                      <a:tailEnd type="none" w="med" len="med"/>
                    </a:lnT>
                    <a:lnB w="9735" cap="flat" cmpd="sng" algn="ctr">
                      <a:solidFill>
                        <a:srgbClr val="000000"/>
                      </a:solidFill>
                      <a:prstDash val="solid"/>
                      <a:round/>
                      <a:headEnd type="none" w="med" len="med"/>
                      <a:tailEnd type="none" w="med" len="med"/>
                    </a:lnB>
                    <a:solidFill>
                      <a:srgbClr val="002060"/>
                    </a:solidFill>
                  </a:tcPr>
                </a:tc>
                <a:tc>
                  <a:txBody>
                    <a:bodyPr/>
                    <a:lstStyle/>
                    <a:p>
                      <a:pPr marL="0" marR="0" indent="0" algn="l" rtl="0" fontAlgn="base">
                        <a:buNone/>
                      </a:pPr>
                      <a:r>
                        <a:rPr lang="en-US" sz="1800" b="1" i="0">
                          <a:solidFill>
                            <a:srgbClr val="FFFFFF"/>
                          </a:solidFill>
                          <a:effectLst/>
                          <a:latin typeface="Arial"/>
                          <a:cs typeface="Arial"/>
                        </a:rPr>
                        <a:t>Reasoning</a:t>
                      </a:r>
                    </a:p>
                  </a:txBody>
                  <a:tcPr marL="52578" marR="52578">
                    <a:lnL w="9735" cap="flat" cmpd="sng" algn="ctr">
                      <a:solidFill>
                        <a:srgbClr val="000000"/>
                      </a:solidFill>
                      <a:prstDash val="solid"/>
                      <a:round/>
                      <a:headEnd type="none" w="med" len="med"/>
                      <a:tailEnd type="none" w="med" len="med"/>
                    </a:lnL>
                    <a:lnR w="9735" cap="flat" cmpd="sng" algn="ctr">
                      <a:solidFill>
                        <a:srgbClr val="000000"/>
                      </a:solidFill>
                      <a:prstDash val="solid"/>
                      <a:round/>
                      <a:headEnd type="none" w="med" len="med"/>
                      <a:tailEnd type="none" w="med" len="med"/>
                    </a:lnR>
                    <a:lnT w="9735" cap="flat" cmpd="sng" algn="ctr">
                      <a:solidFill>
                        <a:srgbClr val="000000"/>
                      </a:solidFill>
                      <a:prstDash val="solid"/>
                      <a:round/>
                      <a:headEnd type="none" w="med" len="med"/>
                      <a:tailEnd type="none" w="med" len="med"/>
                    </a:lnT>
                    <a:lnB w="9735"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1654163010"/>
                  </a:ext>
                </a:extLst>
              </a:tr>
              <a:tr h="683314">
                <a:tc>
                  <a:txBody>
                    <a:bodyPr/>
                    <a:lstStyle/>
                    <a:p>
                      <a:pPr marL="0" marR="0" indent="0" algn="l" rtl="0" fontAlgn="base">
                        <a:buNone/>
                      </a:pPr>
                      <a:r>
                        <a:rPr lang="en-US" sz="1800" b="1" i="0">
                          <a:solidFill>
                            <a:srgbClr val="000000"/>
                          </a:solidFill>
                          <a:effectLst/>
                          <a:latin typeface="Arial"/>
                          <a:cs typeface="Arial"/>
                        </a:rPr>
                        <a:t>Cost</a:t>
                      </a:r>
                      <a:endParaRPr lang="en-US" sz="900" b="1" i="0">
                        <a:solidFill>
                          <a:srgbClr val="FFFFFF"/>
                        </a:solidFill>
                        <a:effectLst/>
                        <a:latin typeface="Arial"/>
                        <a:cs typeface="Arial"/>
                      </a:endParaRPr>
                    </a:p>
                  </a:txBody>
                  <a:tcPr marL="52578" marR="52578">
                    <a:lnL w="9735" cap="flat" cmpd="sng" algn="ctr">
                      <a:solidFill>
                        <a:srgbClr val="000000"/>
                      </a:solidFill>
                      <a:prstDash val="solid"/>
                      <a:round/>
                      <a:headEnd type="none" w="med" len="med"/>
                      <a:tailEnd type="none" w="med" len="med"/>
                    </a:lnL>
                    <a:lnR w="9735" cap="flat" cmpd="sng" algn="ctr">
                      <a:solidFill>
                        <a:srgbClr val="000000"/>
                      </a:solidFill>
                      <a:prstDash val="solid"/>
                      <a:round/>
                      <a:headEnd type="none" w="med" len="med"/>
                      <a:tailEnd type="none" w="med" len="med"/>
                    </a:lnR>
                    <a:lnT w="9735" cap="flat" cmpd="sng" algn="ctr">
                      <a:solidFill>
                        <a:srgbClr val="000000"/>
                      </a:solidFill>
                      <a:prstDash val="solid"/>
                      <a:round/>
                      <a:headEnd type="none" w="med" len="med"/>
                      <a:tailEnd type="none" w="med" len="med"/>
                    </a:lnT>
                    <a:lnB w="9735" cap="flat" cmpd="sng" algn="ctr">
                      <a:solidFill>
                        <a:srgbClr val="000000"/>
                      </a:solidFill>
                      <a:prstDash val="solid"/>
                      <a:round/>
                      <a:headEnd type="none" w="med" len="med"/>
                      <a:tailEnd type="none" w="med" len="med"/>
                    </a:lnB>
                    <a:solidFill>
                      <a:srgbClr val="BFBFBF"/>
                    </a:solidFill>
                  </a:tcPr>
                </a:tc>
                <a:tc>
                  <a:txBody>
                    <a:bodyPr/>
                    <a:lstStyle/>
                    <a:p>
                      <a:pPr marL="0" marR="0" indent="0" algn="ctr" rtl="0" fontAlgn="base">
                        <a:buNone/>
                      </a:pPr>
                      <a:r>
                        <a:rPr lang="en-US" sz="1800" b="0" i="0">
                          <a:solidFill>
                            <a:srgbClr val="000000"/>
                          </a:solidFill>
                          <a:effectLst/>
                          <a:latin typeface="Arial"/>
                          <a:cs typeface="Arial"/>
                        </a:rPr>
                        <a:t>20%</a:t>
                      </a:r>
                      <a:endParaRPr lang="en-US" sz="900" b="0" i="0">
                        <a:solidFill>
                          <a:srgbClr val="000000"/>
                        </a:solidFill>
                        <a:effectLst/>
                        <a:latin typeface="Arial"/>
                        <a:cs typeface="Arial"/>
                      </a:endParaRPr>
                    </a:p>
                  </a:txBody>
                  <a:tcPr marL="52578" marR="52578">
                    <a:lnL w="9735" cap="flat" cmpd="sng" algn="ctr">
                      <a:solidFill>
                        <a:srgbClr val="000000"/>
                      </a:solidFill>
                      <a:prstDash val="solid"/>
                      <a:round/>
                      <a:headEnd type="none" w="med" len="med"/>
                      <a:tailEnd type="none" w="med" len="med"/>
                    </a:lnL>
                    <a:lnR w="9735" cap="flat" cmpd="sng" algn="ctr">
                      <a:solidFill>
                        <a:srgbClr val="000000"/>
                      </a:solidFill>
                      <a:prstDash val="solid"/>
                      <a:round/>
                      <a:headEnd type="none" w="med" len="med"/>
                      <a:tailEnd type="none" w="med" len="med"/>
                    </a:lnR>
                    <a:lnT w="9735" cap="flat" cmpd="sng" algn="ctr">
                      <a:solidFill>
                        <a:srgbClr val="000000"/>
                      </a:solidFill>
                      <a:prstDash val="solid"/>
                      <a:round/>
                      <a:headEnd type="none" w="med" len="med"/>
                      <a:tailEnd type="none" w="med" len="med"/>
                    </a:lnT>
                    <a:lnB w="9735" cap="flat" cmpd="sng" algn="ctr">
                      <a:solidFill>
                        <a:srgbClr val="000000"/>
                      </a:solidFill>
                      <a:prstDash val="solid"/>
                      <a:round/>
                      <a:headEnd type="none" w="med" len="med"/>
                      <a:tailEnd type="none" w="med" len="med"/>
                    </a:lnB>
                    <a:solidFill>
                      <a:srgbClr val="BFBFBF"/>
                    </a:solidFill>
                  </a:tcPr>
                </a:tc>
                <a:tc>
                  <a:txBody>
                    <a:bodyPr/>
                    <a:lstStyle/>
                    <a:p>
                      <a:pPr marL="0" marR="0" indent="0" algn="ctr" rtl="0" fontAlgn="base">
                        <a:buNone/>
                      </a:pPr>
                      <a:r>
                        <a:rPr lang="en-US" sz="1800" b="0" i="0">
                          <a:solidFill>
                            <a:srgbClr val="000000"/>
                          </a:solidFill>
                          <a:effectLst/>
                          <a:latin typeface="Arial"/>
                          <a:cs typeface="Arial"/>
                        </a:rPr>
                        <a:t>Limited by project </a:t>
                      </a:r>
                      <a:r>
                        <a:rPr lang="en-US" sz="1800" b="1" i="0">
                          <a:solidFill>
                            <a:srgbClr val="000000"/>
                          </a:solidFill>
                          <a:effectLst/>
                          <a:latin typeface="Arial"/>
                          <a:cs typeface="Arial"/>
                        </a:rPr>
                        <a:t>budget</a:t>
                      </a:r>
                    </a:p>
                  </a:txBody>
                  <a:tcPr marL="52578" marR="52578">
                    <a:lnL w="9735" cap="flat" cmpd="sng" algn="ctr">
                      <a:solidFill>
                        <a:srgbClr val="000000"/>
                      </a:solidFill>
                      <a:prstDash val="solid"/>
                      <a:round/>
                      <a:headEnd type="none" w="med" len="med"/>
                      <a:tailEnd type="none" w="med" len="med"/>
                    </a:lnL>
                    <a:lnR w="9735" cap="flat" cmpd="sng" algn="ctr">
                      <a:solidFill>
                        <a:srgbClr val="000000"/>
                      </a:solidFill>
                      <a:prstDash val="solid"/>
                      <a:round/>
                      <a:headEnd type="none" w="med" len="med"/>
                      <a:tailEnd type="none" w="med" len="med"/>
                    </a:lnR>
                    <a:lnT w="9735" cap="flat" cmpd="sng" algn="ctr">
                      <a:solidFill>
                        <a:srgbClr val="000000"/>
                      </a:solidFill>
                      <a:prstDash val="solid"/>
                      <a:round/>
                      <a:headEnd type="none" w="med" len="med"/>
                      <a:tailEnd type="none" w="med" len="med"/>
                    </a:lnT>
                    <a:lnB w="9735"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150368472"/>
                  </a:ext>
                </a:extLst>
              </a:tr>
              <a:tr h="683314">
                <a:tc>
                  <a:txBody>
                    <a:bodyPr/>
                    <a:lstStyle/>
                    <a:p>
                      <a:pPr marL="0" marR="0" indent="0" algn="l" rtl="0" fontAlgn="base">
                        <a:buNone/>
                      </a:pPr>
                      <a:r>
                        <a:rPr lang="en-US" sz="1800" b="1" i="0">
                          <a:solidFill>
                            <a:srgbClr val="000000"/>
                          </a:solidFill>
                          <a:effectLst/>
                          <a:latin typeface="Arial"/>
                          <a:cs typeface="Arial"/>
                        </a:rPr>
                        <a:t>Complexity</a:t>
                      </a:r>
                      <a:endParaRPr lang="en-US" sz="900" b="1" i="0">
                        <a:solidFill>
                          <a:srgbClr val="FFFFFF"/>
                        </a:solidFill>
                        <a:effectLst/>
                        <a:latin typeface="Arial"/>
                        <a:cs typeface="Arial"/>
                      </a:endParaRPr>
                    </a:p>
                  </a:txBody>
                  <a:tcPr marL="52578" marR="52578">
                    <a:lnL w="9735" cap="flat" cmpd="sng" algn="ctr">
                      <a:solidFill>
                        <a:srgbClr val="000000"/>
                      </a:solidFill>
                      <a:prstDash val="solid"/>
                      <a:round/>
                      <a:headEnd type="none" w="med" len="med"/>
                      <a:tailEnd type="none" w="med" len="med"/>
                    </a:lnL>
                    <a:lnR w="9735" cap="flat" cmpd="sng" algn="ctr">
                      <a:solidFill>
                        <a:srgbClr val="000000"/>
                      </a:solidFill>
                      <a:prstDash val="solid"/>
                      <a:round/>
                      <a:headEnd type="none" w="med" len="med"/>
                      <a:tailEnd type="none" w="med" len="med"/>
                    </a:lnR>
                    <a:lnT w="9735" cap="flat" cmpd="sng" algn="ctr">
                      <a:solidFill>
                        <a:srgbClr val="000000"/>
                      </a:solidFill>
                      <a:prstDash val="solid"/>
                      <a:round/>
                      <a:headEnd type="none" w="med" len="med"/>
                      <a:tailEnd type="none" w="med" len="med"/>
                    </a:lnT>
                    <a:lnB w="9735" cap="flat" cmpd="sng" algn="ctr">
                      <a:solidFill>
                        <a:srgbClr val="000000"/>
                      </a:solidFill>
                      <a:prstDash val="solid"/>
                      <a:round/>
                      <a:headEnd type="none" w="med" len="med"/>
                      <a:tailEnd type="none" w="med" len="med"/>
                    </a:lnB>
                    <a:noFill/>
                  </a:tcPr>
                </a:tc>
                <a:tc>
                  <a:txBody>
                    <a:bodyPr/>
                    <a:lstStyle/>
                    <a:p>
                      <a:pPr marL="0" marR="0" indent="0" algn="ctr" rtl="0" fontAlgn="base">
                        <a:buNone/>
                      </a:pPr>
                      <a:r>
                        <a:rPr lang="en-US" sz="1800" b="0" i="0">
                          <a:solidFill>
                            <a:srgbClr val="000000"/>
                          </a:solidFill>
                          <a:effectLst/>
                          <a:latin typeface="Arial"/>
                          <a:cs typeface="Arial"/>
                        </a:rPr>
                        <a:t>20%</a:t>
                      </a:r>
                      <a:endParaRPr lang="en-US" sz="900" b="0" i="0">
                        <a:solidFill>
                          <a:srgbClr val="000000"/>
                        </a:solidFill>
                        <a:effectLst/>
                        <a:latin typeface="Arial"/>
                        <a:cs typeface="Arial"/>
                      </a:endParaRPr>
                    </a:p>
                  </a:txBody>
                  <a:tcPr marL="52578" marR="52578">
                    <a:lnL w="9735" cap="flat" cmpd="sng" algn="ctr">
                      <a:solidFill>
                        <a:srgbClr val="000000"/>
                      </a:solidFill>
                      <a:prstDash val="solid"/>
                      <a:round/>
                      <a:headEnd type="none" w="med" len="med"/>
                      <a:tailEnd type="none" w="med" len="med"/>
                    </a:lnL>
                    <a:lnR w="9735" cap="flat" cmpd="sng" algn="ctr">
                      <a:solidFill>
                        <a:srgbClr val="000000"/>
                      </a:solidFill>
                      <a:prstDash val="solid"/>
                      <a:round/>
                      <a:headEnd type="none" w="med" len="med"/>
                      <a:tailEnd type="none" w="med" len="med"/>
                    </a:lnR>
                    <a:lnT w="9735" cap="flat" cmpd="sng" algn="ctr">
                      <a:solidFill>
                        <a:srgbClr val="000000"/>
                      </a:solidFill>
                      <a:prstDash val="solid"/>
                      <a:round/>
                      <a:headEnd type="none" w="med" len="med"/>
                      <a:tailEnd type="none" w="med" len="med"/>
                    </a:lnT>
                    <a:lnB w="9735" cap="flat" cmpd="sng" algn="ctr">
                      <a:solidFill>
                        <a:srgbClr val="000000"/>
                      </a:solidFill>
                      <a:prstDash val="solid"/>
                      <a:round/>
                      <a:headEnd type="none" w="med" len="med"/>
                      <a:tailEnd type="none" w="med" len="med"/>
                    </a:lnB>
                    <a:noFill/>
                  </a:tcPr>
                </a:tc>
                <a:tc>
                  <a:txBody>
                    <a:bodyPr/>
                    <a:lstStyle/>
                    <a:p>
                      <a:pPr marL="0" marR="0" lvl="0" indent="0" algn="ctr">
                        <a:buNone/>
                      </a:pPr>
                      <a:r>
                        <a:rPr lang="en-US" sz="1800" b="0" i="0">
                          <a:solidFill>
                            <a:srgbClr val="000000"/>
                          </a:solidFill>
                          <a:effectLst/>
                          <a:latin typeface="Arial"/>
                          <a:cs typeface="Arial"/>
                        </a:rPr>
                        <a:t>Influences the ability to accommodate potentially </a:t>
                      </a:r>
                      <a:r>
                        <a:rPr lang="en-US" sz="1800" b="1" i="0">
                          <a:solidFill>
                            <a:srgbClr val="000000"/>
                          </a:solidFill>
                          <a:effectLst/>
                          <a:latin typeface="Arial"/>
                          <a:cs typeface="Arial"/>
                        </a:rPr>
                        <a:t>complex circuits for each subsystem</a:t>
                      </a:r>
                      <a:endParaRPr lang="en-US" b="1">
                        <a:latin typeface="Arial"/>
                        <a:cs typeface="Arial"/>
                      </a:endParaRPr>
                    </a:p>
                  </a:txBody>
                  <a:tcPr marL="52578" marR="52578">
                    <a:lnL w="9735" cap="flat" cmpd="sng" algn="ctr">
                      <a:solidFill>
                        <a:srgbClr val="000000"/>
                      </a:solidFill>
                      <a:prstDash val="solid"/>
                      <a:round/>
                      <a:headEnd type="none" w="med" len="med"/>
                      <a:tailEnd type="none" w="med" len="med"/>
                    </a:lnL>
                    <a:lnR w="9735" cap="flat" cmpd="sng" algn="ctr">
                      <a:solidFill>
                        <a:srgbClr val="000000"/>
                      </a:solidFill>
                      <a:prstDash val="solid"/>
                      <a:round/>
                      <a:headEnd type="none" w="med" len="med"/>
                      <a:tailEnd type="none" w="med" len="med"/>
                    </a:lnR>
                    <a:lnT w="9735" cap="flat" cmpd="sng" algn="ctr">
                      <a:solidFill>
                        <a:srgbClr val="000000"/>
                      </a:solidFill>
                      <a:prstDash val="solid"/>
                      <a:round/>
                      <a:headEnd type="none" w="med" len="med"/>
                      <a:tailEnd type="none" w="med" len="med"/>
                    </a:lnT>
                    <a:lnB w="973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10409378"/>
                  </a:ext>
                </a:extLst>
              </a:tr>
              <a:tr h="683314">
                <a:tc>
                  <a:txBody>
                    <a:bodyPr/>
                    <a:lstStyle/>
                    <a:p>
                      <a:pPr marL="0" marR="0" indent="0" algn="l" rtl="0" fontAlgn="base">
                        <a:buNone/>
                      </a:pPr>
                      <a:r>
                        <a:rPr lang="en-US" sz="1800" b="1" i="0">
                          <a:solidFill>
                            <a:srgbClr val="000000"/>
                          </a:solidFill>
                          <a:effectLst/>
                          <a:latin typeface="Arial"/>
                          <a:cs typeface="Arial"/>
                        </a:rPr>
                        <a:t>Ability to Prototype</a:t>
                      </a:r>
                      <a:endParaRPr lang="en-US" sz="900" b="1" i="0">
                        <a:solidFill>
                          <a:srgbClr val="FFFFFF"/>
                        </a:solidFill>
                        <a:effectLst/>
                        <a:latin typeface="Arial"/>
                        <a:cs typeface="Arial"/>
                      </a:endParaRPr>
                    </a:p>
                  </a:txBody>
                  <a:tcPr marL="52578" marR="52578">
                    <a:lnL w="9735" cap="flat" cmpd="sng" algn="ctr">
                      <a:solidFill>
                        <a:srgbClr val="000000"/>
                      </a:solidFill>
                      <a:prstDash val="solid"/>
                      <a:round/>
                      <a:headEnd type="none" w="med" len="med"/>
                      <a:tailEnd type="none" w="med" len="med"/>
                    </a:lnL>
                    <a:lnR w="9735" cap="flat" cmpd="sng" algn="ctr">
                      <a:solidFill>
                        <a:srgbClr val="000000"/>
                      </a:solidFill>
                      <a:prstDash val="solid"/>
                      <a:round/>
                      <a:headEnd type="none" w="med" len="med"/>
                      <a:tailEnd type="none" w="med" len="med"/>
                    </a:lnR>
                    <a:lnT w="9735" cap="flat" cmpd="sng" algn="ctr">
                      <a:solidFill>
                        <a:srgbClr val="000000"/>
                      </a:solidFill>
                      <a:prstDash val="solid"/>
                      <a:round/>
                      <a:headEnd type="none" w="med" len="med"/>
                      <a:tailEnd type="none" w="med" len="med"/>
                    </a:lnT>
                    <a:lnB w="9735" cap="flat" cmpd="sng" algn="ctr">
                      <a:solidFill>
                        <a:srgbClr val="000000"/>
                      </a:solidFill>
                      <a:prstDash val="solid"/>
                      <a:round/>
                      <a:headEnd type="none" w="med" len="med"/>
                      <a:tailEnd type="none" w="med" len="med"/>
                    </a:lnB>
                    <a:solidFill>
                      <a:srgbClr val="BFBFBF"/>
                    </a:solidFill>
                  </a:tcPr>
                </a:tc>
                <a:tc>
                  <a:txBody>
                    <a:bodyPr/>
                    <a:lstStyle/>
                    <a:p>
                      <a:pPr marL="0" marR="0" indent="0" algn="ctr" rtl="0" fontAlgn="base">
                        <a:buNone/>
                      </a:pPr>
                      <a:r>
                        <a:rPr lang="en-US" sz="1800" b="0" i="0">
                          <a:solidFill>
                            <a:srgbClr val="000000"/>
                          </a:solidFill>
                          <a:effectLst/>
                          <a:latin typeface="Arial"/>
                          <a:cs typeface="Arial"/>
                        </a:rPr>
                        <a:t>25%</a:t>
                      </a:r>
                      <a:endParaRPr lang="en-US" sz="900" b="0" i="0">
                        <a:solidFill>
                          <a:srgbClr val="000000"/>
                        </a:solidFill>
                        <a:effectLst/>
                        <a:latin typeface="Arial"/>
                        <a:cs typeface="Arial"/>
                      </a:endParaRPr>
                    </a:p>
                  </a:txBody>
                  <a:tcPr marL="52578" marR="52578">
                    <a:lnL w="9735" cap="flat" cmpd="sng" algn="ctr">
                      <a:solidFill>
                        <a:srgbClr val="000000"/>
                      </a:solidFill>
                      <a:prstDash val="solid"/>
                      <a:round/>
                      <a:headEnd type="none" w="med" len="med"/>
                      <a:tailEnd type="none" w="med" len="med"/>
                    </a:lnL>
                    <a:lnR w="9735" cap="flat" cmpd="sng" algn="ctr">
                      <a:solidFill>
                        <a:srgbClr val="000000"/>
                      </a:solidFill>
                      <a:prstDash val="solid"/>
                      <a:round/>
                      <a:headEnd type="none" w="med" len="med"/>
                      <a:tailEnd type="none" w="med" len="med"/>
                    </a:lnR>
                    <a:lnT w="9735" cap="flat" cmpd="sng" algn="ctr">
                      <a:solidFill>
                        <a:srgbClr val="000000"/>
                      </a:solidFill>
                      <a:prstDash val="solid"/>
                      <a:round/>
                      <a:headEnd type="none" w="med" len="med"/>
                      <a:tailEnd type="none" w="med" len="med"/>
                    </a:lnT>
                    <a:lnB w="9735" cap="flat" cmpd="sng" algn="ctr">
                      <a:solidFill>
                        <a:srgbClr val="000000"/>
                      </a:solidFill>
                      <a:prstDash val="solid"/>
                      <a:round/>
                      <a:headEnd type="none" w="med" len="med"/>
                      <a:tailEnd type="none" w="med" len="med"/>
                    </a:lnB>
                    <a:solidFill>
                      <a:srgbClr val="BFBFBF"/>
                    </a:solidFill>
                  </a:tcPr>
                </a:tc>
                <a:tc>
                  <a:txBody>
                    <a:bodyPr/>
                    <a:lstStyle/>
                    <a:p>
                      <a:pPr marL="0" marR="0" indent="0" algn="ctr" rtl="0" fontAlgn="base">
                        <a:buNone/>
                      </a:pPr>
                      <a:r>
                        <a:rPr lang="en-US" sz="1800" b="0" i="0">
                          <a:solidFill>
                            <a:srgbClr val="000000"/>
                          </a:solidFill>
                          <a:effectLst/>
                          <a:latin typeface="Arial"/>
                          <a:cs typeface="Arial"/>
                        </a:rPr>
                        <a:t>Enables </a:t>
                      </a:r>
                      <a:r>
                        <a:rPr lang="en-US" sz="1800" b="1" i="0">
                          <a:solidFill>
                            <a:srgbClr val="000000"/>
                          </a:solidFill>
                          <a:effectLst/>
                          <a:latin typeface="Arial"/>
                          <a:cs typeface="Arial"/>
                        </a:rPr>
                        <a:t>iterative designs</a:t>
                      </a:r>
                      <a:r>
                        <a:rPr lang="en-US" sz="1800" b="0" i="0">
                          <a:solidFill>
                            <a:srgbClr val="000000"/>
                          </a:solidFill>
                          <a:effectLst/>
                          <a:latin typeface="Arial"/>
                          <a:cs typeface="Arial"/>
                        </a:rPr>
                        <a:t> to allow for adjustments and/or errors</a:t>
                      </a:r>
                    </a:p>
                  </a:txBody>
                  <a:tcPr marL="52578" marR="52578">
                    <a:lnL w="9735" cap="flat" cmpd="sng" algn="ctr">
                      <a:solidFill>
                        <a:srgbClr val="000000"/>
                      </a:solidFill>
                      <a:prstDash val="solid"/>
                      <a:round/>
                      <a:headEnd type="none" w="med" len="med"/>
                      <a:tailEnd type="none" w="med" len="med"/>
                    </a:lnL>
                    <a:lnR w="9735" cap="flat" cmpd="sng" algn="ctr">
                      <a:solidFill>
                        <a:srgbClr val="000000"/>
                      </a:solidFill>
                      <a:prstDash val="solid"/>
                      <a:round/>
                      <a:headEnd type="none" w="med" len="med"/>
                      <a:tailEnd type="none" w="med" len="med"/>
                    </a:lnR>
                    <a:lnT w="9735" cap="flat" cmpd="sng" algn="ctr">
                      <a:solidFill>
                        <a:srgbClr val="000000"/>
                      </a:solidFill>
                      <a:prstDash val="solid"/>
                      <a:round/>
                      <a:headEnd type="none" w="med" len="med"/>
                      <a:tailEnd type="none" w="med" len="med"/>
                    </a:lnT>
                    <a:lnB w="9735"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28983036"/>
                  </a:ext>
                </a:extLst>
              </a:tr>
              <a:tr h="683314">
                <a:tc>
                  <a:txBody>
                    <a:bodyPr/>
                    <a:lstStyle/>
                    <a:p>
                      <a:pPr marL="0" marR="0" indent="0" algn="l" rtl="0" fontAlgn="base">
                        <a:buNone/>
                      </a:pPr>
                      <a:r>
                        <a:rPr lang="en-US" sz="1800" b="1" i="0">
                          <a:solidFill>
                            <a:srgbClr val="000000"/>
                          </a:solidFill>
                          <a:effectLst/>
                          <a:latin typeface="Arial"/>
                          <a:cs typeface="Arial"/>
                        </a:rPr>
                        <a:t>Lead Time</a:t>
                      </a:r>
                      <a:endParaRPr lang="en-US" sz="900" b="1" i="0">
                        <a:solidFill>
                          <a:srgbClr val="FFFFFF"/>
                        </a:solidFill>
                        <a:effectLst/>
                        <a:latin typeface="Arial"/>
                        <a:cs typeface="Arial"/>
                      </a:endParaRPr>
                    </a:p>
                  </a:txBody>
                  <a:tcPr marL="52578" marR="52578">
                    <a:lnL w="9735" cap="flat" cmpd="sng" algn="ctr">
                      <a:solidFill>
                        <a:srgbClr val="000000"/>
                      </a:solidFill>
                      <a:prstDash val="solid"/>
                      <a:round/>
                      <a:headEnd type="none" w="med" len="med"/>
                      <a:tailEnd type="none" w="med" len="med"/>
                    </a:lnL>
                    <a:lnR w="9735" cap="flat" cmpd="sng" algn="ctr">
                      <a:solidFill>
                        <a:srgbClr val="000000"/>
                      </a:solidFill>
                      <a:prstDash val="solid"/>
                      <a:round/>
                      <a:headEnd type="none" w="med" len="med"/>
                      <a:tailEnd type="none" w="med" len="med"/>
                    </a:lnR>
                    <a:lnT w="9735" cap="flat" cmpd="sng" algn="ctr">
                      <a:solidFill>
                        <a:srgbClr val="000000"/>
                      </a:solidFill>
                      <a:prstDash val="solid"/>
                      <a:round/>
                      <a:headEnd type="none" w="med" len="med"/>
                      <a:tailEnd type="none" w="med" len="med"/>
                    </a:lnT>
                    <a:lnB w="9735" cap="flat" cmpd="sng" algn="ctr">
                      <a:solidFill>
                        <a:srgbClr val="000000"/>
                      </a:solidFill>
                      <a:prstDash val="solid"/>
                      <a:round/>
                      <a:headEnd type="none" w="med" len="med"/>
                      <a:tailEnd type="none" w="med" len="med"/>
                    </a:lnB>
                    <a:noFill/>
                  </a:tcPr>
                </a:tc>
                <a:tc>
                  <a:txBody>
                    <a:bodyPr/>
                    <a:lstStyle/>
                    <a:p>
                      <a:pPr marL="0" marR="0" indent="0" algn="ctr" rtl="0" fontAlgn="base">
                        <a:buNone/>
                      </a:pPr>
                      <a:r>
                        <a:rPr lang="en-US" sz="1800" b="0" i="0">
                          <a:solidFill>
                            <a:srgbClr val="000000"/>
                          </a:solidFill>
                          <a:effectLst/>
                          <a:latin typeface="Arial"/>
                          <a:cs typeface="Arial"/>
                        </a:rPr>
                        <a:t>10%</a:t>
                      </a:r>
                      <a:endParaRPr lang="en-US" sz="900" b="0" i="0">
                        <a:solidFill>
                          <a:srgbClr val="000000"/>
                        </a:solidFill>
                        <a:effectLst/>
                        <a:latin typeface="Arial"/>
                        <a:cs typeface="Arial"/>
                      </a:endParaRPr>
                    </a:p>
                  </a:txBody>
                  <a:tcPr marL="52578" marR="52578">
                    <a:lnL w="9735" cap="flat" cmpd="sng" algn="ctr">
                      <a:solidFill>
                        <a:srgbClr val="000000"/>
                      </a:solidFill>
                      <a:prstDash val="solid"/>
                      <a:round/>
                      <a:headEnd type="none" w="med" len="med"/>
                      <a:tailEnd type="none" w="med" len="med"/>
                    </a:lnL>
                    <a:lnR w="9735" cap="flat" cmpd="sng" algn="ctr">
                      <a:solidFill>
                        <a:srgbClr val="000000"/>
                      </a:solidFill>
                      <a:prstDash val="solid"/>
                      <a:round/>
                      <a:headEnd type="none" w="med" len="med"/>
                      <a:tailEnd type="none" w="med" len="med"/>
                    </a:lnR>
                    <a:lnT w="9735" cap="flat" cmpd="sng" algn="ctr">
                      <a:solidFill>
                        <a:srgbClr val="000000"/>
                      </a:solidFill>
                      <a:prstDash val="solid"/>
                      <a:round/>
                      <a:headEnd type="none" w="med" len="med"/>
                      <a:tailEnd type="none" w="med" len="med"/>
                    </a:lnT>
                    <a:lnB w="9735" cap="flat" cmpd="sng" algn="ctr">
                      <a:solidFill>
                        <a:srgbClr val="000000"/>
                      </a:solidFill>
                      <a:prstDash val="solid"/>
                      <a:round/>
                      <a:headEnd type="none" w="med" len="med"/>
                      <a:tailEnd type="none" w="med" len="med"/>
                    </a:lnB>
                    <a:noFill/>
                  </a:tcPr>
                </a:tc>
                <a:tc>
                  <a:txBody>
                    <a:bodyPr/>
                    <a:lstStyle/>
                    <a:p>
                      <a:pPr marL="0" marR="0" indent="0" algn="ctr" rtl="0" fontAlgn="base">
                        <a:buNone/>
                      </a:pPr>
                      <a:r>
                        <a:rPr lang="en-US" sz="1800" b="0" i="0">
                          <a:solidFill>
                            <a:srgbClr val="000000"/>
                          </a:solidFill>
                          <a:effectLst/>
                          <a:latin typeface="Arial"/>
                          <a:cs typeface="Arial"/>
                        </a:rPr>
                        <a:t>Accommodates project </a:t>
                      </a:r>
                      <a:r>
                        <a:rPr lang="en-US" sz="1800" b="1" i="0">
                          <a:solidFill>
                            <a:srgbClr val="000000"/>
                          </a:solidFill>
                          <a:effectLst/>
                          <a:latin typeface="Arial"/>
                          <a:cs typeface="Arial"/>
                        </a:rPr>
                        <a:t>timeline</a:t>
                      </a:r>
                    </a:p>
                  </a:txBody>
                  <a:tcPr marL="52578" marR="52578">
                    <a:lnL w="9735" cap="flat" cmpd="sng" algn="ctr">
                      <a:solidFill>
                        <a:srgbClr val="000000"/>
                      </a:solidFill>
                      <a:prstDash val="solid"/>
                      <a:round/>
                      <a:headEnd type="none" w="med" len="med"/>
                      <a:tailEnd type="none" w="med" len="med"/>
                    </a:lnL>
                    <a:lnR w="9735" cap="flat" cmpd="sng" algn="ctr">
                      <a:solidFill>
                        <a:srgbClr val="000000"/>
                      </a:solidFill>
                      <a:prstDash val="solid"/>
                      <a:round/>
                      <a:headEnd type="none" w="med" len="med"/>
                      <a:tailEnd type="none" w="med" len="med"/>
                    </a:lnR>
                    <a:lnT w="9735" cap="flat" cmpd="sng" algn="ctr">
                      <a:solidFill>
                        <a:srgbClr val="000000"/>
                      </a:solidFill>
                      <a:prstDash val="solid"/>
                      <a:round/>
                      <a:headEnd type="none" w="med" len="med"/>
                      <a:tailEnd type="none" w="med" len="med"/>
                    </a:lnT>
                    <a:lnB w="973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9190326"/>
                  </a:ext>
                </a:extLst>
              </a:tr>
              <a:tr h="683314">
                <a:tc>
                  <a:txBody>
                    <a:bodyPr/>
                    <a:lstStyle/>
                    <a:p>
                      <a:pPr marL="0" marR="0" indent="0" algn="l" rtl="0" fontAlgn="base">
                        <a:buNone/>
                      </a:pPr>
                      <a:r>
                        <a:rPr lang="en-US" sz="1800" b="1" i="0">
                          <a:solidFill>
                            <a:srgbClr val="000000"/>
                          </a:solidFill>
                          <a:effectLst/>
                          <a:latin typeface="Arial"/>
                          <a:cs typeface="Arial"/>
                        </a:rPr>
                        <a:t>Durability</a:t>
                      </a:r>
                      <a:endParaRPr lang="en-US" sz="900" b="1" i="0">
                        <a:solidFill>
                          <a:srgbClr val="FFFFFF"/>
                        </a:solidFill>
                        <a:effectLst/>
                        <a:latin typeface="Arial"/>
                        <a:cs typeface="Arial"/>
                      </a:endParaRPr>
                    </a:p>
                  </a:txBody>
                  <a:tcPr marL="52578" marR="52578">
                    <a:lnL w="9735" cap="flat" cmpd="sng" algn="ctr">
                      <a:solidFill>
                        <a:srgbClr val="000000"/>
                      </a:solidFill>
                      <a:prstDash val="solid"/>
                      <a:round/>
                      <a:headEnd type="none" w="med" len="med"/>
                      <a:tailEnd type="none" w="med" len="med"/>
                    </a:lnL>
                    <a:lnR w="9735" cap="flat" cmpd="sng" algn="ctr">
                      <a:solidFill>
                        <a:srgbClr val="000000"/>
                      </a:solidFill>
                      <a:prstDash val="solid"/>
                      <a:round/>
                      <a:headEnd type="none" w="med" len="med"/>
                      <a:tailEnd type="none" w="med" len="med"/>
                    </a:lnR>
                    <a:lnT w="9735" cap="flat" cmpd="sng" algn="ctr">
                      <a:solidFill>
                        <a:srgbClr val="000000"/>
                      </a:solidFill>
                      <a:prstDash val="solid"/>
                      <a:round/>
                      <a:headEnd type="none" w="med" len="med"/>
                      <a:tailEnd type="none" w="med" len="med"/>
                    </a:lnT>
                    <a:lnB w="9735" cap="flat" cmpd="sng" algn="ctr">
                      <a:solidFill>
                        <a:srgbClr val="000000"/>
                      </a:solidFill>
                      <a:prstDash val="solid"/>
                      <a:round/>
                      <a:headEnd type="none" w="med" len="med"/>
                      <a:tailEnd type="none" w="med" len="med"/>
                    </a:lnB>
                    <a:solidFill>
                      <a:srgbClr val="BFBFBF"/>
                    </a:solidFill>
                  </a:tcPr>
                </a:tc>
                <a:tc>
                  <a:txBody>
                    <a:bodyPr/>
                    <a:lstStyle/>
                    <a:p>
                      <a:pPr marL="0" marR="0" indent="0" algn="ctr" rtl="0" fontAlgn="base">
                        <a:buNone/>
                      </a:pPr>
                      <a:r>
                        <a:rPr lang="en-US" sz="1800" b="0" i="0">
                          <a:solidFill>
                            <a:srgbClr val="000000"/>
                          </a:solidFill>
                          <a:effectLst/>
                          <a:latin typeface="Arial"/>
                          <a:cs typeface="Arial"/>
                        </a:rPr>
                        <a:t>25%</a:t>
                      </a:r>
                      <a:endParaRPr lang="en-US" sz="900" b="0" i="0">
                        <a:solidFill>
                          <a:srgbClr val="000000"/>
                        </a:solidFill>
                        <a:effectLst/>
                        <a:latin typeface="Arial"/>
                        <a:cs typeface="Arial"/>
                      </a:endParaRPr>
                    </a:p>
                  </a:txBody>
                  <a:tcPr marL="52578" marR="52578">
                    <a:lnL w="9735" cap="flat" cmpd="sng" algn="ctr">
                      <a:solidFill>
                        <a:srgbClr val="000000"/>
                      </a:solidFill>
                      <a:prstDash val="solid"/>
                      <a:round/>
                      <a:headEnd type="none" w="med" len="med"/>
                      <a:tailEnd type="none" w="med" len="med"/>
                    </a:lnL>
                    <a:lnR w="9735" cap="flat" cmpd="sng" algn="ctr">
                      <a:solidFill>
                        <a:srgbClr val="000000"/>
                      </a:solidFill>
                      <a:prstDash val="solid"/>
                      <a:round/>
                      <a:headEnd type="none" w="med" len="med"/>
                      <a:tailEnd type="none" w="med" len="med"/>
                    </a:lnR>
                    <a:lnT w="9735" cap="flat" cmpd="sng" algn="ctr">
                      <a:solidFill>
                        <a:srgbClr val="000000"/>
                      </a:solidFill>
                      <a:prstDash val="solid"/>
                      <a:round/>
                      <a:headEnd type="none" w="med" len="med"/>
                      <a:tailEnd type="none" w="med" len="med"/>
                    </a:lnT>
                    <a:lnB w="9735" cap="flat" cmpd="sng" algn="ctr">
                      <a:solidFill>
                        <a:srgbClr val="000000"/>
                      </a:solidFill>
                      <a:prstDash val="solid"/>
                      <a:round/>
                      <a:headEnd type="none" w="med" len="med"/>
                      <a:tailEnd type="none" w="med" len="med"/>
                    </a:lnB>
                    <a:solidFill>
                      <a:srgbClr val="BFBFBF"/>
                    </a:solidFill>
                  </a:tcPr>
                </a:tc>
                <a:tc>
                  <a:txBody>
                    <a:bodyPr/>
                    <a:lstStyle/>
                    <a:p>
                      <a:pPr marL="0" marR="0" lvl="0" indent="0" algn="ctr">
                        <a:buNone/>
                      </a:pPr>
                      <a:r>
                        <a:rPr lang="en-US" sz="1800" b="0" i="0">
                          <a:solidFill>
                            <a:srgbClr val="000000"/>
                          </a:solidFill>
                          <a:effectLst/>
                          <a:latin typeface="Arial"/>
                          <a:cs typeface="Arial"/>
                        </a:rPr>
                        <a:t>Minimizes risk of failure given different flight conditions or </a:t>
                      </a:r>
                      <a:r>
                        <a:rPr lang="en-US" sz="1800" b="1" i="0">
                          <a:solidFill>
                            <a:srgbClr val="000000"/>
                          </a:solidFill>
                          <a:effectLst/>
                          <a:latin typeface="Arial"/>
                          <a:cs typeface="Arial"/>
                        </a:rPr>
                        <a:t>collisions</a:t>
                      </a:r>
                      <a:endParaRPr lang="en-US" b="1">
                        <a:latin typeface="Arial"/>
                        <a:cs typeface="Arial"/>
                      </a:endParaRPr>
                    </a:p>
                  </a:txBody>
                  <a:tcPr marL="52578" marR="52578">
                    <a:lnL w="9735" cap="flat" cmpd="sng" algn="ctr">
                      <a:solidFill>
                        <a:srgbClr val="000000"/>
                      </a:solidFill>
                      <a:prstDash val="solid"/>
                      <a:round/>
                      <a:headEnd type="none" w="med" len="med"/>
                      <a:tailEnd type="none" w="med" len="med"/>
                    </a:lnL>
                    <a:lnR w="9735" cap="flat" cmpd="sng" algn="ctr">
                      <a:solidFill>
                        <a:srgbClr val="000000"/>
                      </a:solidFill>
                      <a:prstDash val="solid"/>
                      <a:round/>
                      <a:headEnd type="none" w="med" len="med"/>
                      <a:tailEnd type="none" w="med" len="med"/>
                    </a:lnR>
                    <a:lnT w="9735" cap="flat" cmpd="sng" algn="ctr">
                      <a:solidFill>
                        <a:srgbClr val="000000"/>
                      </a:solidFill>
                      <a:prstDash val="solid"/>
                      <a:round/>
                      <a:headEnd type="none" w="med" len="med"/>
                      <a:tailEnd type="none" w="med" len="med"/>
                    </a:lnT>
                    <a:lnB w="9735"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427499283"/>
                  </a:ext>
                </a:extLst>
              </a:tr>
            </a:tbl>
          </a:graphicData>
        </a:graphic>
      </p:graphicFrame>
      <p:grpSp>
        <p:nvGrpSpPr>
          <p:cNvPr id="16" name="Trade Studies Bar - 1 Propulsion">
            <a:extLst>
              <a:ext uri="{FF2B5EF4-FFF2-40B4-BE49-F238E27FC236}">
                <a16:creationId xmlns:a16="http://schemas.microsoft.com/office/drawing/2014/main" id="{38394861-7407-4FF8-92E4-4545B6773DBD}"/>
              </a:ext>
            </a:extLst>
          </p:cNvPr>
          <p:cNvGrpSpPr/>
          <p:nvPr/>
        </p:nvGrpSpPr>
        <p:grpSpPr>
          <a:xfrm>
            <a:off x="814349" y="6570022"/>
            <a:ext cx="10563301" cy="276999"/>
            <a:chOff x="790698" y="5902391"/>
            <a:chExt cx="10563301" cy="276999"/>
          </a:xfrm>
        </p:grpSpPr>
        <p:sp>
          <p:nvSpPr>
            <p:cNvPr id="6" name="Segment 0 - Trade Studies">
              <a:extLst>
                <a:ext uri="{FF2B5EF4-FFF2-40B4-BE49-F238E27FC236}">
                  <a16:creationId xmlns:a16="http://schemas.microsoft.com/office/drawing/2014/main" id="{DBA9346A-7A0A-1D94-BFE1-77338EA1693B}"/>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8" name="Segment 1 - Propulsion">
              <a:extLst>
                <a:ext uri="{FF2B5EF4-FFF2-40B4-BE49-F238E27FC236}">
                  <a16:creationId xmlns:a16="http://schemas.microsoft.com/office/drawing/2014/main" id="{FC299963-E034-1C51-FB16-75E146782010}"/>
                </a:ext>
              </a:extLst>
            </p:cNvPr>
            <p:cNvSpPr/>
            <p:nvPr/>
          </p:nvSpPr>
          <p:spPr>
            <a:xfrm>
              <a:off x="268951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Propulsion</a:t>
              </a:r>
            </a:p>
          </p:txBody>
        </p:sp>
        <p:sp>
          <p:nvSpPr>
            <p:cNvPr id="10" name="Segment 2 - Power Systems">
              <a:extLst>
                <a:ext uri="{FF2B5EF4-FFF2-40B4-BE49-F238E27FC236}">
                  <a16:creationId xmlns:a16="http://schemas.microsoft.com/office/drawing/2014/main" id="{063BB7E2-2222-B891-4947-813CDCBBDE9C}"/>
                </a:ext>
              </a:extLst>
            </p:cNvPr>
            <p:cNvSpPr/>
            <p:nvPr/>
          </p:nvSpPr>
          <p:spPr>
            <a:xfrm>
              <a:off x="4410130" y="5902391"/>
              <a:ext cx="1782024" cy="276999"/>
            </a:xfrm>
            <a:prstGeom prst="chevron">
              <a:avLst>
                <a:gd name="adj" fmla="val 33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chemeClr val="bg1"/>
                  </a:solidFill>
                  <a:latin typeface="Calibri"/>
                </a:rPr>
                <a:t>Power Systems</a:t>
              </a:r>
              <a:endParaRPr lang="en-US" sz="1050" b="0">
                <a:solidFill>
                  <a:schemeClr val="bg1"/>
                </a:solidFill>
                <a:latin typeface="Calibri"/>
                <a:ea typeface="Calibri"/>
                <a:cs typeface="Calibri"/>
              </a:endParaRPr>
            </a:p>
          </p:txBody>
        </p:sp>
        <p:sp>
          <p:nvSpPr>
            <p:cNvPr id="12" name="Segment 3 - Airframe">
              <a:extLst>
                <a:ext uri="{FF2B5EF4-FFF2-40B4-BE49-F238E27FC236}">
                  <a16:creationId xmlns:a16="http://schemas.microsoft.com/office/drawing/2014/main" id="{1BC3BBD1-7D61-4A0E-F53E-551E0965A837}"/>
                </a:ext>
              </a:extLst>
            </p:cNvPr>
            <p:cNvSpPr/>
            <p:nvPr/>
          </p:nvSpPr>
          <p:spPr>
            <a:xfrm>
              <a:off x="613074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Airframe</a:t>
              </a:r>
            </a:p>
          </p:txBody>
        </p:sp>
        <p:sp>
          <p:nvSpPr>
            <p:cNvPr id="13" name="Segment 4 - GNC">
              <a:extLst>
                <a:ext uri="{FF2B5EF4-FFF2-40B4-BE49-F238E27FC236}">
                  <a16:creationId xmlns:a16="http://schemas.microsoft.com/office/drawing/2014/main" id="{DCE6065A-6C89-E94C-3062-ED5DE390D994}"/>
                </a:ext>
              </a:extLst>
            </p:cNvPr>
            <p:cNvSpPr/>
            <p:nvPr/>
          </p:nvSpPr>
          <p:spPr>
            <a:xfrm>
              <a:off x="785136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GNC</a:t>
              </a:r>
            </a:p>
          </p:txBody>
        </p:sp>
        <p:sp>
          <p:nvSpPr>
            <p:cNvPr id="14" name="Segment 5 - Avionics">
              <a:extLst>
                <a:ext uri="{FF2B5EF4-FFF2-40B4-BE49-F238E27FC236}">
                  <a16:creationId xmlns:a16="http://schemas.microsoft.com/office/drawing/2014/main" id="{71A41893-DA71-1802-2CD2-BF1FF7B70C28}"/>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Tree>
    <p:extLst>
      <p:ext uri="{BB962C8B-B14F-4D97-AF65-F5344CB8AC3E}">
        <p14:creationId xmlns:p14="http://schemas.microsoft.com/office/powerpoint/2010/main" val="22788031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A6185-FFB9-B4AA-AE3A-348037139F0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87CD9C9-1E84-9701-7526-116F50360809}"/>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1F709423-CEBF-7F86-AC6F-5E40EB331211}"/>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407338B0-D25F-8C7E-35D6-2ED9AB13A549}"/>
              </a:ext>
            </a:extLst>
          </p:cNvPr>
          <p:cNvSpPr txBox="1"/>
          <p:nvPr/>
        </p:nvSpPr>
        <p:spPr>
          <a:xfrm>
            <a:off x="1281748" y="378495"/>
            <a:ext cx="9072438" cy="616956"/>
          </a:xfrm>
          <a:prstGeom prst="rect">
            <a:avLst/>
          </a:prstGeom>
          <a:noFill/>
          <a:ln/>
        </p:spPr>
        <p:txBody>
          <a:bodyPr wrap="square" lIns="0" tIns="0" rIns="0" bIns="0" rtlCol="0" anchor="ctr"/>
          <a:lstStyle/>
          <a:p>
            <a:r>
              <a:rPr lang="en-US" sz="2800" b="1" kern="0" spc="100">
                <a:solidFill>
                  <a:srgbClr val="2B2A28"/>
                </a:solidFill>
                <a:latin typeface="Arial"/>
                <a:cs typeface="Arial"/>
              </a:rPr>
              <a:t>Summary of Trade Results: PCB Voltage Separation</a:t>
            </a:r>
          </a:p>
        </p:txBody>
      </p:sp>
      <p:sp>
        <p:nvSpPr>
          <p:cNvPr id="5" name="Shape 2">
            <a:extLst>
              <a:ext uri="{FF2B5EF4-FFF2-40B4-BE49-F238E27FC236}">
                <a16:creationId xmlns:a16="http://schemas.microsoft.com/office/drawing/2014/main" id="{CE355F29-417F-E60A-BC67-DE1303B534E9}"/>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DFA0049C-5514-56BE-5E4E-C3F23F54F774}"/>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7" name="Text 4">
            <a:extLst>
              <a:ext uri="{FF2B5EF4-FFF2-40B4-BE49-F238E27FC236}">
                <a16:creationId xmlns:a16="http://schemas.microsoft.com/office/drawing/2014/main" id="{F1FDDC05-A098-D1C4-AD1D-AB04C86E375C}"/>
              </a:ext>
            </a:extLst>
          </p:cNvPr>
          <p:cNvSpPr txBox="1"/>
          <p:nvPr/>
        </p:nvSpPr>
        <p:spPr>
          <a:xfrm>
            <a:off x="116685" y="1718676"/>
            <a:ext cx="4396741" cy="3945588"/>
          </a:xfrm>
          <a:prstGeom prst="rect">
            <a:avLst/>
          </a:prstGeom>
          <a:noFill/>
          <a:ln/>
        </p:spPr>
        <p:txBody>
          <a:bodyPr wrap="square" lIns="0" tIns="0" rIns="0" bIns="0" rtlCol="0" anchor="t"/>
          <a:lstStyle/>
          <a:p>
            <a:pPr>
              <a:lnSpc>
                <a:spcPct val="105000"/>
              </a:lnSpc>
              <a:spcAft>
                <a:spcPts val="600"/>
              </a:spcAft>
            </a:pPr>
            <a:r>
              <a:rPr lang="en-US" sz="1600">
                <a:latin typeface="Arial"/>
                <a:ea typeface="Calibri"/>
                <a:cs typeface="Arial"/>
              </a:rPr>
              <a:t>Final decision:</a:t>
            </a:r>
          </a:p>
          <a:p>
            <a:pPr marL="285750" indent="-285750">
              <a:lnSpc>
                <a:spcPct val="105000"/>
              </a:lnSpc>
              <a:spcAft>
                <a:spcPts val="600"/>
              </a:spcAft>
              <a:buFont typeface="Arial"/>
              <a:buChar char="•"/>
            </a:pPr>
            <a:r>
              <a:rPr lang="en-US" sz="1600" b="1">
                <a:latin typeface="Arial"/>
                <a:ea typeface="Calibri"/>
                <a:cs typeface="Arial"/>
              </a:rPr>
              <a:t>Perfboard</a:t>
            </a:r>
            <a:r>
              <a:rPr lang="en-US" sz="1600">
                <a:latin typeface="Arial"/>
                <a:ea typeface="Calibri"/>
                <a:cs typeface="Arial"/>
              </a:rPr>
              <a:t> to prototype the circuit design: low cost and ease of repetitive designs </a:t>
            </a:r>
          </a:p>
          <a:p>
            <a:pPr marL="742950" lvl="1" indent="-285750">
              <a:lnSpc>
                <a:spcPct val="105000"/>
              </a:lnSpc>
              <a:spcAft>
                <a:spcPts val="600"/>
              </a:spcAft>
              <a:buFont typeface="Courier New"/>
              <a:buChar char="o"/>
            </a:pPr>
            <a:r>
              <a:rPr lang="en-US" sz="1600">
                <a:latin typeface="Arial"/>
                <a:ea typeface="Calibri"/>
                <a:cs typeface="Arial"/>
              </a:rPr>
              <a:t>Similar to a permanent breadboard</a:t>
            </a:r>
          </a:p>
          <a:p>
            <a:pPr marL="285750" indent="-285750">
              <a:lnSpc>
                <a:spcPct val="105000"/>
              </a:lnSpc>
              <a:spcAft>
                <a:spcPts val="600"/>
              </a:spcAft>
              <a:buFont typeface="Arial"/>
              <a:buChar char="•"/>
            </a:pPr>
            <a:r>
              <a:rPr lang="en-US" sz="1600" b="1">
                <a:latin typeface="Arial"/>
                <a:ea typeface="Calibri"/>
                <a:cs typeface="Arial"/>
              </a:rPr>
              <a:t>3D printed PCB</a:t>
            </a:r>
            <a:r>
              <a:rPr lang="en-US" sz="1600">
                <a:latin typeface="Arial"/>
                <a:ea typeface="Calibri"/>
                <a:cs typeface="Arial"/>
              </a:rPr>
              <a:t> for final design: permanent, more durable solution.</a:t>
            </a:r>
            <a:endParaRPr lang="en-US" sz="1600">
              <a:latin typeface="Arial"/>
              <a:cs typeface="Arial"/>
            </a:endParaRPr>
          </a:p>
          <a:p>
            <a:pPr marL="285750" indent="-285750">
              <a:lnSpc>
                <a:spcPct val="105000"/>
              </a:lnSpc>
              <a:spcAft>
                <a:spcPts val="600"/>
              </a:spcAft>
              <a:buFont typeface="Arial"/>
              <a:buChar char="•"/>
            </a:pPr>
            <a:endParaRPr lang="en-US" sz="1600">
              <a:latin typeface="Arial"/>
              <a:ea typeface="Calibri"/>
              <a:cs typeface="Arial"/>
            </a:endParaRPr>
          </a:p>
          <a:p>
            <a:pPr>
              <a:lnSpc>
                <a:spcPct val="105000"/>
              </a:lnSpc>
              <a:spcAft>
                <a:spcPts val="600"/>
              </a:spcAft>
            </a:pPr>
            <a:r>
              <a:rPr lang="en-US" sz="1600">
                <a:latin typeface="Arial"/>
                <a:ea typeface="Calibri"/>
                <a:cs typeface="Arial"/>
              </a:rPr>
              <a:t>Both options had similar final scores that were the highest (</a:t>
            </a:r>
            <a:r>
              <a:rPr lang="en-US" sz="1600" b="1">
                <a:latin typeface="Arial"/>
                <a:ea typeface="Calibri"/>
                <a:cs typeface="Arial"/>
              </a:rPr>
              <a:t>3.85 and 3.75</a:t>
            </a:r>
            <a:r>
              <a:rPr lang="en-US" sz="1600">
                <a:latin typeface="Arial"/>
                <a:ea typeface="Calibri"/>
                <a:cs typeface="Arial"/>
              </a:rPr>
              <a:t>)</a:t>
            </a:r>
          </a:p>
          <a:p>
            <a:pPr marL="342900" indent="-342900">
              <a:lnSpc>
                <a:spcPct val="105000"/>
              </a:lnSpc>
              <a:spcAft>
                <a:spcPts val="600"/>
              </a:spcAft>
              <a:buSzPct val="100000"/>
              <a:buFont typeface="Arial"/>
              <a:buChar char="•"/>
            </a:pPr>
            <a:endParaRPr lang="en-US" sz="1400">
              <a:latin typeface="Arial"/>
              <a:ea typeface="Calibri"/>
              <a:cs typeface="Arial"/>
            </a:endParaRPr>
          </a:p>
        </p:txBody>
      </p:sp>
      <p:sp>
        <p:nvSpPr>
          <p:cNvPr id="13" name="Text 9">
            <a:extLst>
              <a:ext uri="{FF2B5EF4-FFF2-40B4-BE49-F238E27FC236}">
                <a16:creationId xmlns:a16="http://schemas.microsoft.com/office/drawing/2014/main" id="{D73CBEB9-AB04-6101-B46B-6A701880286E}"/>
              </a:ext>
            </a:extLst>
          </p:cNvPr>
          <p:cNvSpPr txBox="1"/>
          <p:nvPr/>
        </p:nvSpPr>
        <p:spPr>
          <a:xfrm>
            <a:off x="11367580" y="6492240"/>
            <a:ext cx="365760" cy="274320"/>
          </a:xfrm>
          <a:prstGeom prst="rect">
            <a:avLst/>
          </a:prstGeom>
          <a:noFill/>
          <a:ln/>
        </p:spPr>
        <p:txBody>
          <a:bodyPr wrap="square" lIns="0" tIns="0" rIns="0" bIns="0" rtlCol="0" anchor="ctr"/>
          <a:lstStyle/>
          <a:p>
            <a:pPr marL="0" indent="0" algn="r">
              <a:buNone/>
            </a:pPr>
            <a:r>
              <a:rPr lang="en-US" sz="900">
                <a:solidFill>
                  <a:srgbClr val="8A857C"/>
                </a:solidFill>
                <a:latin typeface="Arial" pitchFamily="34" charset="0"/>
                <a:ea typeface="Arial" pitchFamily="34" charset="-122"/>
                <a:cs typeface="Arial" pitchFamily="34" charset="-120"/>
              </a:rPr>
              <a:t>4</a:t>
            </a:r>
            <a:endParaRPr lang="en-US" sz="900"/>
          </a:p>
        </p:txBody>
      </p:sp>
      <p:graphicFrame>
        <p:nvGraphicFramePr>
          <p:cNvPr id="9" name="Table 8">
            <a:extLst>
              <a:ext uri="{FF2B5EF4-FFF2-40B4-BE49-F238E27FC236}">
                <a16:creationId xmlns:a16="http://schemas.microsoft.com/office/drawing/2014/main" id="{524C923D-EE66-92D0-FD30-22744E3D91EA}"/>
              </a:ext>
            </a:extLst>
          </p:cNvPr>
          <p:cNvGraphicFramePr>
            <a:graphicFrameLocks noGrp="1"/>
          </p:cNvGraphicFramePr>
          <p:nvPr>
            <p:extLst>
              <p:ext uri="{D42A27DB-BD31-4B8C-83A1-F6EECF244321}">
                <p14:modId xmlns:p14="http://schemas.microsoft.com/office/powerpoint/2010/main" val="3711126450"/>
              </p:ext>
            </p:extLst>
          </p:nvPr>
        </p:nvGraphicFramePr>
        <p:xfrm>
          <a:off x="4514126" y="1186405"/>
          <a:ext cx="7441289" cy="5063885"/>
        </p:xfrm>
        <a:graphic>
          <a:graphicData uri="http://schemas.openxmlformats.org/drawingml/2006/table">
            <a:tbl>
              <a:tblPr firstRow="1" firstCol="1" bandRow="1">
                <a:tableStyleId>{5C22544A-7EE6-4342-B048-85BDC9FD1C3A}</a:tableStyleId>
              </a:tblPr>
              <a:tblGrid>
                <a:gridCol w="1701451">
                  <a:extLst>
                    <a:ext uri="{9D8B030D-6E8A-4147-A177-3AD203B41FA5}">
                      <a16:colId xmlns:a16="http://schemas.microsoft.com/office/drawing/2014/main" val="4049155964"/>
                    </a:ext>
                  </a:extLst>
                </a:gridCol>
                <a:gridCol w="969065">
                  <a:extLst>
                    <a:ext uri="{9D8B030D-6E8A-4147-A177-3AD203B41FA5}">
                      <a16:colId xmlns:a16="http://schemas.microsoft.com/office/drawing/2014/main" val="2379225997"/>
                    </a:ext>
                  </a:extLst>
                </a:gridCol>
                <a:gridCol w="1056032">
                  <a:extLst>
                    <a:ext uri="{9D8B030D-6E8A-4147-A177-3AD203B41FA5}">
                      <a16:colId xmlns:a16="http://schemas.microsoft.com/office/drawing/2014/main" val="1971916743"/>
                    </a:ext>
                  </a:extLst>
                </a:gridCol>
                <a:gridCol w="1167843">
                  <a:extLst>
                    <a:ext uri="{9D8B030D-6E8A-4147-A177-3AD203B41FA5}">
                      <a16:colId xmlns:a16="http://schemas.microsoft.com/office/drawing/2014/main" val="6781220"/>
                    </a:ext>
                  </a:extLst>
                </a:gridCol>
                <a:gridCol w="1217543">
                  <a:extLst>
                    <a:ext uri="{9D8B030D-6E8A-4147-A177-3AD203B41FA5}">
                      <a16:colId xmlns:a16="http://schemas.microsoft.com/office/drawing/2014/main" val="2666814999"/>
                    </a:ext>
                  </a:extLst>
                </a:gridCol>
                <a:gridCol w="1329355">
                  <a:extLst>
                    <a:ext uri="{9D8B030D-6E8A-4147-A177-3AD203B41FA5}">
                      <a16:colId xmlns:a16="http://schemas.microsoft.com/office/drawing/2014/main" val="58768408"/>
                    </a:ext>
                  </a:extLst>
                </a:gridCol>
              </a:tblGrid>
              <a:tr h="689159">
                <a:tc>
                  <a:txBody>
                    <a:bodyPr/>
                    <a:lstStyle/>
                    <a:p>
                      <a:pPr>
                        <a:buNone/>
                      </a:pPr>
                      <a:r>
                        <a:rPr lang="en-US">
                          <a:solidFill>
                            <a:srgbClr val="FFFFFF"/>
                          </a:solidFill>
                          <a:effectLst/>
                          <a:latin typeface="Arial"/>
                          <a:cs typeface="Arial"/>
                        </a:rPr>
                        <a:t>Criteria</a:t>
                      </a:r>
                      <a:endParaRPr lang="en-US">
                        <a:effectLst/>
                        <a:latin typeface="Arial"/>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buNone/>
                      </a:pPr>
                      <a:r>
                        <a:rPr lang="en-US">
                          <a:solidFill>
                            <a:srgbClr val="FFFFFF"/>
                          </a:solidFill>
                          <a:effectLst/>
                          <a:latin typeface="Arial"/>
                          <a:cs typeface="Arial"/>
                        </a:rPr>
                        <a:t>Weight (%)</a:t>
                      </a:r>
                      <a:endParaRPr lang="en-US">
                        <a:effectLst/>
                        <a:latin typeface="Arial"/>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buNone/>
                      </a:pPr>
                      <a:r>
                        <a:rPr lang="en-US">
                          <a:solidFill>
                            <a:srgbClr val="FFFFFF"/>
                          </a:solidFill>
                          <a:effectLst/>
                          <a:latin typeface="Arial"/>
                          <a:cs typeface="Arial"/>
                        </a:rPr>
                        <a:t>Custom PCB</a:t>
                      </a:r>
                      <a:endParaRPr lang="en-US">
                        <a:effectLst/>
                        <a:latin typeface="Arial"/>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buNone/>
                      </a:pPr>
                      <a:r>
                        <a:rPr lang="en-US">
                          <a:solidFill>
                            <a:srgbClr val="FFFFFF"/>
                          </a:solidFill>
                          <a:effectLst/>
                          <a:latin typeface="Arial"/>
                          <a:cs typeface="Arial"/>
                        </a:rPr>
                        <a:t>3D Printed PCB</a:t>
                      </a:r>
                      <a:endParaRPr lang="en-US">
                        <a:effectLst/>
                        <a:latin typeface="Arial"/>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buNone/>
                      </a:pPr>
                      <a:r>
                        <a:rPr lang="en-US">
                          <a:solidFill>
                            <a:srgbClr val="FFFFFF"/>
                          </a:solidFill>
                          <a:effectLst/>
                          <a:latin typeface="Arial"/>
                          <a:cs typeface="Arial"/>
                        </a:rPr>
                        <a:t>Perfboard</a:t>
                      </a:r>
                      <a:endParaRPr lang="en-US">
                        <a:effectLst/>
                        <a:latin typeface="Arial"/>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buNone/>
                      </a:pPr>
                      <a:r>
                        <a:rPr lang="en-US">
                          <a:solidFill>
                            <a:srgbClr val="FFFFFF"/>
                          </a:solidFill>
                          <a:effectLst/>
                          <a:latin typeface="Arial"/>
                          <a:cs typeface="Arial"/>
                        </a:rPr>
                        <a:t>Stripboard</a:t>
                      </a:r>
                      <a:endParaRPr lang="en-US">
                        <a:effectLst/>
                        <a:latin typeface="Arial"/>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3169308074"/>
                  </a:ext>
                </a:extLst>
              </a:tr>
              <a:tr h="689159">
                <a:tc>
                  <a:txBody>
                    <a:bodyPr/>
                    <a:lstStyle/>
                    <a:p>
                      <a:pPr>
                        <a:buNone/>
                      </a:pPr>
                      <a:endParaRPr lang="en-US">
                        <a:effectLst/>
                        <a:latin typeface="Arial"/>
                        <a:cs typeface="Arial"/>
                      </a:endParaRPr>
                    </a:p>
                    <a:p>
                      <a:pPr>
                        <a:buNone/>
                      </a:pPr>
                      <a:r>
                        <a:rPr lang="en-US">
                          <a:solidFill>
                            <a:srgbClr val="000000"/>
                          </a:solidFill>
                          <a:effectLst/>
                          <a:latin typeface="Arial"/>
                          <a:cs typeface="Arial"/>
                        </a:rPr>
                        <a:t>Cost</a:t>
                      </a:r>
                      <a:endParaRPr lang="en-US">
                        <a:effectLst/>
                        <a:latin typeface="Arial"/>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buNone/>
                      </a:pPr>
                      <a:endParaRPr lang="en-US">
                        <a:effectLst/>
                        <a:latin typeface="Arial"/>
                        <a:cs typeface="Arial"/>
                      </a:endParaRPr>
                    </a:p>
                    <a:p>
                      <a:pPr algn="ctr">
                        <a:buNone/>
                      </a:pPr>
                      <a:r>
                        <a:rPr lang="en-US">
                          <a:solidFill>
                            <a:srgbClr val="000000"/>
                          </a:solidFill>
                          <a:effectLst/>
                          <a:latin typeface="Arial"/>
                          <a:cs typeface="Arial"/>
                        </a:rPr>
                        <a:t>20%</a:t>
                      </a:r>
                      <a:endParaRPr lang="en-US">
                        <a:effectLst/>
                        <a:latin typeface="Arial"/>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buNone/>
                      </a:pPr>
                      <a:endParaRPr lang="en-US">
                        <a:effectLst/>
                        <a:latin typeface="Arial"/>
                        <a:cs typeface="Arial"/>
                      </a:endParaRPr>
                    </a:p>
                    <a:p>
                      <a:pPr algn="ctr">
                        <a:buNone/>
                      </a:pPr>
                      <a:r>
                        <a:rPr lang="en-US">
                          <a:solidFill>
                            <a:srgbClr val="000000"/>
                          </a:solidFill>
                          <a:effectLst/>
                          <a:latin typeface="Arial"/>
                          <a:cs typeface="Arial"/>
                        </a:rPr>
                        <a:t>1</a:t>
                      </a:r>
                      <a:endParaRPr lang="en-US">
                        <a:effectLst/>
                        <a:latin typeface="Arial"/>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buNone/>
                      </a:pPr>
                      <a:endParaRPr lang="en-US">
                        <a:effectLst/>
                        <a:latin typeface="Arial"/>
                        <a:cs typeface="Arial"/>
                      </a:endParaRPr>
                    </a:p>
                    <a:p>
                      <a:pPr algn="ctr">
                        <a:buNone/>
                      </a:pPr>
                      <a:r>
                        <a:rPr lang="en-US">
                          <a:solidFill>
                            <a:srgbClr val="000000"/>
                          </a:solidFill>
                          <a:effectLst/>
                          <a:latin typeface="Arial"/>
                          <a:cs typeface="Arial"/>
                        </a:rPr>
                        <a:t>4</a:t>
                      </a:r>
                      <a:endParaRPr lang="en-US">
                        <a:effectLst/>
                        <a:latin typeface="Arial"/>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buNone/>
                      </a:pPr>
                      <a:endParaRPr lang="en-US">
                        <a:effectLst/>
                        <a:latin typeface="Arial"/>
                        <a:cs typeface="Arial"/>
                      </a:endParaRPr>
                    </a:p>
                    <a:p>
                      <a:pPr algn="ctr">
                        <a:buNone/>
                      </a:pPr>
                      <a:r>
                        <a:rPr lang="en-US">
                          <a:solidFill>
                            <a:srgbClr val="000000"/>
                          </a:solidFill>
                          <a:effectLst/>
                          <a:latin typeface="Arial"/>
                          <a:cs typeface="Arial"/>
                        </a:rPr>
                        <a:t>5</a:t>
                      </a:r>
                      <a:endParaRPr lang="en-US">
                        <a:effectLst/>
                        <a:latin typeface="Arial"/>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buNone/>
                      </a:pPr>
                      <a:endParaRPr lang="en-US">
                        <a:effectLst/>
                        <a:latin typeface="Arial"/>
                        <a:cs typeface="Arial"/>
                      </a:endParaRPr>
                    </a:p>
                    <a:p>
                      <a:pPr algn="ctr">
                        <a:buNone/>
                      </a:pPr>
                      <a:r>
                        <a:rPr lang="en-US">
                          <a:solidFill>
                            <a:srgbClr val="000000"/>
                          </a:solidFill>
                          <a:effectLst/>
                          <a:latin typeface="Arial"/>
                          <a:cs typeface="Arial"/>
                        </a:rPr>
                        <a:t>4</a:t>
                      </a:r>
                      <a:endParaRPr lang="en-US">
                        <a:effectLst/>
                        <a:latin typeface="Arial"/>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302032094"/>
                  </a:ext>
                </a:extLst>
              </a:tr>
              <a:tr h="689159">
                <a:tc>
                  <a:txBody>
                    <a:bodyPr/>
                    <a:lstStyle/>
                    <a:p>
                      <a:pPr>
                        <a:buNone/>
                      </a:pPr>
                      <a:endParaRPr lang="en-US">
                        <a:effectLst/>
                        <a:latin typeface="Arial"/>
                        <a:cs typeface="Arial"/>
                      </a:endParaRPr>
                    </a:p>
                    <a:p>
                      <a:pPr lvl="0">
                        <a:buNone/>
                      </a:pPr>
                      <a:r>
                        <a:rPr lang="en-US">
                          <a:solidFill>
                            <a:schemeClr val="tx1"/>
                          </a:solidFill>
                          <a:effectLst/>
                          <a:latin typeface="Arial"/>
                          <a:cs typeface="Arial"/>
                        </a:rPr>
                        <a:t>Complexity</a:t>
                      </a:r>
                      <a:endParaRPr lang="en-US">
                        <a:solidFill>
                          <a:schemeClr val="tx1"/>
                        </a:solidFill>
                        <a:latin typeface="Arial"/>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endParaRPr lang="en-US">
                        <a:effectLst/>
                        <a:latin typeface="Arial"/>
                        <a:cs typeface="Arial"/>
                      </a:endParaRPr>
                    </a:p>
                    <a:p>
                      <a:pPr algn="ctr">
                        <a:buNone/>
                      </a:pPr>
                      <a:r>
                        <a:rPr lang="en-US">
                          <a:effectLst/>
                          <a:latin typeface="Arial"/>
                          <a:cs typeface="Arial"/>
                        </a:rPr>
                        <a:t>20%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endParaRPr lang="en-US">
                        <a:effectLst/>
                        <a:latin typeface="Arial"/>
                        <a:cs typeface="Arial"/>
                      </a:endParaRPr>
                    </a:p>
                    <a:p>
                      <a:pPr algn="ctr">
                        <a:buNone/>
                      </a:pPr>
                      <a:r>
                        <a:rPr lang="en-US">
                          <a:effectLst/>
                          <a:latin typeface="Arial"/>
                          <a:cs typeface="Arial"/>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endParaRPr lang="en-US">
                        <a:effectLst/>
                        <a:latin typeface="Arial"/>
                        <a:cs typeface="Arial"/>
                      </a:endParaRPr>
                    </a:p>
                    <a:p>
                      <a:pPr algn="ctr">
                        <a:buNone/>
                      </a:pPr>
                      <a:r>
                        <a:rPr lang="en-US">
                          <a:effectLst/>
                          <a:latin typeface="Arial"/>
                          <a:cs typeface="Arial"/>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endParaRPr lang="en-US">
                        <a:effectLst/>
                        <a:latin typeface="Arial"/>
                        <a:cs typeface="Arial"/>
                      </a:endParaRPr>
                    </a:p>
                    <a:p>
                      <a:pPr algn="ctr">
                        <a:buNone/>
                      </a:pPr>
                      <a:r>
                        <a:rPr lang="en-US">
                          <a:effectLst/>
                          <a:latin typeface="Arial"/>
                          <a:cs typeface="Arial"/>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endParaRPr lang="en-US">
                        <a:effectLst/>
                        <a:latin typeface="Arial"/>
                        <a:cs typeface="Arial"/>
                      </a:endParaRPr>
                    </a:p>
                    <a:p>
                      <a:pPr algn="ctr">
                        <a:buNone/>
                      </a:pPr>
                      <a:r>
                        <a:rPr lang="en-US">
                          <a:effectLst/>
                          <a:latin typeface="Arial"/>
                          <a:cs typeface="Arial"/>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23833726"/>
                  </a:ext>
                </a:extLst>
              </a:tr>
              <a:tr h="689159">
                <a:tc>
                  <a:txBody>
                    <a:bodyPr/>
                    <a:lstStyle/>
                    <a:p>
                      <a:pPr>
                        <a:buNone/>
                      </a:pPr>
                      <a:r>
                        <a:rPr lang="en-US">
                          <a:solidFill>
                            <a:srgbClr val="000000"/>
                          </a:solidFill>
                          <a:effectLst/>
                          <a:latin typeface="Arial"/>
                          <a:cs typeface="Arial"/>
                        </a:rPr>
                        <a:t>Ability to Prototype</a:t>
                      </a:r>
                      <a:endParaRPr lang="en-US">
                        <a:effectLst/>
                        <a:latin typeface="Arial"/>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buNone/>
                      </a:pPr>
                      <a:endParaRPr lang="en-US">
                        <a:effectLst/>
                        <a:latin typeface="Arial"/>
                        <a:cs typeface="Arial"/>
                      </a:endParaRPr>
                    </a:p>
                    <a:p>
                      <a:pPr algn="ctr">
                        <a:buNone/>
                      </a:pPr>
                      <a:r>
                        <a:rPr lang="en-US">
                          <a:solidFill>
                            <a:srgbClr val="000000"/>
                          </a:solidFill>
                          <a:effectLst/>
                          <a:latin typeface="Arial"/>
                          <a:cs typeface="Arial"/>
                        </a:rPr>
                        <a:t>25%</a:t>
                      </a:r>
                      <a:endParaRPr lang="en-US">
                        <a:effectLst/>
                        <a:latin typeface="Arial"/>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buNone/>
                      </a:pPr>
                      <a:endParaRPr lang="en-US">
                        <a:effectLst/>
                        <a:latin typeface="Arial"/>
                        <a:cs typeface="Arial"/>
                      </a:endParaRPr>
                    </a:p>
                    <a:p>
                      <a:pPr algn="ctr">
                        <a:buNone/>
                      </a:pPr>
                      <a:r>
                        <a:rPr lang="en-US">
                          <a:solidFill>
                            <a:srgbClr val="000000"/>
                          </a:solidFill>
                          <a:effectLst/>
                          <a:latin typeface="Arial"/>
                          <a:cs typeface="Arial"/>
                        </a:rPr>
                        <a:t>1</a:t>
                      </a:r>
                      <a:endParaRPr lang="en-US">
                        <a:effectLst/>
                        <a:latin typeface="Arial"/>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buNone/>
                      </a:pPr>
                      <a:endParaRPr lang="en-US">
                        <a:effectLst/>
                        <a:latin typeface="Arial"/>
                        <a:cs typeface="Arial"/>
                      </a:endParaRPr>
                    </a:p>
                    <a:p>
                      <a:pPr algn="ctr">
                        <a:buNone/>
                      </a:pPr>
                      <a:r>
                        <a:rPr lang="en-US">
                          <a:solidFill>
                            <a:srgbClr val="000000"/>
                          </a:solidFill>
                          <a:effectLst/>
                          <a:latin typeface="Arial"/>
                          <a:cs typeface="Arial"/>
                        </a:rPr>
                        <a:t>4</a:t>
                      </a:r>
                      <a:endParaRPr lang="en-US">
                        <a:effectLst/>
                        <a:latin typeface="Arial"/>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buNone/>
                      </a:pPr>
                      <a:endParaRPr lang="en-US">
                        <a:effectLst/>
                        <a:latin typeface="Arial"/>
                        <a:cs typeface="Arial"/>
                      </a:endParaRPr>
                    </a:p>
                    <a:p>
                      <a:pPr algn="ctr">
                        <a:buNone/>
                      </a:pPr>
                      <a:r>
                        <a:rPr lang="en-US">
                          <a:solidFill>
                            <a:srgbClr val="000000"/>
                          </a:solidFill>
                          <a:effectLst/>
                          <a:latin typeface="Arial"/>
                          <a:cs typeface="Arial"/>
                        </a:rPr>
                        <a:t>5</a:t>
                      </a:r>
                      <a:endParaRPr lang="en-US">
                        <a:effectLst/>
                        <a:latin typeface="Arial"/>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buNone/>
                      </a:pPr>
                      <a:endParaRPr lang="en-US">
                        <a:effectLst/>
                        <a:latin typeface="Arial"/>
                        <a:cs typeface="Arial"/>
                      </a:endParaRPr>
                    </a:p>
                    <a:p>
                      <a:pPr algn="ctr">
                        <a:buNone/>
                      </a:pPr>
                      <a:r>
                        <a:rPr lang="en-US">
                          <a:solidFill>
                            <a:srgbClr val="000000"/>
                          </a:solidFill>
                          <a:effectLst/>
                          <a:latin typeface="Arial"/>
                          <a:cs typeface="Arial"/>
                        </a:rPr>
                        <a:t>3</a:t>
                      </a:r>
                      <a:endParaRPr lang="en-US">
                        <a:effectLst/>
                        <a:latin typeface="Arial"/>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130983595"/>
                  </a:ext>
                </a:extLst>
              </a:tr>
              <a:tr h="689159">
                <a:tc>
                  <a:txBody>
                    <a:bodyPr/>
                    <a:lstStyle/>
                    <a:p>
                      <a:pPr>
                        <a:buNone/>
                      </a:pPr>
                      <a:endParaRPr lang="en-US">
                        <a:effectLst/>
                        <a:latin typeface="Arial"/>
                        <a:cs typeface="Arial"/>
                      </a:endParaRPr>
                    </a:p>
                    <a:p>
                      <a:pPr>
                        <a:buNone/>
                      </a:pPr>
                      <a:r>
                        <a:rPr lang="en-US">
                          <a:solidFill>
                            <a:schemeClr val="tx1"/>
                          </a:solidFill>
                          <a:effectLst/>
                          <a:latin typeface="Arial"/>
                          <a:cs typeface="Arial"/>
                        </a:rPr>
                        <a:t>Lead Time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endParaRPr lang="en-US">
                        <a:effectLst/>
                        <a:latin typeface="Arial"/>
                        <a:cs typeface="Arial"/>
                      </a:endParaRPr>
                    </a:p>
                    <a:p>
                      <a:pPr algn="ctr">
                        <a:buNone/>
                      </a:pPr>
                      <a:r>
                        <a:rPr lang="en-US">
                          <a:effectLst/>
                          <a:latin typeface="Arial"/>
                          <a:cs typeface="Arial"/>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endParaRPr lang="en-US">
                        <a:effectLst/>
                        <a:latin typeface="Arial"/>
                        <a:cs typeface="Arial"/>
                      </a:endParaRPr>
                    </a:p>
                    <a:p>
                      <a:pPr algn="ctr">
                        <a:buNone/>
                      </a:pPr>
                      <a:r>
                        <a:rPr lang="en-US">
                          <a:effectLst/>
                          <a:latin typeface="Arial"/>
                          <a:cs typeface="Arial"/>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endParaRPr lang="en-US">
                        <a:effectLst/>
                        <a:latin typeface="Arial"/>
                        <a:cs typeface="Arial"/>
                      </a:endParaRPr>
                    </a:p>
                    <a:p>
                      <a:pPr algn="ctr">
                        <a:buNone/>
                      </a:pPr>
                      <a:r>
                        <a:rPr lang="en-US">
                          <a:effectLst/>
                          <a:latin typeface="Arial"/>
                          <a:cs typeface="Arial"/>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endParaRPr lang="en-US">
                        <a:effectLst/>
                        <a:latin typeface="Arial"/>
                        <a:cs typeface="Arial"/>
                      </a:endParaRPr>
                    </a:p>
                    <a:p>
                      <a:pPr algn="ctr">
                        <a:buNone/>
                      </a:pPr>
                      <a:r>
                        <a:rPr lang="en-US">
                          <a:effectLst/>
                          <a:latin typeface="Arial"/>
                          <a:cs typeface="Arial"/>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endParaRPr lang="en-US">
                        <a:effectLst/>
                        <a:latin typeface="Arial"/>
                        <a:cs typeface="Arial"/>
                      </a:endParaRPr>
                    </a:p>
                    <a:p>
                      <a:pPr algn="ctr">
                        <a:buNone/>
                      </a:pPr>
                      <a:r>
                        <a:rPr lang="en-US">
                          <a:effectLst/>
                          <a:latin typeface="Arial"/>
                          <a:cs typeface="Arial"/>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89683236"/>
                  </a:ext>
                </a:extLst>
              </a:tr>
              <a:tr h="689159">
                <a:tc>
                  <a:txBody>
                    <a:bodyPr/>
                    <a:lstStyle/>
                    <a:p>
                      <a:pPr>
                        <a:buNone/>
                      </a:pPr>
                      <a:endParaRPr lang="en-US">
                        <a:effectLst/>
                        <a:latin typeface="Arial"/>
                        <a:cs typeface="Arial"/>
                      </a:endParaRPr>
                    </a:p>
                    <a:p>
                      <a:pPr>
                        <a:buNone/>
                      </a:pPr>
                      <a:r>
                        <a:rPr lang="en-US">
                          <a:solidFill>
                            <a:srgbClr val="000000"/>
                          </a:solidFill>
                          <a:effectLst/>
                          <a:latin typeface="Arial"/>
                          <a:cs typeface="Arial"/>
                        </a:rPr>
                        <a:t>Durability</a:t>
                      </a:r>
                      <a:endParaRPr lang="en-US">
                        <a:effectLst/>
                        <a:latin typeface="Arial"/>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buNone/>
                      </a:pPr>
                      <a:endParaRPr lang="en-US">
                        <a:effectLst/>
                        <a:latin typeface="Arial"/>
                        <a:cs typeface="Arial"/>
                      </a:endParaRPr>
                    </a:p>
                    <a:p>
                      <a:pPr algn="ctr">
                        <a:buNone/>
                      </a:pPr>
                      <a:r>
                        <a:rPr lang="en-US">
                          <a:solidFill>
                            <a:srgbClr val="000000"/>
                          </a:solidFill>
                          <a:effectLst/>
                          <a:latin typeface="Arial"/>
                          <a:cs typeface="Arial"/>
                        </a:rPr>
                        <a:t>25%</a:t>
                      </a:r>
                      <a:endParaRPr lang="en-US">
                        <a:effectLst/>
                        <a:latin typeface="Arial"/>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buNone/>
                      </a:pPr>
                      <a:endParaRPr lang="en-US">
                        <a:effectLst/>
                        <a:latin typeface="Arial"/>
                        <a:cs typeface="Arial"/>
                      </a:endParaRPr>
                    </a:p>
                    <a:p>
                      <a:pPr algn="ctr">
                        <a:buNone/>
                      </a:pPr>
                      <a:r>
                        <a:rPr lang="en-US">
                          <a:solidFill>
                            <a:srgbClr val="000000"/>
                          </a:solidFill>
                          <a:effectLst/>
                          <a:latin typeface="Arial"/>
                          <a:cs typeface="Arial"/>
                        </a:rPr>
                        <a:t>4</a:t>
                      </a:r>
                      <a:endParaRPr lang="en-US">
                        <a:effectLst/>
                        <a:latin typeface="Arial"/>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buNone/>
                      </a:pPr>
                      <a:endParaRPr lang="en-US">
                        <a:effectLst/>
                        <a:latin typeface="Arial"/>
                        <a:cs typeface="Arial"/>
                      </a:endParaRPr>
                    </a:p>
                    <a:p>
                      <a:pPr algn="ctr">
                        <a:buNone/>
                      </a:pPr>
                      <a:r>
                        <a:rPr lang="en-US">
                          <a:solidFill>
                            <a:srgbClr val="000000"/>
                          </a:solidFill>
                          <a:effectLst/>
                          <a:latin typeface="Arial"/>
                          <a:cs typeface="Arial"/>
                        </a:rPr>
                        <a:t>3</a:t>
                      </a:r>
                      <a:endParaRPr lang="en-US">
                        <a:effectLst/>
                        <a:latin typeface="Arial"/>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buNone/>
                      </a:pPr>
                      <a:endParaRPr lang="en-US">
                        <a:effectLst/>
                        <a:latin typeface="Arial"/>
                        <a:cs typeface="Arial"/>
                      </a:endParaRPr>
                    </a:p>
                    <a:p>
                      <a:pPr algn="ctr">
                        <a:buNone/>
                      </a:pPr>
                      <a:r>
                        <a:rPr lang="en-US">
                          <a:solidFill>
                            <a:srgbClr val="000000"/>
                          </a:solidFill>
                          <a:effectLst/>
                          <a:latin typeface="Arial"/>
                          <a:cs typeface="Arial"/>
                        </a:rPr>
                        <a:t>2</a:t>
                      </a:r>
                      <a:endParaRPr lang="en-US">
                        <a:effectLst/>
                        <a:latin typeface="Arial"/>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buNone/>
                      </a:pPr>
                      <a:endParaRPr lang="en-US">
                        <a:effectLst/>
                        <a:latin typeface="Arial"/>
                        <a:cs typeface="Arial"/>
                      </a:endParaRPr>
                    </a:p>
                    <a:p>
                      <a:pPr algn="ctr">
                        <a:buNone/>
                      </a:pPr>
                      <a:r>
                        <a:rPr lang="en-US">
                          <a:solidFill>
                            <a:srgbClr val="000000"/>
                          </a:solidFill>
                          <a:effectLst/>
                          <a:latin typeface="Arial"/>
                          <a:cs typeface="Arial"/>
                        </a:rPr>
                        <a:t>1</a:t>
                      </a:r>
                      <a:endParaRPr lang="en-US">
                        <a:effectLst/>
                        <a:latin typeface="Arial"/>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190535647"/>
                  </a:ext>
                </a:extLst>
              </a:tr>
              <a:tr h="795130">
                <a:tc>
                  <a:txBody>
                    <a:bodyPr/>
                    <a:lstStyle/>
                    <a:p>
                      <a:pPr>
                        <a:buNone/>
                      </a:pPr>
                      <a:r>
                        <a:rPr lang="en-US">
                          <a:solidFill>
                            <a:srgbClr val="000000"/>
                          </a:solidFill>
                          <a:effectLst/>
                          <a:latin typeface="Arial"/>
                          <a:cs typeface="Arial"/>
                        </a:rPr>
                        <a:t>Weighted Total out of 5</a:t>
                      </a:r>
                      <a:endParaRPr lang="en-US">
                        <a:effectLst/>
                        <a:latin typeface="Arial"/>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4C6E7"/>
                    </a:solidFill>
                  </a:tcPr>
                </a:tc>
                <a:tc>
                  <a:txBody>
                    <a:bodyPr/>
                    <a:lstStyle/>
                    <a:p>
                      <a:pPr algn="ctr">
                        <a:buNone/>
                      </a:pPr>
                      <a:endParaRPr lang="en-US">
                        <a:effectLst/>
                        <a:latin typeface="Arial"/>
                        <a:cs typeface="Arial"/>
                      </a:endParaRPr>
                    </a:p>
                    <a:p>
                      <a:pPr algn="ctr">
                        <a:buNone/>
                      </a:pPr>
                      <a:r>
                        <a:rPr lang="en-US">
                          <a:solidFill>
                            <a:srgbClr val="000000"/>
                          </a:solidFill>
                          <a:effectLst/>
                          <a:latin typeface="Arial"/>
                          <a:cs typeface="Arial"/>
                        </a:rPr>
                        <a:t>N/A</a:t>
                      </a:r>
                      <a:endParaRPr lang="en-US">
                        <a:effectLst/>
                        <a:latin typeface="Arial"/>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4C6E7"/>
                    </a:solidFill>
                  </a:tcPr>
                </a:tc>
                <a:tc>
                  <a:txBody>
                    <a:bodyPr/>
                    <a:lstStyle/>
                    <a:p>
                      <a:pPr algn="ctr">
                        <a:buNone/>
                      </a:pPr>
                      <a:endParaRPr lang="en-US" b="1" u="sng">
                        <a:effectLst/>
                        <a:latin typeface="Arial"/>
                        <a:cs typeface="Arial"/>
                      </a:endParaRPr>
                    </a:p>
                    <a:p>
                      <a:pPr algn="ctr">
                        <a:buNone/>
                      </a:pPr>
                      <a:r>
                        <a:rPr lang="en-US" b="1" u="sng">
                          <a:solidFill>
                            <a:srgbClr val="000000"/>
                          </a:solidFill>
                          <a:effectLst/>
                          <a:latin typeface="Arial"/>
                          <a:cs typeface="Arial"/>
                        </a:rPr>
                        <a:t>2.55</a:t>
                      </a:r>
                      <a:endParaRPr lang="en-US" b="1" u="sng">
                        <a:effectLst/>
                        <a:latin typeface="Arial"/>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buNone/>
                      </a:pPr>
                      <a:endParaRPr lang="en-US" b="1" u="sng">
                        <a:effectLst/>
                        <a:latin typeface="Arial"/>
                        <a:cs typeface="Arial"/>
                      </a:endParaRPr>
                    </a:p>
                    <a:p>
                      <a:pPr algn="ctr">
                        <a:buNone/>
                      </a:pPr>
                      <a:r>
                        <a:rPr lang="en-US" b="1" u="sng">
                          <a:solidFill>
                            <a:srgbClr val="000000"/>
                          </a:solidFill>
                          <a:effectLst/>
                          <a:latin typeface="Arial"/>
                          <a:cs typeface="Arial"/>
                        </a:rPr>
                        <a:t>3.85</a:t>
                      </a:r>
                      <a:endParaRPr lang="en-US" b="1" u="sng">
                        <a:effectLst/>
                        <a:latin typeface="Arial"/>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buNone/>
                      </a:pPr>
                      <a:endParaRPr lang="en-US" b="1" u="sng">
                        <a:effectLst/>
                        <a:latin typeface="Arial"/>
                        <a:cs typeface="Arial"/>
                      </a:endParaRPr>
                    </a:p>
                    <a:p>
                      <a:pPr algn="ctr">
                        <a:buNone/>
                      </a:pPr>
                      <a:r>
                        <a:rPr lang="en-US" b="1" u="sng">
                          <a:solidFill>
                            <a:srgbClr val="000000"/>
                          </a:solidFill>
                          <a:effectLst/>
                          <a:latin typeface="Arial"/>
                          <a:cs typeface="Arial"/>
                        </a:rPr>
                        <a:t>3.75</a:t>
                      </a:r>
                      <a:endParaRPr lang="en-US" b="1" u="sng">
                        <a:effectLst/>
                        <a:latin typeface="Arial"/>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buNone/>
                      </a:pPr>
                      <a:endParaRPr lang="en-US" b="1" u="sng">
                        <a:effectLst/>
                        <a:latin typeface="Arial"/>
                        <a:cs typeface="Arial"/>
                      </a:endParaRPr>
                    </a:p>
                    <a:p>
                      <a:pPr algn="ctr">
                        <a:buNone/>
                      </a:pPr>
                      <a:r>
                        <a:rPr lang="en-US" b="1" u="sng">
                          <a:solidFill>
                            <a:srgbClr val="000000"/>
                          </a:solidFill>
                          <a:effectLst/>
                          <a:latin typeface="Arial"/>
                          <a:cs typeface="Arial"/>
                        </a:rPr>
                        <a:t>2.4</a:t>
                      </a:r>
                      <a:endParaRPr lang="en-US" b="1" u="sng">
                        <a:effectLst/>
                        <a:latin typeface="Arial"/>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978879212"/>
                  </a:ext>
                </a:extLst>
              </a:tr>
            </a:tbl>
          </a:graphicData>
        </a:graphic>
      </p:graphicFrame>
      <p:grpSp>
        <p:nvGrpSpPr>
          <p:cNvPr id="17" name="Trade Studies Bar - 1 Propulsion">
            <a:extLst>
              <a:ext uri="{FF2B5EF4-FFF2-40B4-BE49-F238E27FC236}">
                <a16:creationId xmlns:a16="http://schemas.microsoft.com/office/drawing/2014/main" id="{C0B06130-2AAF-3B89-0D8B-3CC8B63D9FDB}"/>
              </a:ext>
            </a:extLst>
          </p:cNvPr>
          <p:cNvGrpSpPr/>
          <p:nvPr/>
        </p:nvGrpSpPr>
        <p:grpSpPr>
          <a:xfrm>
            <a:off x="814349" y="6570022"/>
            <a:ext cx="10563301" cy="276999"/>
            <a:chOff x="790698" y="5902391"/>
            <a:chExt cx="10563301" cy="276999"/>
          </a:xfrm>
        </p:grpSpPr>
        <p:sp>
          <p:nvSpPr>
            <p:cNvPr id="10" name="Segment 0 - Trade Studies">
              <a:extLst>
                <a:ext uri="{FF2B5EF4-FFF2-40B4-BE49-F238E27FC236}">
                  <a16:creationId xmlns:a16="http://schemas.microsoft.com/office/drawing/2014/main" id="{AA0FB184-FE2E-98F8-8D34-5BA6C51F55B7}"/>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1" name="Segment 1 - Propulsion">
              <a:extLst>
                <a:ext uri="{FF2B5EF4-FFF2-40B4-BE49-F238E27FC236}">
                  <a16:creationId xmlns:a16="http://schemas.microsoft.com/office/drawing/2014/main" id="{A38396D8-FB32-2DE9-1A1C-B71867ADBB6E}"/>
                </a:ext>
              </a:extLst>
            </p:cNvPr>
            <p:cNvSpPr/>
            <p:nvPr/>
          </p:nvSpPr>
          <p:spPr>
            <a:xfrm>
              <a:off x="268951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Propulsion</a:t>
              </a:r>
            </a:p>
          </p:txBody>
        </p:sp>
        <p:sp>
          <p:nvSpPr>
            <p:cNvPr id="12" name="Segment 2 - Power Systems">
              <a:extLst>
                <a:ext uri="{FF2B5EF4-FFF2-40B4-BE49-F238E27FC236}">
                  <a16:creationId xmlns:a16="http://schemas.microsoft.com/office/drawing/2014/main" id="{ACF124A7-A783-BDAE-D3DB-575AA1D44D45}"/>
                </a:ext>
              </a:extLst>
            </p:cNvPr>
            <p:cNvSpPr/>
            <p:nvPr/>
          </p:nvSpPr>
          <p:spPr>
            <a:xfrm>
              <a:off x="4410130" y="5902391"/>
              <a:ext cx="1782024" cy="276999"/>
            </a:xfrm>
            <a:prstGeom prst="chevron">
              <a:avLst>
                <a:gd name="adj" fmla="val 33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chemeClr val="bg1"/>
                  </a:solidFill>
                  <a:latin typeface="Calibri"/>
                </a:rPr>
                <a:t>Power Systems</a:t>
              </a:r>
              <a:endParaRPr lang="en-US" sz="1050" b="0">
                <a:solidFill>
                  <a:schemeClr val="bg1"/>
                </a:solidFill>
                <a:latin typeface="Calibri"/>
                <a:ea typeface="Calibri"/>
                <a:cs typeface="Calibri"/>
              </a:endParaRPr>
            </a:p>
          </p:txBody>
        </p:sp>
        <p:sp>
          <p:nvSpPr>
            <p:cNvPr id="14" name="Segment 3 - Airframe">
              <a:extLst>
                <a:ext uri="{FF2B5EF4-FFF2-40B4-BE49-F238E27FC236}">
                  <a16:creationId xmlns:a16="http://schemas.microsoft.com/office/drawing/2014/main" id="{6A029BAE-A0FF-4F96-DC22-85789BBCF812}"/>
                </a:ext>
              </a:extLst>
            </p:cNvPr>
            <p:cNvSpPr/>
            <p:nvPr/>
          </p:nvSpPr>
          <p:spPr>
            <a:xfrm>
              <a:off x="613074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Airframe</a:t>
              </a:r>
            </a:p>
          </p:txBody>
        </p:sp>
        <p:sp>
          <p:nvSpPr>
            <p:cNvPr id="15" name="Segment 4 - GNC">
              <a:extLst>
                <a:ext uri="{FF2B5EF4-FFF2-40B4-BE49-F238E27FC236}">
                  <a16:creationId xmlns:a16="http://schemas.microsoft.com/office/drawing/2014/main" id="{37F20760-8E03-65C0-F5C4-999EDE8BE348}"/>
                </a:ext>
              </a:extLst>
            </p:cNvPr>
            <p:cNvSpPr/>
            <p:nvPr/>
          </p:nvSpPr>
          <p:spPr>
            <a:xfrm>
              <a:off x="785136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GNC</a:t>
              </a:r>
            </a:p>
          </p:txBody>
        </p:sp>
        <p:sp>
          <p:nvSpPr>
            <p:cNvPr id="16" name="Segment 5 - Avionics">
              <a:extLst>
                <a:ext uri="{FF2B5EF4-FFF2-40B4-BE49-F238E27FC236}">
                  <a16:creationId xmlns:a16="http://schemas.microsoft.com/office/drawing/2014/main" id="{E58DE695-FF54-3411-C7F0-5F3ECC32CC6E}"/>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Tree>
    <p:extLst>
      <p:ext uri="{BB962C8B-B14F-4D97-AF65-F5344CB8AC3E}">
        <p14:creationId xmlns:p14="http://schemas.microsoft.com/office/powerpoint/2010/main" val="37456806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DCBC1-51E0-3E80-A193-102C2C6E6ED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3C62415-A5FC-6495-3FAE-6AF90A7A1C62}"/>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AFFF7F26-9264-6EFF-4FE8-5997FB3C02DA}"/>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7E67E815-CD40-C716-7AC4-546F9404007A}"/>
              </a:ext>
            </a:extLst>
          </p:cNvPr>
          <p:cNvSpPr txBox="1"/>
          <p:nvPr/>
        </p:nvSpPr>
        <p:spPr>
          <a:xfrm>
            <a:off x="1281749" y="368854"/>
            <a:ext cx="9094965" cy="627956"/>
          </a:xfrm>
          <a:prstGeom prst="rect">
            <a:avLst/>
          </a:prstGeom>
          <a:noFill/>
          <a:ln/>
        </p:spPr>
        <p:txBody>
          <a:bodyPr wrap="square" lIns="0" tIns="0" rIns="0" bIns="0" rtlCol="0" anchor="ctr"/>
          <a:lstStyle/>
          <a:p>
            <a:r>
              <a:rPr lang="en-US" sz="2800" b="1" kern="0" spc="100">
                <a:solidFill>
                  <a:srgbClr val="2B2A28"/>
                </a:solidFill>
                <a:latin typeface="Arial"/>
                <a:cs typeface="Arial"/>
              </a:rPr>
              <a:t>Energy Modeling</a:t>
            </a:r>
          </a:p>
        </p:txBody>
      </p:sp>
      <p:sp>
        <p:nvSpPr>
          <p:cNvPr id="5" name="Shape 2">
            <a:extLst>
              <a:ext uri="{FF2B5EF4-FFF2-40B4-BE49-F238E27FC236}">
                <a16:creationId xmlns:a16="http://schemas.microsoft.com/office/drawing/2014/main" id="{FA8325FA-F3E5-A8A2-E5F4-1B3675B6CD50}"/>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1F9E5615-5FD4-EE34-4D1F-E0E07B5E3DD3}"/>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13" name="Text 9">
            <a:extLst>
              <a:ext uri="{FF2B5EF4-FFF2-40B4-BE49-F238E27FC236}">
                <a16:creationId xmlns:a16="http://schemas.microsoft.com/office/drawing/2014/main" id="{78EE6DFD-3009-3292-6B54-E75B5C359704}"/>
              </a:ext>
            </a:extLst>
          </p:cNvPr>
          <p:cNvSpPr txBox="1"/>
          <p:nvPr/>
        </p:nvSpPr>
        <p:spPr>
          <a:xfrm>
            <a:off x="11367580" y="6492240"/>
            <a:ext cx="365760" cy="274320"/>
          </a:xfrm>
          <a:prstGeom prst="rect">
            <a:avLst/>
          </a:prstGeom>
          <a:noFill/>
          <a:ln/>
        </p:spPr>
        <p:txBody>
          <a:bodyPr wrap="square" lIns="0" tIns="0" rIns="0" bIns="0" rtlCol="0" anchor="ctr"/>
          <a:lstStyle/>
          <a:p>
            <a:pPr marL="0" indent="0" algn="r">
              <a:buNone/>
            </a:pPr>
            <a:r>
              <a:rPr lang="en-US" sz="900">
                <a:solidFill>
                  <a:srgbClr val="8A857C"/>
                </a:solidFill>
                <a:latin typeface="Arial" pitchFamily="34" charset="0"/>
                <a:ea typeface="Arial" pitchFamily="34" charset="-122"/>
                <a:cs typeface="Arial" pitchFamily="34" charset="-120"/>
              </a:rPr>
              <a:t>4</a:t>
            </a:r>
            <a:endParaRPr lang="en-US" sz="900"/>
          </a:p>
        </p:txBody>
      </p:sp>
      <p:pic>
        <p:nvPicPr>
          <p:cNvPr id="8" name="Picture 7">
            <a:extLst>
              <a:ext uri="{FF2B5EF4-FFF2-40B4-BE49-F238E27FC236}">
                <a16:creationId xmlns:a16="http://schemas.microsoft.com/office/drawing/2014/main" id="{FEFA720F-2424-FF16-7CEA-F56E0EBFC675}"/>
              </a:ext>
            </a:extLst>
          </p:cNvPr>
          <p:cNvPicPr>
            <a:picLocks noChangeAspect="1"/>
          </p:cNvPicPr>
          <p:nvPr/>
        </p:nvPicPr>
        <p:blipFill>
          <a:blip r:embed="rId4"/>
          <a:srcRect l="10477" t="4210" r="13179" b="8865"/>
          <a:stretch>
            <a:fillRect/>
          </a:stretch>
        </p:blipFill>
        <p:spPr>
          <a:xfrm>
            <a:off x="1443036" y="1229351"/>
            <a:ext cx="9307800" cy="3085612"/>
          </a:xfrm>
          <a:prstGeom prst="rect">
            <a:avLst/>
          </a:prstGeom>
        </p:spPr>
      </p:pic>
      <p:sp>
        <p:nvSpPr>
          <p:cNvPr id="12" name="Text 4">
            <a:extLst>
              <a:ext uri="{FF2B5EF4-FFF2-40B4-BE49-F238E27FC236}">
                <a16:creationId xmlns:a16="http://schemas.microsoft.com/office/drawing/2014/main" id="{3D03F4C0-451A-5168-D3D2-F5A33745C607}"/>
              </a:ext>
            </a:extLst>
          </p:cNvPr>
          <p:cNvSpPr txBox="1"/>
          <p:nvPr/>
        </p:nvSpPr>
        <p:spPr>
          <a:xfrm>
            <a:off x="458788" y="4525176"/>
            <a:ext cx="11085906" cy="1968537"/>
          </a:xfrm>
          <a:prstGeom prst="rect">
            <a:avLst/>
          </a:prstGeom>
          <a:noFill/>
          <a:ln/>
        </p:spPr>
        <p:txBody>
          <a:bodyPr wrap="square" lIns="0" tIns="0" rIns="0" bIns="0" rtlCol="0" anchor="t"/>
          <a:lstStyle/>
          <a:p>
            <a:pPr marL="342900" indent="-342900">
              <a:lnSpc>
                <a:spcPct val="105000"/>
              </a:lnSpc>
              <a:spcAft>
                <a:spcPts val="600"/>
              </a:spcAft>
              <a:buSzPct val="100000"/>
              <a:buFontTx/>
              <a:buChar char="•"/>
            </a:pPr>
            <a:r>
              <a:rPr lang="en-US">
                <a:latin typeface="Arial"/>
                <a:ea typeface="Calibri"/>
                <a:cs typeface="Arial"/>
              </a:rPr>
              <a:t>Living sheet with inputs for each UAS subsystem</a:t>
            </a:r>
            <a:endParaRPr lang="en-US">
              <a:latin typeface="Arial"/>
              <a:cs typeface="Arial"/>
            </a:endParaRPr>
          </a:p>
          <a:p>
            <a:pPr marL="342900" indent="-342900">
              <a:lnSpc>
                <a:spcPct val="105000"/>
              </a:lnSpc>
              <a:spcAft>
                <a:spcPts val="600"/>
              </a:spcAft>
              <a:buSzPct val="100000"/>
              <a:buFontTx/>
              <a:buChar char="•"/>
            </a:pPr>
            <a:r>
              <a:rPr lang="en-US">
                <a:latin typeface="Arial"/>
                <a:cs typeface="Arial"/>
              </a:rPr>
              <a:t>Uses energy requirements from subsystems and battery to calculate viability </a:t>
            </a:r>
          </a:p>
          <a:p>
            <a:pPr marL="342900" indent="-342900">
              <a:lnSpc>
                <a:spcPct val="105000"/>
              </a:lnSpc>
              <a:spcAft>
                <a:spcPts val="600"/>
              </a:spcAft>
              <a:buSzPct val="100000"/>
              <a:buFontTx/>
              <a:buChar char="•"/>
            </a:pPr>
            <a:r>
              <a:rPr lang="en-US">
                <a:latin typeface="Arial"/>
                <a:cs typeface="Arial"/>
              </a:rPr>
              <a:t>Factor of Safety: 1.5 - To reflect and exceed the 80% power margin used in industry.</a:t>
            </a:r>
          </a:p>
          <a:p>
            <a:pPr>
              <a:lnSpc>
                <a:spcPct val="105000"/>
              </a:lnSpc>
              <a:spcAft>
                <a:spcPts val="600"/>
              </a:spcAft>
              <a:buSzPct val="100000"/>
            </a:pPr>
            <a:r>
              <a:rPr lang="en-US">
                <a:solidFill>
                  <a:schemeClr val="bg1">
                    <a:lumMod val="76000"/>
                  </a:schemeClr>
                </a:solidFill>
                <a:latin typeface="Arial"/>
                <a:cs typeface="Arial"/>
              </a:rPr>
              <a:t>     (i.e. , if a system has 10W of power available, only 8W may be used)</a:t>
            </a:r>
            <a:endParaRPr lang="en-US">
              <a:solidFill>
                <a:schemeClr val="bg1">
                  <a:lumMod val="76000"/>
                </a:schemeClr>
              </a:solidFill>
            </a:endParaRPr>
          </a:p>
          <a:p>
            <a:pPr marL="342900" indent="-342900">
              <a:lnSpc>
                <a:spcPct val="105000"/>
              </a:lnSpc>
              <a:spcAft>
                <a:spcPts val="600"/>
              </a:spcAft>
              <a:buSzPct val="100000"/>
              <a:buFontTx/>
              <a:buChar char="•"/>
            </a:pPr>
            <a:endParaRPr lang="en-US"/>
          </a:p>
          <a:p>
            <a:pPr marL="342900" indent="-342900">
              <a:lnSpc>
                <a:spcPct val="105000"/>
              </a:lnSpc>
              <a:spcAft>
                <a:spcPts val="600"/>
              </a:spcAft>
              <a:buSzPct val="100000"/>
              <a:buFontTx/>
              <a:buChar char="•"/>
            </a:pPr>
            <a:endParaRPr lang="en-US"/>
          </a:p>
        </p:txBody>
      </p:sp>
      <p:sp>
        <p:nvSpPr>
          <p:cNvPr id="7" name="TextBox 6">
            <a:extLst>
              <a:ext uri="{FF2B5EF4-FFF2-40B4-BE49-F238E27FC236}">
                <a16:creationId xmlns:a16="http://schemas.microsoft.com/office/drawing/2014/main" id="{E31AA302-8E77-EE9B-9156-051A0510211E}"/>
              </a:ext>
            </a:extLst>
          </p:cNvPr>
          <p:cNvSpPr txBox="1"/>
          <p:nvPr/>
        </p:nvSpPr>
        <p:spPr>
          <a:xfrm>
            <a:off x="1444970" y="3666952"/>
            <a:ext cx="274319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lumMod val="95000"/>
                  </a:schemeClr>
                </a:solidFill>
              </a:rPr>
              <a:t>Note: Values shown do not reflect reality</a:t>
            </a:r>
          </a:p>
        </p:txBody>
      </p:sp>
      <p:sp>
        <p:nvSpPr>
          <p:cNvPr id="9" name="TextBox 8">
            <a:extLst>
              <a:ext uri="{FF2B5EF4-FFF2-40B4-BE49-F238E27FC236}">
                <a16:creationId xmlns:a16="http://schemas.microsoft.com/office/drawing/2014/main" id="{D3C0E15A-3F2D-9D82-1918-61CBA46024F5}"/>
              </a:ext>
            </a:extLst>
          </p:cNvPr>
          <p:cNvSpPr txBox="1"/>
          <p:nvPr/>
        </p:nvSpPr>
        <p:spPr>
          <a:xfrm>
            <a:off x="10846765" y="3011590"/>
            <a:ext cx="140114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Cells turn green when within acceptable range (&gt;15min and &gt;0 V)</a:t>
            </a:r>
          </a:p>
        </p:txBody>
      </p:sp>
      <p:sp>
        <p:nvSpPr>
          <p:cNvPr id="10" name="Arrow: Up 9">
            <a:extLst>
              <a:ext uri="{FF2B5EF4-FFF2-40B4-BE49-F238E27FC236}">
                <a16:creationId xmlns:a16="http://schemas.microsoft.com/office/drawing/2014/main" id="{F7684972-5C19-D3F1-E85D-60BEB6A5AFA5}"/>
              </a:ext>
            </a:extLst>
          </p:cNvPr>
          <p:cNvSpPr/>
          <p:nvPr/>
        </p:nvSpPr>
        <p:spPr>
          <a:xfrm rot="-4800000">
            <a:off x="10458117" y="3011077"/>
            <a:ext cx="237261" cy="509553"/>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Up 10">
            <a:extLst>
              <a:ext uri="{FF2B5EF4-FFF2-40B4-BE49-F238E27FC236}">
                <a16:creationId xmlns:a16="http://schemas.microsoft.com/office/drawing/2014/main" id="{AF0175BC-4142-F595-41AE-0BF8C63DD9CD}"/>
              </a:ext>
            </a:extLst>
          </p:cNvPr>
          <p:cNvSpPr/>
          <p:nvPr/>
        </p:nvSpPr>
        <p:spPr>
          <a:xfrm rot="15480000">
            <a:off x="10458117" y="3414164"/>
            <a:ext cx="237261" cy="509553"/>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Trade Studies Bar - 1 Propulsion">
            <a:extLst>
              <a:ext uri="{FF2B5EF4-FFF2-40B4-BE49-F238E27FC236}">
                <a16:creationId xmlns:a16="http://schemas.microsoft.com/office/drawing/2014/main" id="{49CE1663-3C2F-469C-D96B-E8FD48439820}"/>
              </a:ext>
            </a:extLst>
          </p:cNvPr>
          <p:cNvGrpSpPr/>
          <p:nvPr/>
        </p:nvGrpSpPr>
        <p:grpSpPr>
          <a:xfrm>
            <a:off x="814349" y="6570022"/>
            <a:ext cx="10563301" cy="276999"/>
            <a:chOff x="790698" y="5902391"/>
            <a:chExt cx="10563301" cy="276999"/>
          </a:xfrm>
        </p:grpSpPr>
        <p:sp>
          <p:nvSpPr>
            <p:cNvPr id="15" name="Segment 0 - Trade Studies">
              <a:extLst>
                <a:ext uri="{FF2B5EF4-FFF2-40B4-BE49-F238E27FC236}">
                  <a16:creationId xmlns:a16="http://schemas.microsoft.com/office/drawing/2014/main" id="{824F9076-25CD-BA1E-B27B-DC5481E6CC77}"/>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6" name="Segment 1 - Propulsion">
              <a:extLst>
                <a:ext uri="{FF2B5EF4-FFF2-40B4-BE49-F238E27FC236}">
                  <a16:creationId xmlns:a16="http://schemas.microsoft.com/office/drawing/2014/main" id="{55577105-C3EC-4A78-C106-BB323CD7F937}"/>
                </a:ext>
              </a:extLst>
            </p:cNvPr>
            <p:cNvSpPr/>
            <p:nvPr/>
          </p:nvSpPr>
          <p:spPr>
            <a:xfrm>
              <a:off x="268951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Propulsion</a:t>
              </a:r>
            </a:p>
          </p:txBody>
        </p:sp>
        <p:sp>
          <p:nvSpPr>
            <p:cNvPr id="17" name="Segment 2 - Power Systems">
              <a:extLst>
                <a:ext uri="{FF2B5EF4-FFF2-40B4-BE49-F238E27FC236}">
                  <a16:creationId xmlns:a16="http://schemas.microsoft.com/office/drawing/2014/main" id="{BEB79266-33DC-2A16-5457-A5DF877F4DD9}"/>
                </a:ext>
              </a:extLst>
            </p:cNvPr>
            <p:cNvSpPr/>
            <p:nvPr/>
          </p:nvSpPr>
          <p:spPr>
            <a:xfrm>
              <a:off x="4410130" y="5902391"/>
              <a:ext cx="1782024" cy="276999"/>
            </a:xfrm>
            <a:prstGeom prst="chevron">
              <a:avLst>
                <a:gd name="adj" fmla="val 33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chemeClr val="bg1"/>
                  </a:solidFill>
                  <a:latin typeface="Calibri"/>
                </a:rPr>
                <a:t>Power Systems</a:t>
              </a:r>
              <a:endParaRPr lang="en-US" sz="1050" b="0">
                <a:solidFill>
                  <a:schemeClr val="bg1"/>
                </a:solidFill>
                <a:latin typeface="Calibri"/>
                <a:ea typeface="Calibri"/>
                <a:cs typeface="Calibri"/>
              </a:endParaRPr>
            </a:p>
          </p:txBody>
        </p:sp>
        <p:sp>
          <p:nvSpPr>
            <p:cNvPr id="18" name="Segment 3 - Airframe">
              <a:extLst>
                <a:ext uri="{FF2B5EF4-FFF2-40B4-BE49-F238E27FC236}">
                  <a16:creationId xmlns:a16="http://schemas.microsoft.com/office/drawing/2014/main" id="{CBE20628-9ABE-7EA3-EA7A-FE2214DBB758}"/>
                </a:ext>
              </a:extLst>
            </p:cNvPr>
            <p:cNvSpPr/>
            <p:nvPr/>
          </p:nvSpPr>
          <p:spPr>
            <a:xfrm>
              <a:off x="613074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Airframe</a:t>
              </a:r>
            </a:p>
          </p:txBody>
        </p:sp>
        <p:sp>
          <p:nvSpPr>
            <p:cNvPr id="19" name="Segment 4 - GNC">
              <a:extLst>
                <a:ext uri="{FF2B5EF4-FFF2-40B4-BE49-F238E27FC236}">
                  <a16:creationId xmlns:a16="http://schemas.microsoft.com/office/drawing/2014/main" id="{B20221CF-C296-C06E-44A3-44C1586FAE72}"/>
                </a:ext>
              </a:extLst>
            </p:cNvPr>
            <p:cNvSpPr/>
            <p:nvPr/>
          </p:nvSpPr>
          <p:spPr>
            <a:xfrm>
              <a:off x="785136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GNC</a:t>
              </a:r>
            </a:p>
          </p:txBody>
        </p:sp>
        <p:sp>
          <p:nvSpPr>
            <p:cNvPr id="20" name="Segment 5 - Avionics">
              <a:extLst>
                <a:ext uri="{FF2B5EF4-FFF2-40B4-BE49-F238E27FC236}">
                  <a16:creationId xmlns:a16="http://schemas.microsoft.com/office/drawing/2014/main" id="{789F14A6-7AF7-FF53-8EC8-C12B03539163}"/>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Tree>
    <p:extLst>
      <p:ext uri="{BB962C8B-B14F-4D97-AF65-F5344CB8AC3E}">
        <p14:creationId xmlns:p14="http://schemas.microsoft.com/office/powerpoint/2010/main" val="5283812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8F2A8-4D27-89AE-89D3-8333E9597F7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31A3024-8D2E-04EC-E455-CF8C439011CA}"/>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D4C2B37A-33D4-A30A-14EA-0EBC6A0AEA7A}"/>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F70D709F-87E9-B1FB-9C1F-13B9430711CB}"/>
              </a:ext>
            </a:extLst>
          </p:cNvPr>
          <p:cNvSpPr txBox="1"/>
          <p:nvPr/>
        </p:nvSpPr>
        <p:spPr>
          <a:xfrm>
            <a:off x="1281748" y="353648"/>
            <a:ext cx="7680960" cy="658368"/>
          </a:xfrm>
          <a:prstGeom prst="rect">
            <a:avLst/>
          </a:prstGeom>
          <a:noFill/>
          <a:ln/>
        </p:spPr>
        <p:txBody>
          <a:bodyPr wrap="square" lIns="0" tIns="0" rIns="0" bIns="0" rtlCol="0" anchor="ctr"/>
          <a:lstStyle/>
          <a:p>
            <a:r>
              <a:rPr lang="en-US" sz="2800" b="1" kern="0" spc="100">
                <a:solidFill>
                  <a:srgbClr val="2B2A28"/>
                </a:solidFill>
                <a:latin typeface="Arial"/>
                <a:cs typeface="Arial"/>
              </a:rPr>
              <a:t>Path Forward</a:t>
            </a:r>
          </a:p>
        </p:txBody>
      </p:sp>
      <p:sp>
        <p:nvSpPr>
          <p:cNvPr id="5" name="Shape 2">
            <a:extLst>
              <a:ext uri="{FF2B5EF4-FFF2-40B4-BE49-F238E27FC236}">
                <a16:creationId xmlns:a16="http://schemas.microsoft.com/office/drawing/2014/main" id="{2CAC1514-2BDA-E5BC-274A-DFB40C6D4863}"/>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9C53B904-F404-D144-F125-8BCC55CE52A8}"/>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13" name="Text 9">
            <a:extLst>
              <a:ext uri="{FF2B5EF4-FFF2-40B4-BE49-F238E27FC236}">
                <a16:creationId xmlns:a16="http://schemas.microsoft.com/office/drawing/2014/main" id="{F0A271DC-F3A8-3EC2-24D2-2C5A34234099}"/>
              </a:ext>
            </a:extLst>
          </p:cNvPr>
          <p:cNvSpPr txBox="1"/>
          <p:nvPr/>
        </p:nvSpPr>
        <p:spPr>
          <a:xfrm>
            <a:off x="11367580" y="6492240"/>
            <a:ext cx="365760" cy="274320"/>
          </a:xfrm>
          <a:prstGeom prst="rect">
            <a:avLst/>
          </a:prstGeom>
          <a:noFill/>
          <a:ln/>
        </p:spPr>
        <p:txBody>
          <a:bodyPr wrap="square" lIns="0" tIns="0" rIns="0" bIns="0" rtlCol="0" anchor="ctr"/>
          <a:lstStyle/>
          <a:p>
            <a:pPr marL="0" indent="0" algn="r">
              <a:buNone/>
            </a:pPr>
            <a:r>
              <a:rPr lang="en-US" sz="900">
                <a:solidFill>
                  <a:srgbClr val="8A857C"/>
                </a:solidFill>
                <a:latin typeface="Arial" pitchFamily="34" charset="0"/>
                <a:ea typeface="Arial" pitchFamily="34" charset="-122"/>
                <a:cs typeface="Arial" pitchFamily="34" charset="-120"/>
              </a:rPr>
              <a:t>4</a:t>
            </a:r>
            <a:endParaRPr lang="en-US" sz="900"/>
          </a:p>
        </p:txBody>
      </p:sp>
      <p:graphicFrame>
        <p:nvGraphicFramePr>
          <p:cNvPr id="8" name="Table 7">
            <a:extLst>
              <a:ext uri="{FF2B5EF4-FFF2-40B4-BE49-F238E27FC236}">
                <a16:creationId xmlns:a16="http://schemas.microsoft.com/office/drawing/2014/main" id="{2D833F99-4268-D3DE-DE27-CDF9FAD2C6E9}"/>
              </a:ext>
            </a:extLst>
          </p:cNvPr>
          <p:cNvGraphicFramePr>
            <a:graphicFrameLocks noGrp="1"/>
          </p:cNvGraphicFramePr>
          <p:nvPr/>
        </p:nvGraphicFramePr>
        <p:xfrm>
          <a:off x="1059661" y="1913089"/>
          <a:ext cx="10027637" cy="3018008"/>
        </p:xfrm>
        <a:graphic>
          <a:graphicData uri="http://schemas.openxmlformats.org/drawingml/2006/table">
            <a:tbl>
              <a:tblPr bandRow="1">
                <a:tableStyleId>{5C22544A-7EE6-4342-B048-85BDC9FD1C3A}</a:tableStyleId>
              </a:tblPr>
              <a:tblGrid>
                <a:gridCol w="2095500">
                  <a:extLst>
                    <a:ext uri="{9D8B030D-6E8A-4147-A177-3AD203B41FA5}">
                      <a16:colId xmlns:a16="http://schemas.microsoft.com/office/drawing/2014/main" val="2753146721"/>
                    </a:ext>
                  </a:extLst>
                </a:gridCol>
                <a:gridCol w="7932137">
                  <a:extLst>
                    <a:ext uri="{9D8B030D-6E8A-4147-A177-3AD203B41FA5}">
                      <a16:colId xmlns:a16="http://schemas.microsoft.com/office/drawing/2014/main" val="227563140"/>
                    </a:ext>
                  </a:extLst>
                </a:gridCol>
              </a:tblGrid>
              <a:tr h="816638">
                <a:tc>
                  <a:txBody>
                    <a:bodyPr/>
                    <a:lstStyle/>
                    <a:p>
                      <a:pPr marL="0" indent="0" algn="l" fontAlgn="base">
                        <a:buNone/>
                      </a:pPr>
                      <a:r>
                        <a:rPr lang="en-US" sz="1050" b="1" i="0">
                          <a:solidFill>
                            <a:srgbClr val="C6890F"/>
                          </a:solidFill>
                          <a:effectLst/>
                          <a:latin typeface="Arial"/>
                          <a:cs typeface="Arial"/>
                        </a:rPr>
                        <a:t>PENDING ITEMS</a:t>
                      </a:r>
                      <a:endParaRPr lang="en-US" b="0" i="0">
                        <a:solidFill>
                          <a:srgbClr val="000000"/>
                        </a:solidFill>
                        <a:effectLst/>
                        <a:latin typeface="Arial"/>
                        <a:cs typeface="Arial"/>
                      </a:endParaRP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2B2A28"/>
                    </a:solidFill>
                  </a:tcPr>
                </a:tc>
                <a:tc>
                  <a:txBody>
                    <a:bodyPr/>
                    <a:lstStyle/>
                    <a:p>
                      <a:pPr marL="0" indent="0" algn="ctr" fontAlgn="base">
                        <a:buNone/>
                      </a:pPr>
                      <a:r>
                        <a:rPr lang="en-US" sz="1050" b="1" i="0">
                          <a:solidFill>
                            <a:srgbClr val="C6890F"/>
                          </a:solidFill>
                          <a:effectLst/>
                          <a:latin typeface="Arial"/>
                          <a:cs typeface="Arial"/>
                        </a:rPr>
                        <a:t>Description</a:t>
                      </a: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2B2A28"/>
                    </a:solidFill>
                  </a:tcPr>
                </a:tc>
                <a:extLst>
                  <a:ext uri="{0D108BD9-81ED-4DB2-BD59-A6C34878D82A}">
                    <a16:rowId xmlns:a16="http://schemas.microsoft.com/office/drawing/2014/main" val="999613101"/>
                  </a:ext>
                </a:extLst>
              </a:tr>
              <a:tr h="1100685">
                <a:tc>
                  <a:txBody>
                    <a:bodyPr/>
                    <a:lstStyle/>
                    <a:p>
                      <a:pPr marL="0" indent="0" algn="l" fontAlgn="base">
                        <a:buNone/>
                      </a:pPr>
                      <a:r>
                        <a:rPr lang="en-US" sz="1100" b="0" i="0">
                          <a:solidFill>
                            <a:srgbClr val="000000"/>
                          </a:solidFill>
                          <a:effectLst/>
                          <a:latin typeface="Arial"/>
                          <a:cs typeface="Arial"/>
                        </a:rPr>
                        <a:t>PCB Design</a:t>
                      </a: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tc>
                  <a:txBody>
                    <a:bodyPr/>
                    <a:lstStyle/>
                    <a:p>
                      <a:pPr marL="0" indent="0" algn="ctr" fontAlgn="base">
                        <a:buNone/>
                      </a:pPr>
                      <a:r>
                        <a:rPr lang="en-US" sz="1100" b="0" i="0">
                          <a:solidFill>
                            <a:srgbClr val="000000"/>
                          </a:solidFill>
                          <a:effectLst/>
                          <a:latin typeface="Arial"/>
                          <a:cs typeface="Arial"/>
                        </a:rPr>
                        <a:t>Begin drafting rough plans for voltage separation PCB using breadboards and </a:t>
                      </a:r>
                      <a:r>
                        <a:rPr lang="en-US" sz="1100" b="0" i="0" err="1">
                          <a:solidFill>
                            <a:srgbClr val="000000"/>
                          </a:solidFill>
                          <a:effectLst/>
                          <a:latin typeface="Arial"/>
                          <a:cs typeface="Arial"/>
                        </a:rPr>
                        <a:t>perfboards</a:t>
                      </a:r>
                      <a:r>
                        <a:rPr lang="en-US" sz="1100" b="0" i="0">
                          <a:solidFill>
                            <a:srgbClr val="000000"/>
                          </a:solidFill>
                          <a:effectLst/>
                          <a:latin typeface="Arial"/>
                          <a:cs typeface="Arial"/>
                        </a:rPr>
                        <a:t>.</a:t>
                      </a: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extLst>
                  <a:ext uri="{0D108BD9-81ED-4DB2-BD59-A6C34878D82A}">
                    <a16:rowId xmlns:a16="http://schemas.microsoft.com/office/drawing/2014/main" val="1765898286"/>
                  </a:ext>
                </a:extLst>
              </a:tr>
              <a:tr h="1100685">
                <a:tc>
                  <a:txBody>
                    <a:bodyPr/>
                    <a:lstStyle/>
                    <a:p>
                      <a:pPr marL="0" indent="0" algn="l" fontAlgn="base">
                        <a:buNone/>
                      </a:pPr>
                      <a:r>
                        <a:rPr lang="en-US" sz="1100" b="0" i="0">
                          <a:solidFill>
                            <a:srgbClr val="000000"/>
                          </a:solidFill>
                          <a:effectLst/>
                          <a:latin typeface="Arial"/>
                          <a:cs typeface="Arial"/>
                        </a:rPr>
                        <a:t>Battery Model</a:t>
                      </a: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tc>
                  <a:txBody>
                    <a:bodyPr/>
                    <a:lstStyle/>
                    <a:p>
                      <a:pPr marL="0" indent="0" algn="ctr" fontAlgn="base">
                        <a:buNone/>
                      </a:pPr>
                      <a:r>
                        <a:rPr lang="en-US" sz="1100" b="0" i="0">
                          <a:solidFill>
                            <a:srgbClr val="000000"/>
                          </a:solidFill>
                          <a:effectLst/>
                          <a:latin typeface="Arial"/>
                          <a:cs typeface="Arial"/>
                        </a:rPr>
                        <a:t>Finalize power estimates with various sub-teams and purchase the battery.</a:t>
                      </a: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extLst>
                  <a:ext uri="{0D108BD9-81ED-4DB2-BD59-A6C34878D82A}">
                    <a16:rowId xmlns:a16="http://schemas.microsoft.com/office/drawing/2014/main" val="1042683526"/>
                  </a:ext>
                </a:extLst>
              </a:tr>
            </a:tbl>
          </a:graphicData>
        </a:graphic>
      </p:graphicFrame>
      <p:grpSp>
        <p:nvGrpSpPr>
          <p:cNvPr id="16" name="Trade Studies Bar - 1 Propulsion">
            <a:extLst>
              <a:ext uri="{FF2B5EF4-FFF2-40B4-BE49-F238E27FC236}">
                <a16:creationId xmlns:a16="http://schemas.microsoft.com/office/drawing/2014/main" id="{7EF724F5-B064-EB40-6E29-4D84D90F36A7}"/>
              </a:ext>
            </a:extLst>
          </p:cNvPr>
          <p:cNvGrpSpPr/>
          <p:nvPr/>
        </p:nvGrpSpPr>
        <p:grpSpPr>
          <a:xfrm>
            <a:off x="814349" y="6570022"/>
            <a:ext cx="10563301" cy="276999"/>
            <a:chOff x="790698" y="5902391"/>
            <a:chExt cx="10563301" cy="276999"/>
          </a:xfrm>
        </p:grpSpPr>
        <p:sp>
          <p:nvSpPr>
            <p:cNvPr id="9" name="Segment 0 - Trade Studies">
              <a:extLst>
                <a:ext uri="{FF2B5EF4-FFF2-40B4-BE49-F238E27FC236}">
                  <a16:creationId xmlns:a16="http://schemas.microsoft.com/office/drawing/2014/main" id="{42FBF8E2-31B7-7E90-539E-356EE8C96677}"/>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0" name="Segment 1 - Propulsion">
              <a:extLst>
                <a:ext uri="{FF2B5EF4-FFF2-40B4-BE49-F238E27FC236}">
                  <a16:creationId xmlns:a16="http://schemas.microsoft.com/office/drawing/2014/main" id="{3C1CC4E4-E0CA-31DD-7D6B-F5032B92A070}"/>
                </a:ext>
              </a:extLst>
            </p:cNvPr>
            <p:cNvSpPr/>
            <p:nvPr/>
          </p:nvSpPr>
          <p:spPr>
            <a:xfrm>
              <a:off x="268951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Propulsion</a:t>
              </a:r>
            </a:p>
          </p:txBody>
        </p:sp>
        <p:sp>
          <p:nvSpPr>
            <p:cNvPr id="11" name="Segment 2 - Power Systems">
              <a:extLst>
                <a:ext uri="{FF2B5EF4-FFF2-40B4-BE49-F238E27FC236}">
                  <a16:creationId xmlns:a16="http://schemas.microsoft.com/office/drawing/2014/main" id="{3D2D4E2A-5BF5-3126-E5A6-729B3620C24E}"/>
                </a:ext>
              </a:extLst>
            </p:cNvPr>
            <p:cNvSpPr/>
            <p:nvPr/>
          </p:nvSpPr>
          <p:spPr>
            <a:xfrm>
              <a:off x="4410130" y="5902391"/>
              <a:ext cx="1782024" cy="276999"/>
            </a:xfrm>
            <a:prstGeom prst="chevron">
              <a:avLst>
                <a:gd name="adj" fmla="val 33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chemeClr val="bg1"/>
                  </a:solidFill>
                  <a:latin typeface="Calibri"/>
                </a:rPr>
                <a:t>Power Systems</a:t>
              </a:r>
              <a:endParaRPr lang="en-US" sz="1050" b="0">
                <a:solidFill>
                  <a:schemeClr val="bg1"/>
                </a:solidFill>
                <a:latin typeface="Calibri"/>
                <a:ea typeface="Calibri"/>
                <a:cs typeface="Calibri"/>
              </a:endParaRPr>
            </a:p>
          </p:txBody>
        </p:sp>
        <p:sp>
          <p:nvSpPr>
            <p:cNvPr id="12" name="Segment 3 - Airframe">
              <a:extLst>
                <a:ext uri="{FF2B5EF4-FFF2-40B4-BE49-F238E27FC236}">
                  <a16:creationId xmlns:a16="http://schemas.microsoft.com/office/drawing/2014/main" id="{416EC2B9-B872-8D38-398C-173C9A9B2E44}"/>
                </a:ext>
              </a:extLst>
            </p:cNvPr>
            <p:cNvSpPr/>
            <p:nvPr/>
          </p:nvSpPr>
          <p:spPr>
            <a:xfrm>
              <a:off x="613074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Airframe</a:t>
              </a:r>
            </a:p>
          </p:txBody>
        </p:sp>
        <p:sp>
          <p:nvSpPr>
            <p:cNvPr id="14" name="Segment 4 - GNC">
              <a:extLst>
                <a:ext uri="{FF2B5EF4-FFF2-40B4-BE49-F238E27FC236}">
                  <a16:creationId xmlns:a16="http://schemas.microsoft.com/office/drawing/2014/main" id="{C5FFAD0D-D087-0920-1946-B5539EFCE350}"/>
                </a:ext>
              </a:extLst>
            </p:cNvPr>
            <p:cNvSpPr/>
            <p:nvPr/>
          </p:nvSpPr>
          <p:spPr>
            <a:xfrm>
              <a:off x="785136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GNC</a:t>
              </a:r>
            </a:p>
          </p:txBody>
        </p:sp>
        <p:sp>
          <p:nvSpPr>
            <p:cNvPr id="15" name="Segment 5 - Avionics">
              <a:extLst>
                <a:ext uri="{FF2B5EF4-FFF2-40B4-BE49-F238E27FC236}">
                  <a16:creationId xmlns:a16="http://schemas.microsoft.com/office/drawing/2014/main" id="{B5A0545B-7FE4-C02E-8D29-A3E91FFD0D6F}"/>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Tree>
    <p:extLst>
      <p:ext uri="{BB962C8B-B14F-4D97-AF65-F5344CB8AC3E}">
        <p14:creationId xmlns:p14="http://schemas.microsoft.com/office/powerpoint/2010/main" val="41373569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2B2A27"/>
        </a:solidFill>
        <a:effectLst/>
      </p:bgPr>
    </p:bg>
    <p:spTree>
      <p:nvGrpSpPr>
        <p:cNvPr id="1" name="">
          <a:extLst>
            <a:ext uri="{FF2B5EF4-FFF2-40B4-BE49-F238E27FC236}">
              <a16:creationId xmlns:a16="http://schemas.microsoft.com/office/drawing/2014/main" id="{D4E20850-ADFA-E50A-49AF-AF5A33B73CA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B195F9D-3E38-A39C-6B8F-D24E9204C735}"/>
              </a:ext>
            </a:extLst>
          </p:cNvPr>
          <p:cNvSpPr/>
          <p:nvPr/>
        </p:nvSpPr>
        <p:spPr>
          <a:xfrm>
            <a:off x="9648508" y="4754880"/>
            <a:ext cx="408920" cy="408920"/>
          </a:xfrm>
          <a:prstGeom prst="rect">
            <a:avLst/>
          </a:prstGeom>
          <a:ln w="12700">
            <a:solidFill>
              <a:srgbClr val="C6890F">
                <a:alpha val="14000"/>
              </a:srgbClr>
            </a:solidFill>
            <a:prstDash val="solid"/>
          </a:ln>
        </p:spPr>
        <p:txBody>
          <a:bodyPr/>
          <a:lstStyle/>
          <a:p>
            <a:endParaRPr lang="en-US" sz="1800"/>
          </a:p>
        </p:txBody>
      </p:sp>
      <p:sp>
        <p:nvSpPr>
          <p:cNvPr id="3" name="Shape 1">
            <a:extLst>
              <a:ext uri="{FF2B5EF4-FFF2-40B4-BE49-F238E27FC236}">
                <a16:creationId xmlns:a16="http://schemas.microsoft.com/office/drawing/2014/main" id="{26E776EA-B2F3-5824-3A66-8BDBF82241AC}"/>
              </a:ext>
            </a:extLst>
          </p:cNvPr>
          <p:cNvSpPr/>
          <p:nvPr/>
        </p:nvSpPr>
        <p:spPr>
          <a:xfrm>
            <a:off x="10123996" y="4754880"/>
            <a:ext cx="408920" cy="408920"/>
          </a:xfrm>
          <a:prstGeom prst="rect">
            <a:avLst/>
          </a:prstGeom>
          <a:ln w="12700">
            <a:solidFill>
              <a:srgbClr val="C6890F">
                <a:alpha val="14000"/>
              </a:srgbClr>
            </a:solidFill>
            <a:prstDash val="solid"/>
          </a:ln>
        </p:spPr>
        <p:txBody>
          <a:bodyPr/>
          <a:lstStyle/>
          <a:p>
            <a:endParaRPr lang="en-US" sz="1800"/>
          </a:p>
        </p:txBody>
      </p:sp>
      <p:sp>
        <p:nvSpPr>
          <p:cNvPr id="4" name="Shape 2">
            <a:extLst>
              <a:ext uri="{FF2B5EF4-FFF2-40B4-BE49-F238E27FC236}">
                <a16:creationId xmlns:a16="http://schemas.microsoft.com/office/drawing/2014/main" id="{2878E6FD-CB47-BD4C-0088-01B02A494C4A}"/>
              </a:ext>
            </a:extLst>
          </p:cNvPr>
          <p:cNvSpPr/>
          <p:nvPr/>
        </p:nvSpPr>
        <p:spPr>
          <a:xfrm>
            <a:off x="10599484" y="4754880"/>
            <a:ext cx="408920" cy="408920"/>
          </a:xfrm>
          <a:prstGeom prst="rect">
            <a:avLst/>
          </a:prstGeom>
          <a:ln w="12700">
            <a:solidFill>
              <a:srgbClr val="C6890F">
                <a:alpha val="14000"/>
              </a:srgbClr>
            </a:solidFill>
            <a:prstDash val="solid"/>
          </a:ln>
        </p:spPr>
        <p:txBody>
          <a:bodyPr/>
          <a:lstStyle/>
          <a:p>
            <a:endParaRPr lang="en-US" sz="1800"/>
          </a:p>
        </p:txBody>
      </p:sp>
      <p:sp>
        <p:nvSpPr>
          <p:cNvPr id="5" name="Shape 3">
            <a:extLst>
              <a:ext uri="{FF2B5EF4-FFF2-40B4-BE49-F238E27FC236}">
                <a16:creationId xmlns:a16="http://schemas.microsoft.com/office/drawing/2014/main" id="{2C17F052-BAB6-EECE-408D-7B702B9DE0EA}"/>
              </a:ext>
            </a:extLst>
          </p:cNvPr>
          <p:cNvSpPr/>
          <p:nvPr/>
        </p:nvSpPr>
        <p:spPr>
          <a:xfrm>
            <a:off x="11074972" y="4754880"/>
            <a:ext cx="408920" cy="408920"/>
          </a:xfrm>
          <a:prstGeom prst="rect">
            <a:avLst/>
          </a:prstGeom>
          <a:ln w="12700">
            <a:solidFill>
              <a:srgbClr val="C6890F">
                <a:alpha val="14000"/>
              </a:srgbClr>
            </a:solidFill>
            <a:prstDash val="solid"/>
          </a:ln>
        </p:spPr>
        <p:txBody>
          <a:bodyPr/>
          <a:lstStyle/>
          <a:p>
            <a:endParaRPr lang="en-US" sz="1800"/>
          </a:p>
        </p:txBody>
      </p:sp>
      <p:sp>
        <p:nvSpPr>
          <p:cNvPr id="6" name="Shape 4">
            <a:extLst>
              <a:ext uri="{FF2B5EF4-FFF2-40B4-BE49-F238E27FC236}">
                <a16:creationId xmlns:a16="http://schemas.microsoft.com/office/drawing/2014/main" id="{9B738FE9-3A19-CD72-F1BE-02A8939BDDDE}"/>
              </a:ext>
            </a:extLst>
          </p:cNvPr>
          <p:cNvSpPr/>
          <p:nvPr/>
        </p:nvSpPr>
        <p:spPr>
          <a:xfrm>
            <a:off x="9648508" y="5230368"/>
            <a:ext cx="408920" cy="408920"/>
          </a:xfrm>
          <a:prstGeom prst="rect">
            <a:avLst/>
          </a:prstGeom>
          <a:ln w="12700">
            <a:solidFill>
              <a:srgbClr val="C6890F">
                <a:alpha val="14000"/>
              </a:srgbClr>
            </a:solidFill>
            <a:prstDash val="solid"/>
          </a:ln>
        </p:spPr>
        <p:txBody>
          <a:bodyPr/>
          <a:lstStyle/>
          <a:p>
            <a:endParaRPr lang="en-US" sz="1800"/>
          </a:p>
        </p:txBody>
      </p:sp>
      <p:sp>
        <p:nvSpPr>
          <p:cNvPr id="7" name="Shape 5">
            <a:extLst>
              <a:ext uri="{FF2B5EF4-FFF2-40B4-BE49-F238E27FC236}">
                <a16:creationId xmlns:a16="http://schemas.microsoft.com/office/drawing/2014/main" id="{32584B5D-1177-1F74-B951-4D1A742A80A8}"/>
              </a:ext>
            </a:extLst>
          </p:cNvPr>
          <p:cNvSpPr/>
          <p:nvPr/>
        </p:nvSpPr>
        <p:spPr>
          <a:xfrm>
            <a:off x="10123996" y="5230368"/>
            <a:ext cx="408920" cy="408920"/>
          </a:xfrm>
          <a:prstGeom prst="rect">
            <a:avLst/>
          </a:prstGeom>
          <a:ln w="12700">
            <a:solidFill>
              <a:srgbClr val="C6890F">
                <a:alpha val="14000"/>
              </a:srgbClr>
            </a:solidFill>
            <a:prstDash val="solid"/>
          </a:ln>
        </p:spPr>
        <p:txBody>
          <a:bodyPr/>
          <a:lstStyle/>
          <a:p>
            <a:endParaRPr lang="en-US" sz="1800"/>
          </a:p>
        </p:txBody>
      </p:sp>
      <p:sp>
        <p:nvSpPr>
          <p:cNvPr id="8" name="Shape 6">
            <a:extLst>
              <a:ext uri="{FF2B5EF4-FFF2-40B4-BE49-F238E27FC236}">
                <a16:creationId xmlns:a16="http://schemas.microsoft.com/office/drawing/2014/main" id="{1E287BC2-5B90-26BD-6132-6B390CE65A4C}"/>
              </a:ext>
            </a:extLst>
          </p:cNvPr>
          <p:cNvSpPr/>
          <p:nvPr/>
        </p:nvSpPr>
        <p:spPr>
          <a:xfrm>
            <a:off x="10599484" y="5230368"/>
            <a:ext cx="408920" cy="408920"/>
          </a:xfrm>
          <a:prstGeom prst="rect">
            <a:avLst/>
          </a:prstGeom>
          <a:ln w="12700">
            <a:solidFill>
              <a:srgbClr val="C6890F">
                <a:alpha val="14000"/>
              </a:srgbClr>
            </a:solidFill>
            <a:prstDash val="solid"/>
          </a:ln>
        </p:spPr>
        <p:txBody>
          <a:bodyPr/>
          <a:lstStyle/>
          <a:p>
            <a:endParaRPr lang="en-US" sz="1800"/>
          </a:p>
        </p:txBody>
      </p:sp>
      <p:sp>
        <p:nvSpPr>
          <p:cNvPr id="9" name="Shape 7">
            <a:extLst>
              <a:ext uri="{FF2B5EF4-FFF2-40B4-BE49-F238E27FC236}">
                <a16:creationId xmlns:a16="http://schemas.microsoft.com/office/drawing/2014/main" id="{844ADC5A-FB6E-337B-7435-0E9E33C08056}"/>
              </a:ext>
            </a:extLst>
          </p:cNvPr>
          <p:cNvSpPr/>
          <p:nvPr/>
        </p:nvSpPr>
        <p:spPr>
          <a:xfrm>
            <a:off x="11074972" y="5230368"/>
            <a:ext cx="408920" cy="408920"/>
          </a:xfrm>
          <a:prstGeom prst="rect">
            <a:avLst/>
          </a:prstGeom>
          <a:ln w="12700">
            <a:solidFill>
              <a:srgbClr val="C6890F">
                <a:alpha val="14000"/>
              </a:srgbClr>
            </a:solidFill>
            <a:prstDash val="solid"/>
          </a:ln>
        </p:spPr>
        <p:txBody>
          <a:bodyPr/>
          <a:lstStyle/>
          <a:p>
            <a:endParaRPr lang="en-US" sz="1800"/>
          </a:p>
        </p:txBody>
      </p:sp>
      <p:sp>
        <p:nvSpPr>
          <p:cNvPr id="10" name="Shape 8">
            <a:extLst>
              <a:ext uri="{FF2B5EF4-FFF2-40B4-BE49-F238E27FC236}">
                <a16:creationId xmlns:a16="http://schemas.microsoft.com/office/drawing/2014/main" id="{9856CCCC-EBB9-F170-BC07-72169DC3B543}"/>
              </a:ext>
            </a:extLst>
          </p:cNvPr>
          <p:cNvSpPr/>
          <p:nvPr/>
        </p:nvSpPr>
        <p:spPr>
          <a:xfrm>
            <a:off x="9648508" y="5705856"/>
            <a:ext cx="408920" cy="408920"/>
          </a:xfrm>
          <a:prstGeom prst="rect">
            <a:avLst/>
          </a:prstGeom>
          <a:ln w="12700">
            <a:solidFill>
              <a:srgbClr val="C6890F">
                <a:alpha val="14000"/>
              </a:srgbClr>
            </a:solidFill>
            <a:prstDash val="solid"/>
          </a:ln>
        </p:spPr>
        <p:txBody>
          <a:bodyPr/>
          <a:lstStyle/>
          <a:p>
            <a:endParaRPr lang="en-US" sz="1800"/>
          </a:p>
        </p:txBody>
      </p:sp>
      <p:sp>
        <p:nvSpPr>
          <p:cNvPr id="11" name="Shape 9">
            <a:extLst>
              <a:ext uri="{FF2B5EF4-FFF2-40B4-BE49-F238E27FC236}">
                <a16:creationId xmlns:a16="http://schemas.microsoft.com/office/drawing/2014/main" id="{496FF3C4-5F3F-A0FB-3F16-7E4EEF29541B}"/>
              </a:ext>
            </a:extLst>
          </p:cNvPr>
          <p:cNvSpPr/>
          <p:nvPr/>
        </p:nvSpPr>
        <p:spPr>
          <a:xfrm>
            <a:off x="10123996" y="5705856"/>
            <a:ext cx="408920" cy="408920"/>
          </a:xfrm>
          <a:prstGeom prst="rect">
            <a:avLst/>
          </a:prstGeom>
          <a:ln w="12700">
            <a:solidFill>
              <a:srgbClr val="C6890F">
                <a:alpha val="14000"/>
              </a:srgbClr>
            </a:solidFill>
            <a:prstDash val="solid"/>
          </a:ln>
        </p:spPr>
        <p:txBody>
          <a:bodyPr/>
          <a:lstStyle/>
          <a:p>
            <a:endParaRPr lang="en-US" sz="1800"/>
          </a:p>
        </p:txBody>
      </p:sp>
      <p:sp>
        <p:nvSpPr>
          <p:cNvPr id="12" name="Shape 10">
            <a:extLst>
              <a:ext uri="{FF2B5EF4-FFF2-40B4-BE49-F238E27FC236}">
                <a16:creationId xmlns:a16="http://schemas.microsoft.com/office/drawing/2014/main" id="{0AAC0F6C-E953-BD74-CFAC-EE7884D73D28}"/>
              </a:ext>
            </a:extLst>
          </p:cNvPr>
          <p:cNvSpPr/>
          <p:nvPr/>
        </p:nvSpPr>
        <p:spPr>
          <a:xfrm>
            <a:off x="10599484" y="5705856"/>
            <a:ext cx="408920" cy="408920"/>
          </a:xfrm>
          <a:prstGeom prst="rect">
            <a:avLst/>
          </a:prstGeom>
          <a:ln w="12700">
            <a:solidFill>
              <a:srgbClr val="C6890F">
                <a:alpha val="14000"/>
              </a:srgbClr>
            </a:solidFill>
            <a:prstDash val="solid"/>
          </a:ln>
        </p:spPr>
        <p:txBody>
          <a:bodyPr/>
          <a:lstStyle/>
          <a:p>
            <a:endParaRPr lang="en-US" sz="1800"/>
          </a:p>
        </p:txBody>
      </p:sp>
      <p:sp>
        <p:nvSpPr>
          <p:cNvPr id="13" name="Shape 11">
            <a:extLst>
              <a:ext uri="{FF2B5EF4-FFF2-40B4-BE49-F238E27FC236}">
                <a16:creationId xmlns:a16="http://schemas.microsoft.com/office/drawing/2014/main" id="{56DC7AC0-6922-73CB-6FE5-AF2AA769FCFF}"/>
              </a:ext>
            </a:extLst>
          </p:cNvPr>
          <p:cNvSpPr/>
          <p:nvPr/>
        </p:nvSpPr>
        <p:spPr>
          <a:xfrm>
            <a:off x="11074972" y="5705856"/>
            <a:ext cx="408920" cy="408920"/>
          </a:xfrm>
          <a:prstGeom prst="rect">
            <a:avLst/>
          </a:prstGeom>
          <a:ln w="12700">
            <a:solidFill>
              <a:srgbClr val="C6890F">
                <a:alpha val="14000"/>
              </a:srgbClr>
            </a:solidFill>
            <a:prstDash val="solid"/>
          </a:ln>
        </p:spPr>
        <p:txBody>
          <a:bodyPr/>
          <a:lstStyle/>
          <a:p>
            <a:endParaRPr lang="en-US" sz="1800"/>
          </a:p>
        </p:txBody>
      </p:sp>
      <p:sp>
        <p:nvSpPr>
          <p:cNvPr id="14" name="Shape 12">
            <a:extLst>
              <a:ext uri="{FF2B5EF4-FFF2-40B4-BE49-F238E27FC236}">
                <a16:creationId xmlns:a16="http://schemas.microsoft.com/office/drawing/2014/main" id="{7AF5010D-CF9E-D251-A4ED-6BD22644C32E}"/>
              </a:ext>
            </a:extLst>
          </p:cNvPr>
          <p:cNvSpPr/>
          <p:nvPr/>
        </p:nvSpPr>
        <p:spPr>
          <a:xfrm>
            <a:off x="9785668"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5" name="Shape 13">
            <a:extLst>
              <a:ext uri="{FF2B5EF4-FFF2-40B4-BE49-F238E27FC236}">
                <a16:creationId xmlns:a16="http://schemas.microsoft.com/office/drawing/2014/main" id="{60C85619-4616-BE6B-C5D6-B6A3F3F351E2}"/>
              </a:ext>
            </a:extLst>
          </p:cNvPr>
          <p:cNvSpPr/>
          <p:nvPr/>
        </p:nvSpPr>
        <p:spPr>
          <a:xfrm>
            <a:off x="9944408" y="798820"/>
            <a:ext cx="249448" cy="249448"/>
          </a:xfrm>
          <a:prstGeom prst="ellipse">
            <a:avLst/>
          </a:prstGeom>
          <a:ln w="28575">
            <a:solidFill>
              <a:srgbClr val="C6890F">
                <a:alpha val="85000"/>
              </a:srgbClr>
            </a:solidFill>
            <a:prstDash val="solid"/>
          </a:ln>
        </p:spPr>
        <p:txBody>
          <a:bodyPr/>
          <a:lstStyle/>
          <a:p>
            <a:endParaRPr lang="en-US" sz="1800"/>
          </a:p>
        </p:txBody>
      </p:sp>
      <p:sp>
        <p:nvSpPr>
          <p:cNvPr id="16" name="Shape 14">
            <a:extLst>
              <a:ext uri="{FF2B5EF4-FFF2-40B4-BE49-F238E27FC236}">
                <a16:creationId xmlns:a16="http://schemas.microsoft.com/office/drawing/2014/main" id="{7C56F35E-A9C0-D732-AD1A-042B4C178D58}"/>
              </a:ext>
            </a:extLst>
          </p:cNvPr>
          <p:cNvSpPr/>
          <p:nvPr/>
        </p:nvSpPr>
        <p:spPr>
          <a:xfrm>
            <a:off x="10511336"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7" name="Shape 15">
            <a:extLst>
              <a:ext uri="{FF2B5EF4-FFF2-40B4-BE49-F238E27FC236}">
                <a16:creationId xmlns:a16="http://schemas.microsoft.com/office/drawing/2014/main" id="{8C02E7B6-6FFE-80AC-9D88-49A0FBFE4C8F}"/>
              </a:ext>
            </a:extLst>
          </p:cNvPr>
          <p:cNvSpPr/>
          <p:nvPr/>
        </p:nvSpPr>
        <p:spPr>
          <a:xfrm>
            <a:off x="10670076" y="798820"/>
            <a:ext cx="249448" cy="249448"/>
          </a:xfrm>
          <a:prstGeom prst="ellipse">
            <a:avLst/>
          </a:prstGeom>
          <a:ln w="28575">
            <a:solidFill>
              <a:srgbClr val="C6890F">
                <a:alpha val="85000"/>
              </a:srgbClr>
            </a:solidFill>
            <a:prstDash val="solid"/>
          </a:ln>
        </p:spPr>
        <p:txBody>
          <a:bodyPr/>
          <a:lstStyle/>
          <a:p>
            <a:endParaRPr lang="en-US" sz="1800"/>
          </a:p>
        </p:txBody>
      </p:sp>
      <p:sp>
        <p:nvSpPr>
          <p:cNvPr id="18" name="Shape 16">
            <a:extLst>
              <a:ext uri="{FF2B5EF4-FFF2-40B4-BE49-F238E27FC236}">
                <a16:creationId xmlns:a16="http://schemas.microsoft.com/office/drawing/2014/main" id="{B090A61A-3A16-C3D5-0BE4-1AD114B7C616}"/>
              </a:ext>
            </a:extLst>
          </p:cNvPr>
          <p:cNvSpPr/>
          <p:nvPr/>
        </p:nvSpPr>
        <p:spPr>
          <a:xfrm>
            <a:off x="10749446" y="878190"/>
            <a:ext cx="90708" cy="90708"/>
          </a:xfrm>
          <a:prstGeom prst="ellipse">
            <a:avLst/>
          </a:prstGeom>
          <a:solidFill>
            <a:srgbClr val="2E9BC4">
              <a:alpha val="85000"/>
            </a:srgbClr>
          </a:solidFill>
          <a:ln/>
        </p:spPr>
        <p:txBody>
          <a:bodyPr/>
          <a:lstStyle/>
          <a:p>
            <a:endParaRPr lang="en-US" sz="1800"/>
          </a:p>
        </p:txBody>
      </p:sp>
      <p:sp>
        <p:nvSpPr>
          <p:cNvPr id="22" name="Text 20">
            <a:extLst>
              <a:ext uri="{FF2B5EF4-FFF2-40B4-BE49-F238E27FC236}">
                <a16:creationId xmlns:a16="http://schemas.microsoft.com/office/drawing/2014/main" id="{F457EB5F-6E9C-2A47-0CE5-AB96B1E01AB4}"/>
              </a:ext>
            </a:extLst>
          </p:cNvPr>
          <p:cNvSpPr txBox="1"/>
          <p:nvPr/>
        </p:nvSpPr>
        <p:spPr>
          <a:xfrm>
            <a:off x="605092" y="2651760"/>
            <a:ext cx="10515600" cy="1097280"/>
          </a:xfrm>
          <a:prstGeom prst="rect">
            <a:avLst/>
          </a:prstGeom>
          <a:noFill/>
          <a:ln/>
        </p:spPr>
        <p:txBody>
          <a:bodyPr wrap="square" lIns="0" tIns="0" rIns="0" bIns="0" rtlCol="0" anchor="ctr"/>
          <a:lstStyle/>
          <a:p>
            <a:r>
              <a:rPr lang="en-US" sz="5000" b="1">
                <a:solidFill>
                  <a:srgbClr val="C6890F"/>
                </a:solidFill>
                <a:latin typeface="Arial"/>
                <a:cs typeface="Arial"/>
              </a:rPr>
              <a:t>Airframe and Aerodynamics</a:t>
            </a:r>
            <a:endParaRPr lang="en-US"/>
          </a:p>
        </p:txBody>
      </p:sp>
      <p:sp>
        <p:nvSpPr>
          <p:cNvPr id="23" name="Shape 21">
            <a:extLst>
              <a:ext uri="{FF2B5EF4-FFF2-40B4-BE49-F238E27FC236}">
                <a16:creationId xmlns:a16="http://schemas.microsoft.com/office/drawing/2014/main" id="{F8F9ED2F-2844-79A9-92C1-F355E33D7A93}"/>
              </a:ext>
            </a:extLst>
          </p:cNvPr>
          <p:cNvSpPr/>
          <p:nvPr/>
        </p:nvSpPr>
        <p:spPr>
          <a:xfrm>
            <a:off x="659956" y="3886200"/>
            <a:ext cx="3108960" cy="0"/>
          </a:xfrm>
          <a:prstGeom prst="line">
            <a:avLst/>
          </a:prstGeom>
          <a:noFill/>
          <a:ln w="25400">
            <a:solidFill>
              <a:srgbClr val="C6890F"/>
            </a:solidFill>
            <a:prstDash val="solid"/>
          </a:ln>
        </p:spPr>
        <p:txBody>
          <a:bodyPr/>
          <a:lstStyle/>
          <a:p>
            <a:endParaRPr lang="en-US" sz="1800"/>
          </a:p>
        </p:txBody>
      </p:sp>
      <p:sp>
        <p:nvSpPr>
          <p:cNvPr id="24" name="Text 22">
            <a:extLst>
              <a:ext uri="{FF2B5EF4-FFF2-40B4-BE49-F238E27FC236}">
                <a16:creationId xmlns:a16="http://schemas.microsoft.com/office/drawing/2014/main" id="{39B6A4D9-41BE-9588-AE27-E4CEF9A245B8}"/>
              </a:ext>
            </a:extLst>
          </p:cNvPr>
          <p:cNvSpPr txBox="1"/>
          <p:nvPr/>
        </p:nvSpPr>
        <p:spPr>
          <a:xfrm>
            <a:off x="641668" y="4114800"/>
            <a:ext cx="8686800" cy="548640"/>
          </a:xfrm>
          <a:prstGeom prst="rect">
            <a:avLst/>
          </a:prstGeom>
          <a:noFill/>
          <a:ln/>
        </p:spPr>
        <p:txBody>
          <a:bodyPr wrap="square" lIns="0" tIns="0" rIns="0" bIns="0" rtlCol="0" anchor="ctr"/>
          <a:lstStyle/>
          <a:p>
            <a:r>
              <a:rPr lang="en-US" sz="1600">
                <a:solidFill>
                  <a:srgbClr val="E9E3D6"/>
                </a:solidFill>
                <a:latin typeface="Arial"/>
                <a:cs typeface="Arial"/>
              </a:rPr>
              <a:t>Trade-studies</a:t>
            </a:r>
            <a:endParaRPr lang="en-US" sz="1800"/>
          </a:p>
        </p:txBody>
      </p:sp>
      <p:sp>
        <p:nvSpPr>
          <p:cNvPr id="19" name="Text 19">
            <a:extLst>
              <a:ext uri="{FF2B5EF4-FFF2-40B4-BE49-F238E27FC236}">
                <a16:creationId xmlns:a16="http://schemas.microsoft.com/office/drawing/2014/main" id="{4ACC3A26-FCD3-0306-E7CC-E1A56293798B}"/>
              </a:ext>
            </a:extLst>
          </p:cNvPr>
          <p:cNvSpPr txBox="1"/>
          <p:nvPr/>
        </p:nvSpPr>
        <p:spPr>
          <a:xfrm>
            <a:off x="641500" y="2194881"/>
            <a:ext cx="8227457" cy="36566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kern="0" spc="300">
                <a:solidFill>
                  <a:srgbClr val="2E9BC4"/>
                </a:solidFill>
                <a:latin typeface="Arial"/>
                <a:ea typeface="Arial" pitchFamily="34" charset="-122"/>
                <a:cs typeface="Arial"/>
              </a:rPr>
              <a:t>ASEN 4018-013</a:t>
            </a:r>
            <a:endParaRPr lang="en-US" sz="1400">
              <a:latin typeface="Arial"/>
              <a:cs typeface="Arial"/>
            </a:endParaRPr>
          </a:p>
        </p:txBody>
      </p:sp>
      <p:sp>
        <p:nvSpPr>
          <p:cNvPr id="32" name="Slide Number Placeholder 23">
            <a:extLst>
              <a:ext uri="{FF2B5EF4-FFF2-40B4-BE49-F238E27FC236}">
                <a16:creationId xmlns:a16="http://schemas.microsoft.com/office/drawing/2014/main" id="{B13B2EBB-C12A-0E7E-ECC4-FBE4121FE233}"/>
              </a:ext>
            </a:extLst>
          </p:cNvPr>
          <p:cNvSpPr txBox="1">
            <a:spLocks/>
          </p:cNvSpPr>
          <p:nvPr/>
        </p:nvSpPr>
        <p:spPr>
          <a:xfrm>
            <a:off x="9145743" y="652595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ACAF18C-C32B-5246-8B79-94468F598665}" type="slidenum">
              <a:rPr lang="en-US" smtClean="0">
                <a:solidFill>
                  <a:schemeClr val="bg1"/>
                </a:solidFill>
              </a:rPr>
              <a:pPr/>
              <a:t>46</a:t>
            </a:fld>
            <a:endParaRPr lang="en-US">
              <a:solidFill>
                <a:schemeClr val="bg1"/>
              </a:solidFill>
            </a:endParaRPr>
          </a:p>
        </p:txBody>
      </p:sp>
    </p:spTree>
    <p:extLst>
      <p:ext uri="{BB962C8B-B14F-4D97-AF65-F5344CB8AC3E}">
        <p14:creationId xmlns:p14="http://schemas.microsoft.com/office/powerpoint/2010/main" val="13940648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p:cNvPicPr>
            <a:picLocks noChangeAspect="1"/>
          </p:cNvPicPr>
          <p:nvPr/>
        </p:nvPicPr>
        <p:blipFill>
          <a:blip r:embed="rId3"/>
          <a:stretch>
            <a:fillRect/>
          </a:stretch>
        </p:blipFill>
        <p:spPr>
          <a:xfrm>
            <a:off x="579489" y="504749"/>
            <a:ext cx="362102" cy="362102"/>
          </a:xfrm>
          <a:prstGeom prst="rect">
            <a:avLst/>
          </a:prstGeom>
        </p:spPr>
      </p:pic>
      <p:sp>
        <p:nvSpPr>
          <p:cNvPr id="4" name="Text 1"/>
          <p:cNvSpPr txBox="1"/>
          <p:nvPr/>
        </p:nvSpPr>
        <p:spPr>
          <a:xfrm>
            <a:off x="1281748" y="353648"/>
            <a:ext cx="7680960" cy="658368"/>
          </a:xfrm>
          <a:prstGeom prst="rect">
            <a:avLst/>
          </a:prstGeom>
          <a:noFill/>
          <a:ln/>
        </p:spPr>
        <p:txBody>
          <a:bodyPr wrap="square" lIns="0" tIns="0" rIns="0" bIns="0" rtlCol="0" anchor="ctr"/>
          <a:lstStyle/>
          <a:p>
            <a:r>
              <a:rPr lang="en-US" sz="2800" b="1" kern="0" spc="100">
                <a:solidFill>
                  <a:srgbClr val="2B2A28"/>
                </a:solidFill>
                <a:latin typeface="Arial"/>
                <a:ea typeface="Calibri"/>
                <a:cs typeface="Arial"/>
              </a:rPr>
              <a:t>Subsystem Background</a:t>
            </a:r>
          </a:p>
        </p:txBody>
      </p:sp>
      <p:sp>
        <p:nvSpPr>
          <p:cNvPr id="5" name="Shape 2"/>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7" name="Text 4"/>
          <p:cNvSpPr txBox="1"/>
          <p:nvPr/>
        </p:nvSpPr>
        <p:spPr>
          <a:xfrm>
            <a:off x="579489" y="1461410"/>
            <a:ext cx="8185679" cy="4206240"/>
          </a:xfrm>
          <a:prstGeom prst="rect">
            <a:avLst/>
          </a:prstGeom>
          <a:noFill/>
          <a:ln/>
        </p:spPr>
        <p:txBody>
          <a:bodyPr wrap="square" lIns="0" tIns="0" rIns="0" bIns="0" rtlCol="0" anchor="t"/>
          <a:lstStyle/>
          <a:p>
            <a:pPr>
              <a:lnSpc>
                <a:spcPct val="105000"/>
              </a:lnSpc>
              <a:spcAft>
                <a:spcPts val="600"/>
              </a:spcAft>
              <a:buSzPct val="100000"/>
            </a:pPr>
            <a:r>
              <a:rPr lang="en-US" sz="2200" b="1" u="sng">
                <a:latin typeface="Arial"/>
                <a:ea typeface="Calibri"/>
                <a:cs typeface="Arial"/>
              </a:rPr>
              <a:t>Airframe &amp; Aerodynamics Team:</a:t>
            </a:r>
          </a:p>
          <a:p>
            <a:pPr marL="342900" indent="-342900">
              <a:lnSpc>
                <a:spcPct val="105000"/>
              </a:lnSpc>
              <a:spcAft>
                <a:spcPts val="600"/>
              </a:spcAft>
              <a:buFont typeface="Arial,Sans-Serif"/>
              <a:buChar char="•"/>
            </a:pPr>
            <a:r>
              <a:rPr lang="en-US" b="1">
                <a:latin typeface="Arial"/>
                <a:ea typeface="Calibri"/>
                <a:cs typeface="Arial"/>
              </a:rPr>
              <a:t>Minimum weight without losing structural integrity</a:t>
            </a:r>
          </a:p>
          <a:p>
            <a:pPr marL="342900" indent="-342900">
              <a:lnSpc>
                <a:spcPct val="105000"/>
              </a:lnSpc>
              <a:spcAft>
                <a:spcPts val="600"/>
              </a:spcAft>
              <a:buFont typeface="Arial"/>
              <a:buChar char="•"/>
            </a:pPr>
            <a:r>
              <a:rPr lang="en-US" b="1">
                <a:latin typeface="Arial"/>
                <a:ea typeface="Calibri"/>
                <a:cs typeface="Arial"/>
              </a:rPr>
              <a:t>The airframe structure will provide enough spatial sizing to house all components.</a:t>
            </a:r>
            <a:endParaRPr lang="en-US"/>
          </a:p>
          <a:p>
            <a:pPr marL="800100" lvl="1" indent="-342900">
              <a:lnSpc>
                <a:spcPct val="105000"/>
              </a:lnSpc>
              <a:spcAft>
                <a:spcPts val="600"/>
              </a:spcAft>
              <a:buFont typeface="Arial"/>
              <a:buChar char="•"/>
            </a:pPr>
            <a:r>
              <a:rPr lang="en-US">
                <a:latin typeface="Arial"/>
                <a:ea typeface="Calibri"/>
                <a:cs typeface="Arial"/>
              </a:rPr>
              <a:t>Accessible battery housing</a:t>
            </a:r>
          </a:p>
          <a:p>
            <a:pPr marL="800100" lvl="1" indent="-342900">
              <a:lnSpc>
                <a:spcPct val="105000"/>
              </a:lnSpc>
              <a:spcAft>
                <a:spcPts val="600"/>
              </a:spcAft>
              <a:buFont typeface="Arial"/>
              <a:buChar char="•"/>
            </a:pPr>
            <a:r>
              <a:rPr lang="en-US">
                <a:latin typeface="Arial"/>
                <a:ea typeface="Calibri"/>
                <a:cs typeface="Arial"/>
              </a:rPr>
              <a:t>Easily access internals for maintenance or repair</a:t>
            </a:r>
          </a:p>
          <a:p>
            <a:pPr marL="800100" lvl="1" indent="-342900">
              <a:lnSpc>
                <a:spcPct val="105000"/>
              </a:lnSpc>
              <a:spcAft>
                <a:spcPts val="600"/>
              </a:spcAft>
              <a:buFont typeface="Arial"/>
              <a:buChar char="•"/>
            </a:pPr>
            <a:r>
              <a:rPr lang="en-US">
                <a:latin typeface="Arial"/>
                <a:ea typeface="Calibri"/>
                <a:cs typeface="Arial"/>
              </a:rPr>
              <a:t>Reduce size when possible</a:t>
            </a:r>
          </a:p>
          <a:p>
            <a:pPr marL="342900" indent="-342900">
              <a:lnSpc>
                <a:spcPct val="105000"/>
              </a:lnSpc>
              <a:spcAft>
                <a:spcPts val="600"/>
              </a:spcAft>
              <a:buFont typeface="Arial"/>
              <a:buChar char="•"/>
            </a:pPr>
            <a:r>
              <a:rPr lang="en-US" b="1">
                <a:latin typeface="Arial"/>
                <a:ea typeface="Calibri"/>
                <a:cs typeface="Arial"/>
              </a:rPr>
              <a:t>The structure will need to resist or dissipate</a:t>
            </a:r>
          </a:p>
          <a:p>
            <a:pPr marL="800100" lvl="1" indent="-342900">
              <a:lnSpc>
                <a:spcPct val="105000"/>
              </a:lnSpc>
              <a:spcAft>
                <a:spcPts val="600"/>
              </a:spcAft>
              <a:buFont typeface="Arial"/>
              <a:buChar char="•"/>
            </a:pPr>
            <a:r>
              <a:rPr lang="en-US">
                <a:latin typeface="Arial"/>
                <a:ea typeface="Calibri"/>
                <a:cs typeface="Arial"/>
              </a:rPr>
              <a:t>Impact &amp; shear forces</a:t>
            </a:r>
          </a:p>
          <a:p>
            <a:pPr marL="800100" lvl="1" indent="-342900">
              <a:lnSpc>
                <a:spcPct val="105000"/>
              </a:lnSpc>
              <a:spcAft>
                <a:spcPts val="600"/>
              </a:spcAft>
              <a:buFont typeface="Arial"/>
              <a:buChar char="•"/>
            </a:pPr>
            <a:r>
              <a:rPr lang="en-US">
                <a:latin typeface="Arial"/>
                <a:ea typeface="Calibri"/>
                <a:cs typeface="Arial"/>
              </a:rPr>
              <a:t>Stresses</a:t>
            </a:r>
          </a:p>
          <a:p>
            <a:pPr marL="800100" lvl="1" indent="-342900">
              <a:lnSpc>
                <a:spcPct val="105000"/>
              </a:lnSpc>
              <a:spcAft>
                <a:spcPts val="600"/>
              </a:spcAft>
              <a:buFont typeface="Arial"/>
              <a:buChar char="•"/>
            </a:pPr>
            <a:r>
              <a:rPr lang="en-US">
                <a:latin typeface="Arial"/>
                <a:ea typeface="Calibri"/>
                <a:cs typeface="Arial"/>
              </a:rPr>
              <a:t>Heat </a:t>
            </a:r>
          </a:p>
          <a:p>
            <a:pPr marL="800100" lvl="1" indent="-342900">
              <a:lnSpc>
                <a:spcPct val="105000"/>
              </a:lnSpc>
              <a:spcAft>
                <a:spcPts val="600"/>
              </a:spcAft>
              <a:buFont typeface="Arial"/>
              <a:buChar char="•"/>
            </a:pPr>
            <a:r>
              <a:rPr lang="en-US">
                <a:latin typeface="Arial"/>
                <a:ea typeface="Calibri"/>
                <a:cs typeface="Arial"/>
              </a:rPr>
              <a:t>Environmental conditions</a:t>
            </a:r>
          </a:p>
          <a:p>
            <a:pPr marL="342900" indent="-342900">
              <a:lnSpc>
                <a:spcPct val="105000"/>
              </a:lnSpc>
              <a:spcAft>
                <a:spcPts val="600"/>
              </a:spcAft>
              <a:buFont typeface="Arial"/>
              <a:buChar char="•"/>
            </a:pPr>
            <a:endParaRPr lang="en-US">
              <a:latin typeface="Arial"/>
              <a:ea typeface="Calibri"/>
              <a:cs typeface="Arial"/>
            </a:endParaRPr>
          </a:p>
          <a:p>
            <a:pPr marL="342900" indent="-342900">
              <a:lnSpc>
                <a:spcPct val="105000"/>
              </a:lnSpc>
              <a:spcAft>
                <a:spcPts val="600"/>
              </a:spcAft>
              <a:buFont typeface="Arial"/>
              <a:buChar char="•"/>
            </a:pPr>
            <a:endParaRPr lang="en-US">
              <a:latin typeface="Arial"/>
              <a:ea typeface="Calibri"/>
              <a:cs typeface="Arial"/>
            </a:endParaRPr>
          </a:p>
        </p:txBody>
      </p:sp>
      <p:pic>
        <p:nvPicPr>
          <p:cNvPr id="9" name="Picture 8" descr="A drawing of a hexagon with numbers and a square&#10;&#10;AI-generated content may be incorrect.">
            <a:extLst>
              <a:ext uri="{FF2B5EF4-FFF2-40B4-BE49-F238E27FC236}">
                <a16:creationId xmlns:a16="http://schemas.microsoft.com/office/drawing/2014/main" id="{109E3116-3E4A-B80D-3024-29E091317A0E}"/>
              </a:ext>
            </a:extLst>
          </p:cNvPr>
          <p:cNvPicPr>
            <a:picLocks noChangeAspect="1"/>
          </p:cNvPicPr>
          <p:nvPr/>
        </p:nvPicPr>
        <p:blipFill>
          <a:blip r:embed="rId4"/>
          <a:stretch>
            <a:fillRect/>
          </a:stretch>
        </p:blipFill>
        <p:spPr>
          <a:xfrm>
            <a:off x="7042799" y="2531151"/>
            <a:ext cx="4364796" cy="3847476"/>
          </a:xfrm>
          <a:prstGeom prst="rect">
            <a:avLst/>
          </a:prstGeom>
        </p:spPr>
      </p:pic>
      <p:grpSp>
        <p:nvGrpSpPr>
          <p:cNvPr id="10" name="Trade Studies Bar - 3 Airframe">
            <a:extLst>
              <a:ext uri="{FF2B5EF4-FFF2-40B4-BE49-F238E27FC236}">
                <a16:creationId xmlns:a16="http://schemas.microsoft.com/office/drawing/2014/main" id="{9832CBE0-B80B-6599-AFCA-C14CEC80A34A}"/>
              </a:ext>
            </a:extLst>
          </p:cNvPr>
          <p:cNvGrpSpPr/>
          <p:nvPr/>
        </p:nvGrpSpPr>
        <p:grpSpPr>
          <a:xfrm>
            <a:off x="814349" y="6569571"/>
            <a:ext cx="10563301" cy="276999"/>
            <a:chOff x="790698" y="5902391"/>
            <a:chExt cx="10563301" cy="276999"/>
          </a:xfrm>
        </p:grpSpPr>
        <p:sp>
          <p:nvSpPr>
            <p:cNvPr id="11" name="Segment 0 - Trade Studies">
              <a:extLst>
                <a:ext uri="{FF2B5EF4-FFF2-40B4-BE49-F238E27FC236}">
                  <a16:creationId xmlns:a16="http://schemas.microsoft.com/office/drawing/2014/main" id="{F66ABC32-28F8-951A-64C5-50EA214E3145}"/>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2" name="Segment 1 - Propulsion">
              <a:extLst>
                <a:ext uri="{FF2B5EF4-FFF2-40B4-BE49-F238E27FC236}">
                  <a16:creationId xmlns:a16="http://schemas.microsoft.com/office/drawing/2014/main" id="{C3D5361A-A84E-DA86-B71E-9AF95DE9B04C}"/>
                </a:ext>
              </a:extLst>
            </p:cNvPr>
            <p:cNvSpPr/>
            <p:nvPr/>
          </p:nvSpPr>
          <p:spPr>
            <a:xfrm>
              <a:off x="268951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Propulsion</a:t>
              </a:r>
            </a:p>
          </p:txBody>
        </p:sp>
        <p:sp>
          <p:nvSpPr>
            <p:cNvPr id="13" name="Segment 2 - Power Systems">
              <a:extLst>
                <a:ext uri="{FF2B5EF4-FFF2-40B4-BE49-F238E27FC236}">
                  <a16:creationId xmlns:a16="http://schemas.microsoft.com/office/drawing/2014/main" id="{3283D887-9918-0399-156B-5498542A1EAF}"/>
                </a:ext>
              </a:extLst>
            </p:cNvPr>
            <p:cNvSpPr/>
            <p:nvPr/>
          </p:nvSpPr>
          <p:spPr>
            <a:xfrm>
              <a:off x="441013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Power Systems</a:t>
              </a:r>
            </a:p>
          </p:txBody>
        </p:sp>
        <p:sp>
          <p:nvSpPr>
            <p:cNvPr id="14" name="Segment 3 - Airframe">
              <a:extLst>
                <a:ext uri="{FF2B5EF4-FFF2-40B4-BE49-F238E27FC236}">
                  <a16:creationId xmlns:a16="http://schemas.microsoft.com/office/drawing/2014/main" id="{A11152BA-C92B-8A82-73BA-243AEE01672D}"/>
                </a:ext>
              </a:extLst>
            </p:cNvPr>
            <p:cNvSpPr/>
            <p:nvPr/>
          </p:nvSpPr>
          <p:spPr>
            <a:xfrm>
              <a:off x="613074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Airframe</a:t>
              </a:r>
              <a:r>
                <a:rPr lang="en-US" sz="1050" b="1">
                  <a:solidFill>
                    <a:srgbClr val="FFFFFF"/>
                  </a:solidFill>
                  <a:latin typeface="Calibri"/>
                </a:rPr>
                <a:t> &amp; Aerodynamics</a:t>
              </a:r>
              <a:endParaRPr sz="1050" b="1">
                <a:solidFill>
                  <a:srgbClr val="FFFFFF"/>
                </a:solidFill>
                <a:latin typeface="Calibri"/>
              </a:endParaRPr>
            </a:p>
          </p:txBody>
        </p:sp>
        <p:sp>
          <p:nvSpPr>
            <p:cNvPr id="15" name="Segment 4 - GNC">
              <a:extLst>
                <a:ext uri="{FF2B5EF4-FFF2-40B4-BE49-F238E27FC236}">
                  <a16:creationId xmlns:a16="http://schemas.microsoft.com/office/drawing/2014/main" id="{2E531BB5-D1E1-1FD2-7955-54C167588A3D}"/>
                </a:ext>
              </a:extLst>
            </p:cNvPr>
            <p:cNvSpPr/>
            <p:nvPr/>
          </p:nvSpPr>
          <p:spPr>
            <a:xfrm>
              <a:off x="785136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GNC</a:t>
              </a:r>
            </a:p>
          </p:txBody>
        </p:sp>
        <p:sp>
          <p:nvSpPr>
            <p:cNvPr id="16" name="Segment 5 - Avionics">
              <a:extLst>
                <a:ext uri="{FF2B5EF4-FFF2-40B4-BE49-F238E27FC236}">
                  <a16:creationId xmlns:a16="http://schemas.microsoft.com/office/drawing/2014/main" id="{49E38E23-7DDC-07A5-6659-7A18F7B09991}"/>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
        <p:nvSpPr>
          <p:cNvPr id="17" name="Slide Number Placeholder 23">
            <a:extLst>
              <a:ext uri="{FF2B5EF4-FFF2-40B4-BE49-F238E27FC236}">
                <a16:creationId xmlns:a16="http://schemas.microsoft.com/office/drawing/2014/main" id="{8CD15E0D-C195-FFFE-2D04-5A37B15BAFA6}"/>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t>47</a:t>
            </a:fld>
            <a:endParaRPr lang="en-US"/>
          </a:p>
        </p:txBody>
      </p:sp>
    </p:spTree>
    <p:extLst>
      <p:ext uri="{BB962C8B-B14F-4D97-AF65-F5344CB8AC3E}">
        <p14:creationId xmlns:p14="http://schemas.microsoft.com/office/powerpoint/2010/main" val="15323263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73A95-5FC6-AB34-41D0-5E27B0A3C4A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B3ECF82-CF98-55A6-16D1-B537F372C04B}"/>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78A00ADB-EF22-DDAE-F43E-B2D60E490B56}"/>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C0ACE928-9B92-AE99-BF4D-5423C19E055D}"/>
              </a:ext>
            </a:extLst>
          </p:cNvPr>
          <p:cNvSpPr txBox="1"/>
          <p:nvPr/>
        </p:nvSpPr>
        <p:spPr>
          <a:xfrm>
            <a:off x="1281748" y="353648"/>
            <a:ext cx="7680960" cy="658368"/>
          </a:xfrm>
          <a:prstGeom prst="rect">
            <a:avLst/>
          </a:prstGeom>
          <a:noFill/>
          <a:ln/>
        </p:spPr>
        <p:txBody>
          <a:bodyPr wrap="square" lIns="0" tIns="0" rIns="0" bIns="0" rtlCol="0" anchor="ctr"/>
          <a:lstStyle/>
          <a:p>
            <a:r>
              <a:rPr lang="en-US" sz="2800" b="1" kern="0" spc="100">
                <a:solidFill>
                  <a:srgbClr val="2B2A28"/>
                </a:solidFill>
                <a:latin typeface="Arial"/>
                <a:cs typeface="Arial"/>
              </a:rPr>
              <a:t>Relevant Requirements for Shape &amp; Configuration</a:t>
            </a:r>
          </a:p>
        </p:txBody>
      </p:sp>
      <p:sp>
        <p:nvSpPr>
          <p:cNvPr id="5" name="Shape 2">
            <a:extLst>
              <a:ext uri="{FF2B5EF4-FFF2-40B4-BE49-F238E27FC236}">
                <a16:creationId xmlns:a16="http://schemas.microsoft.com/office/drawing/2014/main" id="{FE663850-6297-9B89-370D-AAC620E5AA0D}"/>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C8B01871-F55C-DC71-9220-68815F293EB4}"/>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graphicFrame>
        <p:nvGraphicFramePr>
          <p:cNvPr id="9" name="Table 8">
            <a:extLst>
              <a:ext uri="{FF2B5EF4-FFF2-40B4-BE49-F238E27FC236}">
                <a16:creationId xmlns:a16="http://schemas.microsoft.com/office/drawing/2014/main" id="{B3C17548-D674-A613-6A6D-4ACC1A9F24BF}"/>
              </a:ext>
            </a:extLst>
          </p:cNvPr>
          <p:cNvGraphicFramePr>
            <a:graphicFrameLocks noGrp="1"/>
          </p:cNvGraphicFramePr>
          <p:nvPr>
            <p:extLst>
              <p:ext uri="{D42A27DB-BD31-4B8C-83A1-F6EECF244321}">
                <p14:modId xmlns:p14="http://schemas.microsoft.com/office/powerpoint/2010/main" val="1898387823"/>
              </p:ext>
            </p:extLst>
          </p:nvPr>
        </p:nvGraphicFramePr>
        <p:xfrm>
          <a:off x="481419" y="1207880"/>
          <a:ext cx="11237392" cy="3399813"/>
        </p:xfrm>
        <a:graphic>
          <a:graphicData uri="http://schemas.openxmlformats.org/drawingml/2006/table">
            <a:tbl>
              <a:tblPr bandRow="1">
                <a:tableStyleId>{5C22544A-7EE6-4342-B048-85BDC9FD1C3A}</a:tableStyleId>
              </a:tblPr>
              <a:tblGrid>
                <a:gridCol w="3280572">
                  <a:extLst>
                    <a:ext uri="{9D8B030D-6E8A-4147-A177-3AD203B41FA5}">
                      <a16:colId xmlns:a16="http://schemas.microsoft.com/office/drawing/2014/main" val="4226704145"/>
                    </a:ext>
                  </a:extLst>
                </a:gridCol>
                <a:gridCol w="4128030">
                  <a:extLst>
                    <a:ext uri="{9D8B030D-6E8A-4147-A177-3AD203B41FA5}">
                      <a16:colId xmlns:a16="http://schemas.microsoft.com/office/drawing/2014/main" val="2555824011"/>
                    </a:ext>
                  </a:extLst>
                </a:gridCol>
                <a:gridCol w="3828790">
                  <a:extLst>
                    <a:ext uri="{9D8B030D-6E8A-4147-A177-3AD203B41FA5}">
                      <a16:colId xmlns:a16="http://schemas.microsoft.com/office/drawing/2014/main" val="3575650190"/>
                    </a:ext>
                  </a:extLst>
                </a:gridCol>
              </a:tblGrid>
              <a:tr h="645591">
                <a:tc>
                  <a:txBody>
                    <a:bodyPr/>
                    <a:lstStyle/>
                    <a:p>
                      <a:pPr lvl="0">
                        <a:buNone/>
                      </a:pPr>
                      <a:r>
                        <a:rPr lang="en-US" sz="1400" b="1" i="0">
                          <a:effectLst/>
                          <a:latin typeface="Arial" panose="020B0604020202020204" pitchFamily="34" charset="0"/>
                          <a:ea typeface="Calibri"/>
                          <a:cs typeface="Arial" panose="020B0604020202020204" pitchFamily="34" charset="0"/>
                        </a:rPr>
                        <a:t>Requirement #</a:t>
                      </a:r>
                      <a:endParaRPr lang="en-US">
                        <a:latin typeface="Arial" panose="020B0604020202020204" pitchFamily="34" charset="0"/>
                        <a:cs typeface="Arial" panose="020B0604020202020204" pitchFamily="34" charset="0"/>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buNone/>
                      </a:pPr>
                      <a:r>
                        <a:rPr lang="en-US" sz="1400" b="1" i="0">
                          <a:effectLst/>
                          <a:latin typeface="Arial" panose="020B0604020202020204" pitchFamily="34" charset="0"/>
                          <a:ea typeface="Calibri"/>
                          <a:cs typeface="Arial" panose="020B0604020202020204" pitchFamily="34" charset="0"/>
                        </a:rPr>
                        <a:t>Requirement</a:t>
                      </a:r>
                      <a:endParaRPr lang="en-US">
                        <a:latin typeface="Arial" panose="020B0604020202020204" pitchFamily="34" charset="0"/>
                        <a:cs typeface="Arial" panose="020B0604020202020204" pitchFamily="34" charset="0"/>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C0E6F5"/>
                    </a:solidFill>
                  </a:tcPr>
                </a:tc>
                <a:tc>
                  <a:txBody>
                    <a:bodyPr/>
                    <a:lstStyle/>
                    <a:p>
                      <a:pPr lvl="0">
                        <a:buNone/>
                      </a:pPr>
                      <a:r>
                        <a:rPr lang="en-US" sz="1400" b="1" i="0">
                          <a:effectLst/>
                          <a:latin typeface="Arial" panose="020B0604020202020204" pitchFamily="34" charset="0"/>
                          <a:ea typeface="Calibri"/>
                          <a:cs typeface="Arial" panose="020B0604020202020204" pitchFamily="34" charset="0"/>
                        </a:rPr>
                        <a:t>Rationale for Relevance</a:t>
                      </a:r>
                      <a:endParaRPr lang="en-US">
                        <a:latin typeface="Arial" panose="020B0604020202020204" pitchFamily="34" charset="0"/>
                        <a:cs typeface="Arial" panose="020B0604020202020204" pitchFamily="34" charset="0"/>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C0E6F5"/>
                    </a:solidFill>
                  </a:tcPr>
                </a:tc>
                <a:extLst>
                  <a:ext uri="{0D108BD9-81ED-4DB2-BD59-A6C34878D82A}">
                    <a16:rowId xmlns:a16="http://schemas.microsoft.com/office/drawing/2014/main" val="2433659630"/>
                  </a:ext>
                </a:extLst>
              </a:tr>
              <a:tr h="645591">
                <a:tc>
                  <a:txBody>
                    <a:bodyPr/>
                    <a:lstStyle/>
                    <a:p>
                      <a:pPr lvl="0">
                        <a:buNone/>
                      </a:pPr>
                      <a:r>
                        <a:rPr lang="en-US" sz="1400" b="0" i="0" u="none" strike="noStrike" noProof="0">
                          <a:effectLst/>
                          <a:latin typeface="Arial" panose="020B0604020202020204" pitchFamily="34" charset="0"/>
                          <a:cs typeface="Arial" panose="020B0604020202020204" pitchFamily="34" charset="0"/>
                        </a:rPr>
                        <a:t>UAS-VSYS-1.1</a:t>
                      </a:r>
                      <a:endParaRPr lang="en-US">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buNone/>
                      </a:pPr>
                      <a:r>
                        <a:rPr lang="en-US" sz="1400" b="0" i="0" u="none" strike="noStrike" noProof="0">
                          <a:effectLst/>
                          <a:latin typeface="Arial" panose="020B0604020202020204" pitchFamily="34" charset="0"/>
                          <a:cs typeface="Arial" panose="020B0604020202020204" pitchFamily="34" charset="0"/>
                        </a:rPr>
                        <a:t>The UAS shall sustain stress loads of TBD for a duration of 15 minutes.</a:t>
                      </a:r>
                      <a:endParaRPr lang="en-US" u="none" strike="noStrike" noProof="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panose="020B0604020202020204" pitchFamily="34" charset="0"/>
                          <a:ea typeface="Calibri"/>
                          <a:cs typeface="Arial" panose="020B0604020202020204" pitchFamily="34" charset="0"/>
                        </a:rPr>
                        <a:t>Airframe must remain robust in all expected conditions to facilitate mission success.</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extLst>
                  <a:ext uri="{0D108BD9-81ED-4DB2-BD59-A6C34878D82A}">
                    <a16:rowId xmlns:a16="http://schemas.microsoft.com/office/drawing/2014/main" val="3884621858"/>
                  </a:ext>
                </a:extLst>
              </a:tr>
              <a:tr h="645591">
                <a:tc>
                  <a:txBody>
                    <a:bodyPr/>
                    <a:lstStyle/>
                    <a:p>
                      <a:pPr lvl="0">
                        <a:buNone/>
                      </a:pPr>
                      <a:r>
                        <a:rPr lang="en-US" sz="1400" b="0" i="0">
                          <a:effectLst/>
                          <a:latin typeface="Arial" panose="020B0604020202020204" pitchFamily="34" charset="0"/>
                          <a:ea typeface="Calibri"/>
                          <a:cs typeface="Arial" panose="020B0604020202020204" pitchFamily="34" charset="0"/>
                        </a:rPr>
                        <a:t>UAS-VYS-5</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buNone/>
                      </a:pPr>
                      <a:r>
                        <a:rPr lang="en-US" sz="1400" b="0" i="0" u="none" strike="noStrike" noProof="0">
                          <a:effectLst/>
                          <a:latin typeface="Arial" panose="020B0604020202020204" pitchFamily="34" charset="0"/>
                          <a:cs typeface="Arial" panose="020B0604020202020204" pitchFamily="34" charset="0"/>
                        </a:rPr>
                        <a:t>The UAS shall have a volumetric footprint of 50 cm length x 50 cm width x 30 cm height.</a:t>
                      </a:r>
                      <a:endParaRPr lang="en-US">
                        <a:latin typeface="Arial" panose="020B0604020202020204" pitchFamily="34" charset="0"/>
                        <a:cs typeface="Arial" panose="020B0604020202020204" pitchFamily="34" charset="0"/>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panose="020B0604020202020204" pitchFamily="34" charset="0"/>
                          <a:ea typeface="Calibri"/>
                          <a:cs typeface="Arial" panose="020B0604020202020204" pitchFamily="34" charset="0"/>
                        </a:rPr>
                        <a:t>Airframe must meet the volumetric footprint requirement and be able to accommodate all other subsystem functions.</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extLst>
                  <a:ext uri="{0D108BD9-81ED-4DB2-BD59-A6C34878D82A}">
                    <a16:rowId xmlns:a16="http://schemas.microsoft.com/office/drawing/2014/main" val="1355369355"/>
                  </a:ext>
                </a:extLst>
              </a:tr>
              <a:tr h="645591">
                <a:tc>
                  <a:txBody>
                    <a:bodyPr/>
                    <a:lstStyle/>
                    <a:p>
                      <a:pPr lvl="0">
                        <a:buNone/>
                      </a:pPr>
                      <a:r>
                        <a:rPr lang="en-US" sz="1400" b="0" i="0">
                          <a:effectLst/>
                          <a:latin typeface="Arial" panose="020B0604020202020204" pitchFamily="34" charset="0"/>
                          <a:ea typeface="Calibri"/>
                          <a:cs typeface="Arial" panose="020B0604020202020204" pitchFamily="34" charset="0"/>
                        </a:rPr>
                        <a:t>UAS-VSYS-6</a:t>
                      </a:r>
                      <a:endParaRPr lang="en-US">
                        <a:latin typeface="Arial" panose="020B0604020202020204" pitchFamily="34" charset="0"/>
                        <a:cs typeface="Arial" panose="020B0604020202020204" pitchFamily="34" charset="0"/>
                      </a:endParaRPr>
                    </a:p>
                    <a:p>
                      <a:pPr lvl="0">
                        <a:buNone/>
                      </a:pPr>
                      <a:endParaRPr lang="en-US" sz="1400" b="0" i="0">
                        <a:effectLst/>
                        <a:latin typeface="Arial" panose="020B0604020202020204" pitchFamily="34" charset="0"/>
                        <a:ea typeface="Calibri"/>
                        <a:cs typeface="Arial" panose="020B0604020202020204" pitchFamily="34" charset="0"/>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buNone/>
                      </a:pPr>
                      <a:r>
                        <a:rPr lang="en-US" sz="1400" b="0" i="0" u="none" strike="noStrike" noProof="0">
                          <a:effectLst/>
                          <a:latin typeface="Arial" panose="020B0604020202020204" pitchFamily="34" charset="0"/>
                          <a:cs typeface="Arial" panose="020B0604020202020204" pitchFamily="34" charset="0"/>
                        </a:rPr>
                        <a:t>The UAS shall weight no more than 12.5 lb (5.6 kg).</a:t>
                      </a:r>
                      <a:endParaRPr lang="en-US">
                        <a:latin typeface="Arial" panose="020B0604020202020204" pitchFamily="34" charset="0"/>
                        <a:cs typeface="Arial" panose="020B0604020202020204" pitchFamily="34" charset="0"/>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panose="020B0604020202020204" pitchFamily="34" charset="0"/>
                          <a:ea typeface="Calibri"/>
                          <a:cs typeface="Arial" panose="020B0604020202020204" pitchFamily="34" charset="0"/>
                        </a:rPr>
                        <a:t>Airframe must not exceed the weight limit to stay within a reasonable operation condition of other UAS models.</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extLst>
                  <a:ext uri="{0D108BD9-81ED-4DB2-BD59-A6C34878D82A}">
                    <a16:rowId xmlns:a16="http://schemas.microsoft.com/office/drawing/2014/main" val="2224957842"/>
                  </a:ext>
                </a:extLst>
              </a:tr>
              <a:tr h="645591">
                <a:tc>
                  <a:txBody>
                    <a:bodyPr/>
                    <a:lstStyle/>
                    <a:p>
                      <a:pPr lvl="0">
                        <a:buNone/>
                      </a:pPr>
                      <a:r>
                        <a:rPr lang="en-US" sz="1400" b="0" i="0">
                          <a:effectLst/>
                          <a:latin typeface="Arial" panose="020B0604020202020204" pitchFamily="34" charset="0"/>
                          <a:ea typeface="Calibri"/>
                          <a:cs typeface="Arial" panose="020B0604020202020204" pitchFamily="34" charset="0"/>
                        </a:rPr>
                        <a:t>UAS-VSYS-7</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buNone/>
                      </a:pPr>
                      <a:r>
                        <a:rPr lang="en-US" sz="1400" b="0" i="0" u="none" strike="noStrike" noProof="0">
                          <a:effectLst/>
                          <a:latin typeface="Arial" panose="020B0604020202020204" pitchFamily="34" charset="0"/>
                          <a:cs typeface="Arial" panose="020B0604020202020204" pitchFamily="34" charset="0"/>
                        </a:rPr>
                        <a:t>The UAS structure shall be able to function in temperatures ranging from 15°C to 25°C.</a:t>
                      </a:r>
                      <a:endParaRPr lang="en-US">
                        <a:latin typeface="Arial" panose="020B0604020202020204" pitchFamily="34" charset="0"/>
                        <a:cs typeface="Arial" panose="020B0604020202020204" pitchFamily="34" charset="0"/>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C0E6F5"/>
                    </a:solidFill>
                  </a:tcPr>
                </a:tc>
                <a:tc>
                  <a:txBody>
                    <a:bodyPr/>
                    <a:lstStyle/>
                    <a:p>
                      <a:pPr lvl="0">
                        <a:buNone/>
                      </a:pPr>
                      <a:r>
                        <a:rPr lang="en-US" sz="1400" b="0" i="0">
                          <a:effectLst/>
                          <a:latin typeface="Arial" panose="020B0604020202020204" pitchFamily="34" charset="0"/>
                          <a:ea typeface="Calibri"/>
                          <a:cs typeface="Arial" panose="020B0604020202020204" pitchFamily="34" charset="0"/>
                        </a:rPr>
                        <a:t>Airframe must be able to sustain operation in a range of ambient temperature conditions.</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C0E6F5"/>
                    </a:solidFill>
                  </a:tcPr>
                </a:tc>
                <a:extLst>
                  <a:ext uri="{0D108BD9-81ED-4DB2-BD59-A6C34878D82A}">
                    <a16:rowId xmlns:a16="http://schemas.microsoft.com/office/drawing/2014/main" val="452152920"/>
                  </a:ext>
                </a:extLst>
              </a:tr>
            </a:tbl>
          </a:graphicData>
        </a:graphic>
      </p:graphicFrame>
      <p:sp>
        <p:nvSpPr>
          <p:cNvPr id="8" name="TextBox 7">
            <a:extLst>
              <a:ext uri="{FF2B5EF4-FFF2-40B4-BE49-F238E27FC236}">
                <a16:creationId xmlns:a16="http://schemas.microsoft.com/office/drawing/2014/main" id="{D96CB4FA-12B0-184F-B4CB-A5F8CADCE0EC}"/>
              </a:ext>
            </a:extLst>
          </p:cNvPr>
          <p:cNvSpPr txBox="1"/>
          <p:nvPr/>
        </p:nvSpPr>
        <p:spPr>
          <a:xfrm>
            <a:off x="1636426" y="5084163"/>
            <a:ext cx="926891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Key Requirement Impact: </a:t>
            </a:r>
            <a:r>
              <a:rPr lang="en-US"/>
              <a:t>Structural loading, geometry, weight, and operating conditions drive the design configuration of the UAS to be structurally robust, compact, and be of minimal weight.</a:t>
            </a:r>
          </a:p>
        </p:txBody>
      </p:sp>
      <p:grpSp>
        <p:nvGrpSpPr>
          <p:cNvPr id="10" name="Trade Studies Bar - 3 Airframe">
            <a:extLst>
              <a:ext uri="{FF2B5EF4-FFF2-40B4-BE49-F238E27FC236}">
                <a16:creationId xmlns:a16="http://schemas.microsoft.com/office/drawing/2014/main" id="{B213E311-5879-61A8-22E6-FFF9E7E3F540}"/>
              </a:ext>
            </a:extLst>
          </p:cNvPr>
          <p:cNvGrpSpPr/>
          <p:nvPr/>
        </p:nvGrpSpPr>
        <p:grpSpPr>
          <a:xfrm>
            <a:off x="814349" y="6569571"/>
            <a:ext cx="10563301" cy="276999"/>
            <a:chOff x="790698" y="5902391"/>
            <a:chExt cx="10563301" cy="276999"/>
          </a:xfrm>
        </p:grpSpPr>
        <p:sp>
          <p:nvSpPr>
            <p:cNvPr id="11" name="Segment 0 - Trade Studies">
              <a:extLst>
                <a:ext uri="{FF2B5EF4-FFF2-40B4-BE49-F238E27FC236}">
                  <a16:creationId xmlns:a16="http://schemas.microsoft.com/office/drawing/2014/main" id="{732E0162-1476-E5D3-F81E-D507E5F9F072}"/>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2" name="Segment 1 - Propulsion">
              <a:extLst>
                <a:ext uri="{FF2B5EF4-FFF2-40B4-BE49-F238E27FC236}">
                  <a16:creationId xmlns:a16="http://schemas.microsoft.com/office/drawing/2014/main" id="{E8B0C3AC-1EBA-95C5-16BE-14B11F694D2E}"/>
                </a:ext>
              </a:extLst>
            </p:cNvPr>
            <p:cNvSpPr/>
            <p:nvPr/>
          </p:nvSpPr>
          <p:spPr>
            <a:xfrm>
              <a:off x="268951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Propulsion</a:t>
              </a:r>
            </a:p>
          </p:txBody>
        </p:sp>
        <p:sp>
          <p:nvSpPr>
            <p:cNvPr id="13" name="Segment 2 - Power Systems">
              <a:extLst>
                <a:ext uri="{FF2B5EF4-FFF2-40B4-BE49-F238E27FC236}">
                  <a16:creationId xmlns:a16="http://schemas.microsoft.com/office/drawing/2014/main" id="{BF42DAB3-3B2C-0A55-373F-6BAF5425D015}"/>
                </a:ext>
              </a:extLst>
            </p:cNvPr>
            <p:cNvSpPr/>
            <p:nvPr/>
          </p:nvSpPr>
          <p:spPr>
            <a:xfrm>
              <a:off x="441013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Power Systems</a:t>
              </a:r>
            </a:p>
          </p:txBody>
        </p:sp>
        <p:sp>
          <p:nvSpPr>
            <p:cNvPr id="14" name="Segment 3 - Airframe">
              <a:extLst>
                <a:ext uri="{FF2B5EF4-FFF2-40B4-BE49-F238E27FC236}">
                  <a16:creationId xmlns:a16="http://schemas.microsoft.com/office/drawing/2014/main" id="{3167228A-6684-BC33-C53E-57F1C3945437}"/>
                </a:ext>
              </a:extLst>
            </p:cNvPr>
            <p:cNvSpPr/>
            <p:nvPr/>
          </p:nvSpPr>
          <p:spPr>
            <a:xfrm>
              <a:off x="613074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Airframe</a:t>
              </a:r>
              <a:r>
                <a:rPr lang="en-US" sz="1050" b="1">
                  <a:solidFill>
                    <a:srgbClr val="FFFFFF"/>
                  </a:solidFill>
                  <a:latin typeface="Calibri"/>
                </a:rPr>
                <a:t> &amp; Aerodynamics</a:t>
              </a:r>
              <a:endParaRPr sz="1050" b="1">
                <a:solidFill>
                  <a:srgbClr val="FFFFFF"/>
                </a:solidFill>
                <a:latin typeface="Calibri"/>
              </a:endParaRPr>
            </a:p>
          </p:txBody>
        </p:sp>
        <p:sp>
          <p:nvSpPr>
            <p:cNvPr id="15" name="Segment 4 - GNC">
              <a:extLst>
                <a:ext uri="{FF2B5EF4-FFF2-40B4-BE49-F238E27FC236}">
                  <a16:creationId xmlns:a16="http://schemas.microsoft.com/office/drawing/2014/main" id="{A2FD3E93-88DF-7DB4-9A12-0B666B626479}"/>
                </a:ext>
              </a:extLst>
            </p:cNvPr>
            <p:cNvSpPr/>
            <p:nvPr/>
          </p:nvSpPr>
          <p:spPr>
            <a:xfrm>
              <a:off x="785136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GNC</a:t>
              </a:r>
            </a:p>
          </p:txBody>
        </p:sp>
        <p:sp>
          <p:nvSpPr>
            <p:cNvPr id="16" name="Segment 5 - Avionics">
              <a:extLst>
                <a:ext uri="{FF2B5EF4-FFF2-40B4-BE49-F238E27FC236}">
                  <a16:creationId xmlns:a16="http://schemas.microsoft.com/office/drawing/2014/main" id="{43B946EF-08CC-2A87-9520-36D47C1615F5}"/>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
        <p:nvSpPr>
          <p:cNvPr id="17" name="Slide Number Placeholder 23">
            <a:extLst>
              <a:ext uri="{FF2B5EF4-FFF2-40B4-BE49-F238E27FC236}">
                <a16:creationId xmlns:a16="http://schemas.microsoft.com/office/drawing/2014/main" id="{0B531FC8-E7AD-127E-1C87-F81AC45A6001}"/>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t>48</a:t>
            </a:fld>
            <a:endParaRPr lang="en-US"/>
          </a:p>
        </p:txBody>
      </p:sp>
    </p:spTree>
    <p:extLst>
      <p:ext uri="{BB962C8B-B14F-4D97-AF65-F5344CB8AC3E}">
        <p14:creationId xmlns:p14="http://schemas.microsoft.com/office/powerpoint/2010/main" val="30150156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EAA76-BB65-4DAB-6A22-12C950EE0F3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E56FD4A-75D1-CDA4-BEA2-10900759BF55}"/>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A588036F-596E-D530-DB10-75BA7656389B}"/>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5BAA734F-3355-8122-A3B9-D7494B522D89}"/>
              </a:ext>
            </a:extLst>
          </p:cNvPr>
          <p:cNvSpPr txBox="1"/>
          <p:nvPr/>
        </p:nvSpPr>
        <p:spPr>
          <a:xfrm>
            <a:off x="1281748" y="353648"/>
            <a:ext cx="7680960" cy="658368"/>
          </a:xfrm>
          <a:prstGeom prst="rect">
            <a:avLst/>
          </a:prstGeom>
          <a:noFill/>
          <a:ln/>
        </p:spPr>
        <p:txBody>
          <a:bodyPr wrap="square" lIns="0" tIns="0" rIns="0" bIns="0" rtlCol="0" anchor="ctr"/>
          <a:lstStyle/>
          <a:p>
            <a:r>
              <a:rPr lang="en-US" sz="2800" b="1" kern="0" spc="100">
                <a:solidFill>
                  <a:srgbClr val="2B2A28"/>
                </a:solidFill>
                <a:latin typeface="Arial"/>
                <a:cs typeface="Arial"/>
              </a:rPr>
              <a:t>Relevant Requirements for Material Composition</a:t>
            </a:r>
          </a:p>
        </p:txBody>
      </p:sp>
      <p:sp>
        <p:nvSpPr>
          <p:cNvPr id="5" name="Shape 2">
            <a:extLst>
              <a:ext uri="{FF2B5EF4-FFF2-40B4-BE49-F238E27FC236}">
                <a16:creationId xmlns:a16="http://schemas.microsoft.com/office/drawing/2014/main" id="{D6581966-5A54-8B07-5B5D-FD867675093D}"/>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C2FDF0E2-EF7B-3097-D87D-D8DB213D634C}"/>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graphicFrame>
        <p:nvGraphicFramePr>
          <p:cNvPr id="9" name="Table 8">
            <a:extLst>
              <a:ext uri="{FF2B5EF4-FFF2-40B4-BE49-F238E27FC236}">
                <a16:creationId xmlns:a16="http://schemas.microsoft.com/office/drawing/2014/main" id="{BAAA3470-E0EC-E106-8D4A-698771DB8D23}"/>
              </a:ext>
            </a:extLst>
          </p:cNvPr>
          <p:cNvGraphicFramePr>
            <a:graphicFrameLocks noGrp="1"/>
          </p:cNvGraphicFramePr>
          <p:nvPr>
            <p:extLst>
              <p:ext uri="{D42A27DB-BD31-4B8C-83A1-F6EECF244321}">
                <p14:modId xmlns:p14="http://schemas.microsoft.com/office/powerpoint/2010/main" val="2661214724"/>
              </p:ext>
            </p:extLst>
          </p:nvPr>
        </p:nvGraphicFramePr>
        <p:xfrm>
          <a:off x="481419" y="1207880"/>
          <a:ext cx="11237392" cy="3547596"/>
        </p:xfrm>
        <a:graphic>
          <a:graphicData uri="http://schemas.openxmlformats.org/drawingml/2006/table">
            <a:tbl>
              <a:tblPr bandRow="1">
                <a:tableStyleId>{5C22544A-7EE6-4342-B048-85BDC9FD1C3A}</a:tableStyleId>
              </a:tblPr>
              <a:tblGrid>
                <a:gridCol w="3280572">
                  <a:extLst>
                    <a:ext uri="{9D8B030D-6E8A-4147-A177-3AD203B41FA5}">
                      <a16:colId xmlns:a16="http://schemas.microsoft.com/office/drawing/2014/main" val="4226704145"/>
                    </a:ext>
                  </a:extLst>
                </a:gridCol>
                <a:gridCol w="4128030">
                  <a:extLst>
                    <a:ext uri="{9D8B030D-6E8A-4147-A177-3AD203B41FA5}">
                      <a16:colId xmlns:a16="http://schemas.microsoft.com/office/drawing/2014/main" val="2555824011"/>
                    </a:ext>
                  </a:extLst>
                </a:gridCol>
                <a:gridCol w="3828790">
                  <a:extLst>
                    <a:ext uri="{9D8B030D-6E8A-4147-A177-3AD203B41FA5}">
                      <a16:colId xmlns:a16="http://schemas.microsoft.com/office/drawing/2014/main" val="3575650190"/>
                    </a:ext>
                  </a:extLst>
                </a:gridCol>
              </a:tblGrid>
              <a:tr h="663579">
                <a:tc>
                  <a:txBody>
                    <a:bodyPr/>
                    <a:lstStyle/>
                    <a:p>
                      <a:pPr lvl="0">
                        <a:buNone/>
                      </a:pPr>
                      <a:r>
                        <a:rPr lang="en-US" sz="1400" b="1" i="0">
                          <a:effectLst/>
                          <a:latin typeface="Arial" panose="020B0604020202020204" pitchFamily="34" charset="0"/>
                          <a:ea typeface="Calibri"/>
                          <a:cs typeface="Arial" panose="020B0604020202020204" pitchFamily="34" charset="0"/>
                        </a:rPr>
                        <a:t>Requirement #</a:t>
                      </a:r>
                      <a:endParaRPr lang="en-US">
                        <a:latin typeface="Arial" panose="020B0604020202020204" pitchFamily="34" charset="0"/>
                        <a:cs typeface="Arial" panose="020B0604020202020204" pitchFamily="34" charset="0"/>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buNone/>
                      </a:pPr>
                      <a:r>
                        <a:rPr lang="en-US" sz="1400" b="1" i="0">
                          <a:effectLst/>
                          <a:latin typeface="Arial" panose="020B0604020202020204" pitchFamily="34" charset="0"/>
                          <a:ea typeface="Calibri"/>
                          <a:cs typeface="Arial" panose="020B0604020202020204" pitchFamily="34" charset="0"/>
                        </a:rPr>
                        <a:t>Requirement</a:t>
                      </a:r>
                      <a:endParaRPr lang="en-US">
                        <a:latin typeface="Arial" panose="020B0604020202020204" pitchFamily="34" charset="0"/>
                        <a:cs typeface="Arial" panose="020B0604020202020204" pitchFamily="34" charset="0"/>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C0E6F5"/>
                    </a:solidFill>
                  </a:tcPr>
                </a:tc>
                <a:tc>
                  <a:txBody>
                    <a:bodyPr/>
                    <a:lstStyle/>
                    <a:p>
                      <a:pPr lvl="0">
                        <a:buNone/>
                      </a:pPr>
                      <a:r>
                        <a:rPr lang="en-US" sz="1400" b="1" i="0">
                          <a:effectLst/>
                          <a:latin typeface="Arial" panose="020B0604020202020204" pitchFamily="34" charset="0"/>
                          <a:ea typeface="Calibri"/>
                          <a:cs typeface="Arial" panose="020B0604020202020204" pitchFamily="34" charset="0"/>
                        </a:rPr>
                        <a:t>Rationale for Relevance</a:t>
                      </a:r>
                      <a:endParaRPr lang="en-US">
                        <a:latin typeface="Arial" panose="020B0604020202020204" pitchFamily="34" charset="0"/>
                        <a:cs typeface="Arial" panose="020B0604020202020204" pitchFamily="34" charset="0"/>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C0E6F5"/>
                    </a:solidFill>
                  </a:tcPr>
                </a:tc>
                <a:extLst>
                  <a:ext uri="{0D108BD9-81ED-4DB2-BD59-A6C34878D82A}">
                    <a16:rowId xmlns:a16="http://schemas.microsoft.com/office/drawing/2014/main" val="2433659630"/>
                  </a:ext>
                </a:extLst>
              </a:tr>
              <a:tr h="740146">
                <a:tc>
                  <a:txBody>
                    <a:bodyPr/>
                    <a:lstStyle/>
                    <a:p>
                      <a:pPr lvl="0">
                        <a:buNone/>
                      </a:pPr>
                      <a:r>
                        <a:rPr lang="en-US" sz="1400" b="0" i="0" u="none" strike="noStrike" noProof="0">
                          <a:effectLst/>
                          <a:latin typeface="Arial" panose="020B0604020202020204" pitchFamily="34" charset="0"/>
                          <a:cs typeface="Arial" panose="020B0604020202020204" pitchFamily="34" charset="0"/>
                        </a:rPr>
                        <a:t>UAS-VSYS-1.1</a:t>
                      </a:r>
                      <a:endParaRPr lang="en-US">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buNone/>
                      </a:pPr>
                      <a:r>
                        <a:rPr lang="en-US" sz="1400" b="0" i="0" u="none" strike="noStrike" noProof="0">
                          <a:effectLst/>
                          <a:latin typeface="Arial" panose="020B0604020202020204" pitchFamily="34" charset="0"/>
                          <a:cs typeface="Arial" panose="020B0604020202020204" pitchFamily="34" charset="0"/>
                        </a:rPr>
                        <a:t>The UAS shall sustain stress loads of TBD for a duration of 15 minutes.</a:t>
                      </a:r>
                      <a:endParaRPr lang="en-US" u="none" strike="noStrike" noProof="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panose="020B0604020202020204" pitchFamily="34" charset="0"/>
                          <a:ea typeface="Calibri"/>
                          <a:cs typeface="Arial" panose="020B0604020202020204" pitchFamily="34" charset="0"/>
                        </a:rPr>
                        <a:t>Airframe structure material must resist axial, transverse, vibrational, and bending stresses in main body and arms.</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extLst>
                  <a:ext uri="{0D108BD9-81ED-4DB2-BD59-A6C34878D82A}">
                    <a16:rowId xmlns:a16="http://schemas.microsoft.com/office/drawing/2014/main" val="3884621858"/>
                  </a:ext>
                </a:extLst>
              </a:tr>
              <a:tr h="740146">
                <a:tc>
                  <a:txBody>
                    <a:bodyPr/>
                    <a:lstStyle/>
                    <a:p>
                      <a:pPr lvl="0">
                        <a:buNone/>
                      </a:pPr>
                      <a:r>
                        <a:rPr lang="en-US" sz="1400" b="0" i="0">
                          <a:effectLst/>
                          <a:latin typeface="Arial" panose="020B0604020202020204" pitchFamily="34" charset="0"/>
                          <a:ea typeface="Calibri"/>
                          <a:cs typeface="Arial" panose="020B0604020202020204" pitchFamily="34" charset="0"/>
                        </a:rPr>
                        <a:t>UAS-VSYS-1.2</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buNone/>
                      </a:pPr>
                      <a:r>
                        <a:rPr lang="en-US" sz="1400" b="0" i="0" u="none" strike="noStrike" noProof="0">
                          <a:effectLst/>
                          <a:latin typeface="Arial" panose="020B0604020202020204" pitchFamily="34" charset="0"/>
                          <a:cs typeface="Arial" panose="020B0604020202020204" pitchFamily="34" charset="0"/>
                        </a:rPr>
                        <a:t>The UAS shall sustain shear loads of 80-166 N for a duration of 15 minutes.</a:t>
                      </a:r>
                      <a:endParaRPr lang="en-US">
                        <a:latin typeface="Arial" panose="020B0604020202020204" pitchFamily="34" charset="0"/>
                        <a:cs typeface="Arial" panose="020B0604020202020204" pitchFamily="34" charset="0"/>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panose="020B0604020202020204" pitchFamily="34" charset="0"/>
                          <a:ea typeface="Calibri"/>
                          <a:cs typeface="Arial" panose="020B0604020202020204" pitchFamily="34" charset="0"/>
                        </a:rPr>
                        <a:t>The material of the arms are important for accounting for the sheer force and deflection due to the thrust generated by the rotor fans.</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extLst>
                  <a:ext uri="{0D108BD9-81ED-4DB2-BD59-A6C34878D82A}">
                    <a16:rowId xmlns:a16="http://schemas.microsoft.com/office/drawing/2014/main" val="1355369355"/>
                  </a:ext>
                </a:extLst>
              </a:tr>
              <a:tr h="740146">
                <a:tc>
                  <a:txBody>
                    <a:bodyPr/>
                    <a:lstStyle/>
                    <a:p>
                      <a:pPr lvl="0">
                        <a:buNone/>
                      </a:pPr>
                      <a:r>
                        <a:rPr lang="en-US" sz="1400" b="0" i="0">
                          <a:effectLst/>
                          <a:latin typeface="Arial" panose="020B0604020202020204" pitchFamily="34" charset="0"/>
                          <a:ea typeface="Calibri"/>
                          <a:cs typeface="Arial" panose="020B0604020202020204" pitchFamily="34" charset="0"/>
                        </a:rPr>
                        <a:t>UAS-VSYS-2.2</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buNone/>
                      </a:pPr>
                      <a:r>
                        <a:rPr lang="en-US" sz="1400" b="0" i="0" u="none" strike="noStrike" noProof="0">
                          <a:effectLst/>
                          <a:latin typeface="Arial" panose="020B0604020202020204" pitchFamily="34" charset="0"/>
                          <a:cs typeface="Arial" panose="020B0604020202020204" pitchFamily="34" charset="0"/>
                        </a:rPr>
                        <a:t>The UAS shall provide mounting provisions for the wire provisions.</a:t>
                      </a:r>
                      <a:endParaRPr lang="en-US">
                        <a:latin typeface="Arial" panose="020B0604020202020204" pitchFamily="34" charset="0"/>
                        <a:cs typeface="Arial" panose="020B0604020202020204" pitchFamily="34" charset="0"/>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panose="020B0604020202020204" pitchFamily="34" charset="0"/>
                          <a:ea typeface="Calibri"/>
                          <a:cs typeface="Arial" panose="020B0604020202020204" pitchFamily="34" charset="0"/>
                        </a:rPr>
                        <a:t>Arm cross section affects material strength, need to determine whether internal or external wiring is feasible.</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extLst>
                  <a:ext uri="{0D108BD9-81ED-4DB2-BD59-A6C34878D82A}">
                    <a16:rowId xmlns:a16="http://schemas.microsoft.com/office/drawing/2014/main" val="2224957842"/>
                  </a:ext>
                </a:extLst>
              </a:tr>
              <a:tr h="663579">
                <a:tc>
                  <a:txBody>
                    <a:bodyPr/>
                    <a:lstStyle/>
                    <a:p>
                      <a:pPr lvl="0">
                        <a:buNone/>
                      </a:pPr>
                      <a:r>
                        <a:rPr lang="en-US" sz="1400" b="0" i="0">
                          <a:effectLst/>
                          <a:latin typeface="Arial" panose="020B0604020202020204" pitchFamily="34" charset="0"/>
                          <a:ea typeface="Calibri"/>
                          <a:cs typeface="Arial" panose="020B0604020202020204" pitchFamily="34" charset="0"/>
                        </a:rPr>
                        <a:t>UAS-VSYS-6</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buNone/>
                      </a:pPr>
                      <a:r>
                        <a:rPr lang="en-US" sz="1400" b="0" i="0">
                          <a:effectLst/>
                          <a:latin typeface="Arial" panose="020B0604020202020204" pitchFamily="34" charset="0"/>
                          <a:ea typeface="Calibri"/>
                          <a:cs typeface="Arial" panose="020B0604020202020204" pitchFamily="34" charset="0"/>
                        </a:rPr>
                        <a:t>The UAS shall weigh no more than 25 lbs (11.3 kg).</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C0E6F5"/>
                    </a:solidFill>
                  </a:tcPr>
                </a:tc>
                <a:tc>
                  <a:txBody>
                    <a:bodyPr/>
                    <a:lstStyle/>
                    <a:p>
                      <a:pPr lvl="0">
                        <a:buNone/>
                      </a:pPr>
                      <a:r>
                        <a:rPr lang="en-US" sz="1400" b="0" i="0">
                          <a:effectLst/>
                          <a:latin typeface="Arial" panose="020B0604020202020204" pitchFamily="34" charset="0"/>
                          <a:ea typeface="Calibri"/>
                          <a:cs typeface="Arial" panose="020B0604020202020204" pitchFamily="34" charset="0"/>
                        </a:rPr>
                        <a:t>Material must have a high strength to weight ratio to allow positive net thrust.</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C0E6F5"/>
                    </a:solidFill>
                  </a:tcPr>
                </a:tc>
                <a:extLst>
                  <a:ext uri="{0D108BD9-81ED-4DB2-BD59-A6C34878D82A}">
                    <a16:rowId xmlns:a16="http://schemas.microsoft.com/office/drawing/2014/main" val="452152920"/>
                  </a:ext>
                </a:extLst>
              </a:tr>
            </a:tbl>
          </a:graphicData>
        </a:graphic>
      </p:graphicFrame>
      <p:sp>
        <p:nvSpPr>
          <p:cNvPr id="10" name="TextBox 9">
            <a:extLst>
              <a:ext uri="{FF2B5EF4-FFF2-40B4-BE49-F238E27FC236}">
                <a16:creationId xmlns:a16="http://schemas.microsoft.com/office/drawing/2014/main" id="{D48AC0B8-8866-313E-8FF4-9B10BEEDC537}"/>
              </a:ext>
            </a:extLst>
          </p:cNvPr>
          <p:cNvSpPr txBox="1"/>
          <p:nvPr/>
        </p:nvSpPr>
        <p:spPr>
          <a:xfrm>
            <a:off x="1636426" y="5084163"/>
            <a:ext cx="926891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Key Requirement Impact: </a:t>
            </a:r>
            <a:r>
              <a:rPr lang="en-US"/>
              <a:t>The structural loading and weight requirements drive a material selection with a </a:t>
            </a:r>
            <a:r>
              <a:rPr lang="en-US">
                <a:solidFill>
                  <a:schemeClr val="accent3"/>
                </a:solidFill>
              </a:rPr>
              <a:t>high strength-to-weight ratio</a:t>
            </a:r>
            <a:r>
              <a:rPr lang="en-US"/>
              <a:t> capable of resisting operational, shear, and bending stresses.</a:t>
            </a:r>
          </a:p>
        </p:txBody>
      </p:sp>
      <p:grpSp>
        <p:nvGrpSpPr>
          <p:cNvPr id="8" name="Trade Studies Bar - 3 Airframe">
            <a:extLst>
              <a:ext uri="{FF2B5EF4-FFF2-40B4-BE49-F238E27FC236}">
                <a16:creationId xmlns:a16="http://schemas.microsoft.com/office/drawing/2014/main" id="{7FD0B110-3F54-AB09-1CAA-8C0179A8C242}"/>
              </a:ext>
            </a:extLst>
          </p:cNvPr>
          <p:cNvGrpSpPr/>
          <p:nvPr/>
        </p:nvGrpSpPr>
        <p:grpSpPr>
          <a:xfrm>
            <a:off x="814349" y="6569571"/>
            <a:ext cx="10563301" cy="276999"/>
            <a:chOff x="790698" y="5902391"/>
            <a:chExt cx="10563301" cy="276999"/>
          </a:xfrm>
        </p:grpSpPr>
        <p:sp>
          <p:nvSpPr>
            <p:cNvPr id="11" name="Segment 0 - Trade Studies">
              <a:extLst>
                <a:ext uri="{FF2B5EF4-FFF2-40B4-BE49-F238E27FC236}">
                  <a16:creationId xmlns:a16="http://schemas.microsoft.com/office/drawing/2014/main" id="{0BAFBD6C-9428-3610-C785-904F6670DFEA}"/>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2" name="Segment 1 - Propulsion">
              <a:extLst>
                <a:ext uri="{FF2B5EF4-FFF2-40B4-BE49-F238E27FC236}">
                  <a16:creationId xmlns:a16="http://schemas.microsoft.com/office/drawing/2014/main" id="{19BE2D4E-B398-958A-7C97-F661D43E9C39}"/>
                </a:ext>
              </a:extLst>
            </p:cNvPr>
            <p:cNvSpPr/>
            <p:nvPr/>
          </p:nvSpPr>
          <p:spPr>
            <a:xfrm>
              <a:off x="268951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Propulsion</a:t>
              </a:r>
            </a:p>
          </p:txBody>
        </p:sp>
        <p:sp>
          <p:nvSpPr>
            <p:cNvPr id="13" name="Segment 2 - Power Systems">
              <a:extLst>
                <a:ext uri="{FF2B5EF4-FFF2-40B4-BE49-F238E27FC236}">
                  <a16:creationId xmlns:a16="http://schemas.microsoft.com/office/drawing/2014/main" id="{0AFE3055-E7AA-8E72-106D-E09ACC2FE301}"/>
                </a:ext>
              </a:extLst>
            </p:cNvPr>
            <p:cNvSpPr/>
            <p:nvPr/>
          </p:nvSpPr>
          <p:spPr>
            <a:xfrm>
              <a:off x="441013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Power Systems</a:t>
              </a:r>
            </a:p>
          </p:txBody>
        </p:sp>
        <p:sp>
          <p:nvSpPr>
            <p:cNvPr id="14" name="Segment 3 - Airframe">
              <a:extLst>
                <a:ext uri="{FF2B5EF4-FFF2-40B4-BE49-F238E27FC236}">
                  <a16:creationId xmlns:a16="http://schemas.microsoft.com/office/drawing/2014/main" id="{C56C55C5-03E4-CEC6-2AB3-D9733E4BE697}"/>
                </a:ext>
              </a:extLst>
            </p:cNvPr>
            <p:cNvSpPr/>
            <p:nvPr/>
          </p:nvSpPr>
          <p:spPr>
            <a:xfrm>
              <a:off x="613074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Airframe</a:t>
              </a:r>
              <a:r>
                <a:rPr lang="en-US" sz="1050" b="1">
                  <a:solidFill>
                    <a:srgbClr val="FFFFFF"/>
                  </a:solidFill>
                  <a:latin typeface="Calibri"/>
                </a:rPr>
                <a:t> &amp; Aerodynamics</a:t>
              </a:r>
              <a:endParaRPr sz="1050" b="1">
                <a:solidFill>
                  <a:srgbClr val="FFFFFF"/>
                </a:solidFill>
                <a:latin typeface="Calibri"/>
              </a:endParaRPr>
            </a:p>
          </p:txBody>
        </p:sp>
        <p:sp>
          <p:nvSpPr>
            <p:cNvPr id="15" name="Segment 4 - GNC">
              <a:extLst>
                <a:ext uri="{FF2B5EF4-FFF2-40B4-BE49-F238E27FC236}">
                  <a16:creationId xmlns:a16="http://schemas.microsoft.com/office/drawing/2014/main" id="{DF240334-B3F8-A814-9908-D670B9EC0AAF}"/>
                </a:ext>
              </a:extLst>
            </p:cNvPr>
            <p:cNvSpPr/>
            <p:nvPr/>
          </p:nvSpPr>
          <p:spPr>
            <a:xfrm>
              <a:off x="785136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GNC</a:t>
              </a:r>
            </a:p>
          </p:txBody>
        </p:sp>
        <p:sp>
          <p:nvSpPr>
            <p:cNvPr id="16" name="Segment 5 - Avionics">
              <a:extLst>
                <a:ext uri="{FF2B5EF4-FFF2-40B4-BE49-F238E27FC236}">
                  <a16:creationId xmlns:a16="http://schemas.microsoft.com/office/drawing/2014/main" id="{E3464339-4BAB-FDC0-FA75-BC2D045C1AAB}"/>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
        <p:nvSpPr>
          <p:cNvPr id="17" name="Slide Number Placeholder 23">
            <a:extLst>
              <a:ext uri="{FF2B5EF4-FFF2-40B4-BE49-F238E27FC236}">
                <a16:creationId xmlns:a16="http://schemas.microsoft.com/office/drawing/2014/main" id="{CE58987F-75BB-84E3-F1BC-0FCDE81CAF74}"/>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t>49</a:t>
            </a:fld>
            <a:endParaRPr lang="en-US"/>
          </a:p>
        </p:txBody>
      </p:sp>
    </p:spTree>
    <p:extLst>
      <p:ext uri="{BB962C8B-B14F-4D97-AF65-F5344CB8AC3E}">
        <p14:creationId xmlns:p14="http://schemas.microsoft.com/office/powerpoint/2010/main" val="20426565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30F96-72B1-FE5A-ACB9-9EDC6A7BB8F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4F6AB10-9DA5-0A23-D568-10A80C3C221E}"/>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6BC9BB7A-FACE-7A7A-DFE5-CFB7E4419AF3}"/>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F5FD7C93-C51F-3D6D-153E-6BF0A56F14FB}"/>
              </a:ext>
            </a:extLst>
          </p:cNvPr>
          <p:cNvSpPr txBox="1"/>
          <p:nvPr/>
        </p:nvSpPr>
        <p:spPr>
          <a:xfrm>
            <a:off x="1281748" y="353648"/>
            <a:ext cx="7680960" cy="658368"/>
          </a:xfrm>
          <a:prstGeom prst="rect">
            <a:avLst/>
          </a:prstGeom>
          <a:noFill/>
          <a:ln/>
        </p:spPr>
        <p:txBody>
          <a:bodyPr wrap="square" lIns="0" tIns="0" rIns="0" bIns="0" rtlCol="0" anchor="ctr"/>
          <a:lstStyle/>
          <a:p>
            <a:r>
              <a:rPr lang="en-US" sz="2800" b="1" kern="0" spc="100">
                <a:solidFill>
                  <a:srgbClr val="2B2A28"/>
                </a:solidFill>
                <a:latin typeface="Arial"/>
                <a:cs typeface="Arial"/>
              </a:rPr>
              <a:t>Summary of Trades Conducted </a:t>
            </a:r>
            <a:endParaRPr lang="en-US" sz="1800"/>
          </a:p>
        </p:txBody>
      </p:sp>
      <p:sp>
        <p:nvSpPr>
          <p:cNvPr id="5" name="Shape 2">
            <a:extLst>
              <a:ext uri="{FF2B5EF4-FFF2-40B4-BE49-F238E27FC236}">
                <a16:creationId xmlns:a16="http://schemas.microsoft.com/office/drawing/2014/main" id="{74FB4618-7B52-7693-14F4-23C87D93E5A3}"/>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C822FFD8-637D-BA0F-7EF9-12A95B41C7BC}"/>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graphicFrame>
        <p:nvGraphicFramePr>
          <p:cNvPr id="9" name="Table 8">
            <a:extLst>
              <a:ext uri="{FF2B5EF4-FFF2-40B4-BE49-F238E27FC236}">
                <a16:creationId xmlns:a16="http://schemas.microsoft.com/office/drawing/2014/main" id="{A36185F4-4F34-9438-5D52-7AC124FA1CD9}"/>
              </a:ext>
            </a:extLst>
          </p:cNvPr>
          <p:cNvGraphicFramePr>
            <a:graphicFrameLocks noGrp="1"/>
          </p:cNvGraphicFramePr>
          <p:nvPr>
            <p:extLst>
              <p:ext uri="{D42A27DB-BD31-4B8C-83A1-F6EECF244321}">
                <p14:modId xmlns:p14="http://schemas.microsoft.com/office/powerpoint/2010/main" val="2544216274"/>
              </p:ext>
            </p:extLst>
          </p:nvPr>
        </p:nvGraphicFramePr>
        <p:xfrm>
          <a:off x="481419" y="1207880"/>
          <a:ext cx="11237392" cy="4333671"/>
        </p:xfrm>
        <a:graphic>
          <a:graphicData uri="http://schemas.openxmlformats.org/drawingml/2006/table">
            <a:tbl>
              <a:tblPr bandRow="1">
                <a:tableStyleId>{5C22544A-7EE6-4342-B048-85BDC9FD1C3A}</a:tableStyleId>
              </a:tblPr>
              <a:tblGrid>
                <a:gridCol w="2446876">
                  <a:extLst>
                    <a:ext uri="{9D8B030D-6E8A-4147-A177-3AD203B41FA5}">
                      <a16:colId xmlns:a16="http://schemas.microsoft.com/office/drawing/2014/main" val="4226704145"/>
                    </a:ext>
                  </a:extLst>
                </a:gridCol>
                <a:gridCol w="3078968">
                  <a:extLst>
                    <a:ext uri="{9D8B030D-6E8A-4147-A177-3AD203B41FA5}">
                      <a16:colId xmlns:a16="http://schemas.microsoft.com/office/drawing/2014/main" val="2555824011"/>
                    </a:ext>
                  </a:extLst>
                </a:gridCol>
                <a:gridCol w="2855774">
                  <a:extLst>
                    <a:ext uri="{9D8B030D-6E8A-4147-A177-3AD203B41FA5}">
                      <a16:colId xmlns:a16="http://schemas.microsoft.com/office/drawing/2014/main" val="3575650190"/>
                    </a:ext>
                  </a:extLst>
                </a:gridCol>
                <a:gridCol w="2855774">
                  <a:extLst>
                    <a:ext uri="{9D8B030D-6E8A-4147-A177-3AD203B41FA5}">
                      <a16:colId xmlns:a16="http://schemas.microsoft.com/office/drawing/2014/main" val="4263701128"/>
                    </a:ext>
                  </a:extLst>
                </a:gridCol>
              </a:tblGrid>
              <a:tr h="645591">
                <a:tc>
                  <a:txBody>
                    <a:bodyPr/>
                    <a:lstStyle/>
                    <a:p>
                      <a:pPr lvl="0">
                        <a:buNone/>
                      </a:pPr>
                      <a:r>
                        <a:rPr lang="en-US" sz="1400" b="1" i="0">
                          <a:effectLst/>
                          <a:latin typeface="Arial"/>
                          <a:ea typeface="Calibri"/>
                          <a:cs typeface="Arial"/>
                        </a:rPr>
                        <a:t>Trades Conducted</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buNone/>
                      </a:pPr>
                      <a:r>
                        <a:rPr lang="en-US" sz="1400" b="1" i="0">
                          <a:effectLst/>
                          <a:latin typeface="Arial"/>
                          <a:ea typeface="Calibri"/>
                          <a:cs typeface="Arial"/>
                        </a:rPr>
                        <a:t>Trade Description</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C0E6F5"/>
                    </a:solidFill>
                  </a:tcPr>
                </a:tc>
                <a:tc>
                  <a:txBody>
                    <a:bodyPr/>
                    <a:lstStyle/>
                    <a:p>
                      <a:pPr lvl="0">
                        <a:buNone/>
                      </a:pPr>
                      <a:r>
                        <a:rPr lang="en-US" sz="1400" b="1" i="0">
                          <a:effectLst/>
                          <a:latin typeface="Arial"/>
                          <a:ea typeface="Calibri"/>
                          <a:cs typeface="Arial"/>
                        </a:rPr>
                        <a:t>Rationale</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rgbClr val="C0E6F5"/>
                    </a:solidFill>
                  </a:tcPr>
                </a:tc>
                <a:tc>
                  <a:txBody>
                    <a:bodyPr/>
                    <a:lstStyle/>
                    <a:p>
                      <a:pPr lvl="0">
                        <a:buNone/>
                      </a:pPr>
                      <a:r>
                        <a:rPr lang="en-US" sz="1400" b="1" i="0">
                          <a:effectLst/>
                          <a:latin typeface="Arial"/>
                          <a:ea typeface="Calibri"/>
                          <a:cs typeface="Arial"/>
                        </a:rPr>
                        <a:t>Results</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2433659630"/>
                  </a:ext>
                </a:extLst>
              </a:tr>
              <a:tr h="645591">
                <a:tc>
                  <a:txBody>
                    <a:bodyPr/>
                    <a:lstStyle/>
                    <a:p>
                      <a:pPr>
                        <a:buNone/>
                      </a:pPr>
                      <a:r>
                        <a:rPr lang="en-US" sz="1400" b="0" i="0">
                          <a:effectLst/>
                          <a:latin typeface="Arial"/>
                          <a:ea typeface="Calibri"/>
                          <a:cs typeface="Arial"/>
                        </a:rPr>
                        <a:t>Material Trade Study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0" i="0">
                          <a:effectLst/>
                          <a:latin typeface="Arial"/>
                          <a:ea typeface="Calibri"/>
                          <a:cs typeface="Arial"/>
                        </a:rPr>
                        <a:t>Conducted a trade study on various materials for the airframe structure.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a:ea typeface="Calibri"/>
                          <a:cs typeface="Arial"/>
                        </a:rPr>
                        <a:t>Determined the viability of various materials due to cost, rigidity, and weight savings.</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a:ea typeface="Calibri"/>
                          <a:cs typeface="Arial"/>
                        </a:rPr>
                        <a:t>Carbon Fiber Arms</a:t>
                      </a:r>
                    </a:p>
                    <a:p>
                      <a:pPr lvl="0">
                        <a:buNone/>
                      </a:pPr>
                      <a:r>
                        <a:rPr lang="en-US" sz="1400" b="0" i="0">
                          <a:effectLst/>
                          <a:latin typeface="Arial"/>
                          <a:ea typeface="Calibri"/>
                          <a:cs typeface="Arial"/>
                        </a:rPr>
                        <a:t>Carbon Fiber Chassis</a:t>
                      </a:r>
                    </a:p>
                  </a:txBody>
                  <a:tcPr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884621858"/>
                  </a:ext>
                </a:extLst>
              </a:tr>
              <a:tr h="645591">
                <a:tc>
                  <a:txBody>
                    <a:bodyPr/>
                    <a:lstStyle/>
                    <a:p>
                      <a:pPr lvl="0">
                        <a:buNone/>
                      </a:pPr>
                      <a:r>
                        <a:rPr lang="en-US" sz="1400" b="0" i="0">
                          <a:effectLst/>
                          <a:latin typeface="Arial"/>
                          <a:ea typeface="Calibri"/>
                          <a:cs typeface="Arial"/>
                        </a:rPr>
                        <a:t>Shape &amp; Configuration</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buNone/>
                      </a:pPr>
                      <a:r>
                        <a:rPr lang="en-US" sz="1400" b="0" i="0">
                          <a:effectLst/>
                          <a:latin typeface="Arial"/>
                          <a:ea typeface="Calibri"/>
                          <a:cs typeface="Arial"/>
                        </a:rPr>
                        <a:t>Conducted a trade study concerning different drone rotor arm configurations and spatial sizing for avionics and power.</a:t>
                      </a:r>
                    </a:p>
                    <a:p>
                      <a:pPr lvl="0">
                        <a:buNone/>
                      </a:pPr>
                      <a:endParaRPr lang="en-US" sz="1400" b="0" i="0">
                        <a:effectLst/>
                        <a:latin typeface="Arial"/>
                        <a:ea typeface="Calibri"/>
                        <a:cs typeface="Arial"/>
                      </a:endParaRPr>
                    </a:p>
                    <a:p>
                      <a:pPr lvl="0">
                        <a:buNone/>
                      </a:pPr>
                      <a:r>
                        <a:rPr lang="en-US" sz="1400" b="0" i="0">
                          <a:effectLst/>
                          <a:latin typeface="Arial"/>
                          <a:ea typeface="Calibri"/>
                          <a:cs typeface="Arial"/>
                        </a:rPr>
                        <a:t>Conducted a trade study on the primary shape of the chassis.</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a:ea typeface="Calibri"/>
                          <a:cs typeface="Arial"/>
                        </a:rPr>
                        <a:t>Rotor arm configuration determines arm length, main body sizing, and relative internal electronics spacing.</a:t>
                      </a:r>
                    </a:p>
                    <a:p>
                      <a:pPr lvl="0">
                        <a:buNone/>
                      </a:pPr>
                      <a:endParaRPr lang="en-US" sz="1400" b="0" i="0">
                        <a:effectLst/>
                        <a:latin typeface="Arial"/>
                        <a:ea typeface="Calibri"/>
                        <a:cs typeface="Arial"/>
                      </a:endParaRPr>
                    </a:p>
                    <a:p>
                      <a:pPr lvl="0">
                        <a:buNone/>
                      </a:pPr>
                      <a:r>
                        <a:rPr lang="en-US" sz="1400" b="0" i="0">
                          <a:effectLst/>
                          <a:latin typeface="Arial"/>
                          <a:ea typeface="Calibri"/>
                          <a:cs typeface="Arial"/>
                        </a:rPr>
                        <a:t>Chassis shape determines volume allotment for other subsystems and has down stream effects with aerodynamic performance.</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a:ea typeface="Calibri"/>
                          <a:cs typeface="Arial"/>
                        </a:rPr>
                        <a:t>X-Shape + Streamlined Body </a:t>
                      </a:r>
                    </a:p>
                  </a:txBody>
                  <a:tcPr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271658159"/>
                  </a:ext>
                </a:extLst>
              </a:tr>
              <a:tr h="645591">
                <a:tc>
                  <a:txBody>
                    <a:bodyPr/>
                    <a:lstStyle/>
                    <a:p>
                      <a:pPr lvl="0">
                        <a:buNone/>
                      </a:pPr>
                      <a:r>
                        <a:rPr lang="en-US" sz="1400" b="0" i="0">
                          <a:effectLst/>
                          <a:latin typeface="Arial"/>
                          <a:ea typeface="Calibri"/>
                          <a:cs typeface="Arial"/>
                        </a:rPr>
                        <a:t>Thermal Dissipation &amp; Conductivity</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buNone/>
                      </a:pPr>
                      <a:r>
                        <a:rPr lang="en-US" sz="1400" b="0" i="0">
                          <a:effectLst/>
                          <a:latin typeface="Arial"/>
                          <a:ea typeface="Calibri"/>
                          <a:cs typeface="Arial"/>
                        </a:rPr>
                        <a:t>Conducted a trade study for heat transfer and thermal conductivity through airframe structure.</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C0E6F5"/>
                    </a:solidFill>
                  </a:tcPr>
                </a:tc>
                <a:tc>
                  <a:txBody>
                    <a:bodyPr/>
                    <a:lstStyle/>
                    <a:p>
                      <a:pPr lvl="0">
                        <a:buNone/>
                      </a:pPr>
                      <a:r>
                        <a:rPr lang="en-US" sz="1400" b="0" i="0">
                          <a:effectLst/>
                          <a:latin typeface="Arial"/>
                          <a:ea typeface="Calibri"/>
                          <a:cs typeface="Arial"/>
                        </a:rPr>
                        <a:t>Determine if venting or thermal dissipation needs to be integrated into the airframe structure.</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rgbClr val="C0E6F5"/>
                    </a:solidFill>
                  </a:tcPr>
                </a:tc>
                <a:tc>
                  <a:txBody>
                    <a:bodyPr/>
                    <a:lstStyle/>
                    <a:p>
                      <a:pPr lvl="0">
                        <a:buNone/>
                      </a:pPr>
                      <a:r>
                        <a:rPr lang="en-US" sz="1400" b="0" i="0">
                          <a:effectLst/>
                          <a:latin typeface="Arial"/>
                          <a:ea typeface="Calibri"/>
                          <a:cs typeface="Arial"/>
                        </a:rPr>
                        <a:t>Carbon Fiber Chassis</a:t>
                      </a:r>
                    </a:p>
                  </a:txBody>
                  <a:tcPr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solidFill>
                      <a:schemeClr val="accent6">
                        <a:lumMod val="40000"/>
                        <a:lumOff val="60000"/>
                      </a:schemeClr>
                    </a:solidFill>
                  </a:tcPr>
                </a:tc>
                <a:extLst>
                  <a:ext uri="{0D108BD9-81ED-4DB2-BD59-A6C34878D82A}">
                    <a16:rowId xmlns:a16="http://schemas.microsoft.com/office/drawing/2014/main" val="3675334779"/>
                  </a:ext>
                </a:extLst>
              </a:tr>
            </a:tbl>
          </a:graphicData>
        </a:graphic>
      </p:graphicFrame>
      <p:sp>
        <p:nvSpPr>
          <p:cNvPr id="8" name="TextBox 7">
            <a:extLst>
              <a:ext uri="{FF2B5EF4-FFF2-40B4-BE49-F238E27FC236}">
                <a16:creationId xmlns:a16="http://schemas.microsoft.com/office/drawing/2014/main" id="{A51D85E4-D98B-4DA8-F4DF-A8A61E4E9376}"/>
              </a:ext>
            </a:extLst>
          </p:cNvPr>
          <p:cNvSpPr txBox="1"/>
          <p:nvPr/>
        </p:nvSpPr>
        <p:spPr>
          <a:xfrm>
            <a:off x="1324130" y="5739296"/>
            <a:ext cx="920645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Trade Study Purpose: </a:t>
            </a:r>
            <a:r>
              <a:rPr lang="en-US"/>
              <a:t>compare different design alternatives for a UAS airframe to identify the best option that balances requirements, cost, and performance.</a:t>
            </a:r>
          </a:p>
        </p:txBody>
      </p:sp>
      <p:grpSp>
        <p:nvGrpSpPr>
          <p:cNvPr id="10" name="Trade Studies Bar - 3 Airframe">
            <a:extLst>
              <a:ext uri="{FF2B5EF4-FFF2-40B4-BE49-F238E27FC236}">
                <a16:creationId xmlns:a16="http://schemas.microsoft.com/office/drawing/2014/main" id="{F4D2177B-C80E-8D63-734F-BEE6C3CCDD51}"/>
              </a:ext>
            </a:extLst>
          </p:cNvPr>
          <p:cNvGrpSpPr/>
          <p:nvPr/>
        </p:nvGrpSpPr>
        <p:grpSpPr>
          <a:xfrm>
            <a:off x="814349" y="6569571"/>
            <a:ext cx="10563301" cy="276999"/>
            <a:chOff x="790698" y="5902391"/>
            <a:chExt cx="10563301" cy="276999"/>
          </a:xfrm>
        </p:grpSpPr>
        <p:sp>
          <p:nvSpPr>
            <p:cNvPr id="11" name="Segment 0 - Trade Studies">
              <a:extLst>
                <a:ext uri="{FF2B5EF4-FFF2-40B4-BE49-F238E27FC236}">
                  <a16:creationId xmlns:a16="http://schemas.microsoft.com/office/drawing/2014/main" id="{7B7E9399-4971-477C-2E6B-1F952D7179C3}"/>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2" name="Segment 1 - Propulsion">
              <a:extLst>
                <a:ext uri="{FF2B5EF4-FFF2-40B4-BE49-F238E27FC236}">
                  <a16:creationId xmlns:a16="http://schemas.microsoft.com/office/drawing/2014/main" id="{8EAC389F-18E0-32B7-60BA-5BAF5BCB3176}"/>
                </a:ext>
              </a:extLst>
            </p:cNvPr>
            <p:cNvSpPr/>
            <p:nvPr/>
          </p:nvSpPr>
          <p:spPr>
            <a:xfrm>
              <a:off x="268951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Propulsion</a:t>
              </a:r>
            </a:p>
          </p:txBody>
        </p:sp>
        <p:sp>
          <p:nvSpPr>
            <p:cNvPr id="13" name="Segment 2 - Power Systems">
              <a:extLst>
                <a:ext uri="{FF2B5EF4-FFF2-40B4-BE49-F238E27FC236}">
                  <a16:creationId xmlns:a16="http://schemas.microsoft.com/office/drawing/2014/main" id="{40C91F58-6FAD-6978-BCBF-28986C83B4EC}"/>
                </a:ext>
              </a:extLst>
            </p:cNvPr>
            <p:cNvSpPr/>
            <p:nvPr/>
          </p:nvSpPr>
          <p:spPr>
            <a:xfrm>
              <a:off x="441013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Power Systems</a:t>
              </a:r>
            </a:p>
          </p:txBody>
        </p:sp>
        <p:sp>
          <p:nvSpPr>
            <p:cNvPr id="14" name="Segment 3 - Airframe">
              <a:extLst>
                <a:ext uri="{FF2B5EF4-FFF2-40B4-BE49-F238E27FC236}">
                  <a16:creationId xmlns:a16="http://schemas.microsoft.com/office/drawing/2014/main" id="{0D1F5DEB-3B75-0E28-B72B-B273B57131F0}"/>
                </a:ext>
              </a:extLst>
            </p:cNvPr>
            <p:cNvSpPr/>
            <p:nvPr/>
          </p:nvSpPr>
          <p:spPr>
            <a:xfrm>
              <a:off x="613074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Airframe</a:t>
              </a:r>
              <a:r>
                <a:rPr lang="en-US" sz="1050" b="1">
                  <a:solidFill>
                    <a:srgbClr val="FFFFFF"/>
                  </a:solidFill>
                  <a:latin typeface="Calibri"/>
                </a:rPr>
                <a:t> &amp; Aerodynamics</a:t>
              </a:r>
              <a:endParaRPr sz="1050" b="1">
                <a:solidFill>
                  <a:srgbClr val="FFFFFF"/>
                </a:solidFill>
                <a:latin typeface="Calibri"/>
              </a:endParaRPr>
            </a:p>
          </p:txBody>
        </p:sp>
        <p:sp>
          <p:nvSpPr>
            <p:cNvPr id="15" name="Segment 4 - GNC">
              <a:extLst>
                <a:ext uri="{FF2B5EF4-FFF2-40B4-BE49-F238E27FC236}">
                  <a16:creationId xmlns:a16="http://schemas.microsoft.com/office/drawing/2014/main" id="{C12D5B08-BA3B-8693-9322-CD9B37505CFB}"/>
                </a:ext>
              </a:extLst>
            </p:cNvPr>
            <p:cNvSpPr/>
            <p:nvPr/>
          </p:nvSpPr>
          <p:spPr>
            <a:xfrm>
              <a:off x="785136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GNC</a:t>
              </a:r>
            </a:p>
          </p:txBody>
        </p:sp>
        <p:sp>
          <p:nvSpPr>
            <p:cNvPr id="16" name="Segment 5 - Avionics">
              <a:extLst>
                <a:ext uri="{FF2B5EF4-FFF2-40B4-BE49-F238E27FC236}">
                  <a16:creationId xmlns:a16="http://schemas.microsoft.com/office/drawing/2014/main" id="{933380BC-473C-12FC-D5AF-5DD5832CBE77}"/>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
        <p:nvSpPr>
          <p:cNvPr id="17" name="Slide Number Placeholder 23">
            <a:extLst>
              <a:ext uri="{FF2B5EF4-FFF2-40B4-BE49-F238E27FC236}">
                <a16:creationId xmlns:a16="http://schemas.microsoft.com/office/drawing/2014/main" id="{7B6AA6C8-5681-20C4-6E40-218F1797CEAF}"/>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t>50</a:t>
            </a:fld>
            <a:endParaRPr lang="en-US"/>
          </a:p>
        </p:txBody>
      </p:sp>
    </p:spTree>
    <p:extLst>
      <p:ext uri="{BB962C8B-B14F-4D97-AF65-F5344CB8AC3E}">
        <p14:creationId xmlns:p14="http://schemas.microsoft.com/office/powerpoint/2010/main" val="28837956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67D9A-B06A-ED17-CBEA-57093EAE16D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8ABB034-0507-1A77-FDBF-D83E34723825}"/>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D8EED7EE-0DC3-C5E0-8F42-AD5135B4CDB8}"/>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E02ECAAD-3616-B2D3-A72C-5B40CD1CBE86}"/>
              </a:ext>
            </a:extLst>
          </p:cNvPr>
          <p:cNvSpPr txBox="1"/>
          <p:nvPr/>
        </p:nvSpPr>
        <p:spPr>
          <a:xfrm>
            <a:off x="1281749" y="368854"/>
            <a:ext cx="9094965" cy="627956"/>
          </a:xfrm>
          <a:prstGeom prst="rect">
            <a:avLst/>
          </a:prstGeom>
          <a:noFill/>
          <a:ln/>
        </p:spPr>
        <p:txBody>
          <a:bodyPr wrap="square" lIns="0" tIns="0" rIns="0" bIns="0" rtlCol="0" anchor="ctr"/>
          <a:lstStyle/>
          <a:p>
            <a:r>
              <a:rPr lang="en-US" sz="2800" b="1" kern="0" spc="100">
                <a:solidFill>
                  <a:srgbClr val="2B2A28"/>
                </a:solidFill>
                <a:latin typeface="Arial"/>
                <a:cs typeface="Arial"/>
              </a:rPr>
              <a:t>Chassis Shape Trade Study: Modeling and Analysis</a:t>
            </a:r>
          </a:p>
        </p:txBody>
      </p:sp>
      <p:sp>
        <p:nvSpPr>
          <p:cNvPr id="5" name="Shape 2">
            <a:extLst>
              <a:ext uri="{FF2B5EF4-FFF2-40B4-BE49-F238E27FC236}">
                <a16:creationId xmlns:a16="http://schemas.microsoft.com/office/drawing/2014/main" id="{AB2CA4D6-BA93-48EB-D0D3-AB834F26A060}"/>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C51B3D43-61A3-77F4-98B6-04449ED2D56E}"/>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8" name="TextBox 7">
            <a:extLst>
              <a:ext uri="{FF2B5EF4-FFF2-40B4-BE49-F238E27FC236}">
                <a16:creationId xmlns:a16="http://schemas.microsoft.com/office/drawing/2014/main" id="{98202CC6-FC13-9EAC-FCCA-F325E413A92A}"/>
              </a:ext>
            </a:extLst>
          </p:cNvPr>
          <p:cNvSpPr txBox="1"/>
          <p:nvPr/>
        </p:nvSpPr>
        <p:spPr>
          <a:xfrm>
            <a:off x="7550997" y="3715810"/>
            <a:ext cx="3824559" cy="1077218"/>
          </a:xfrm>
          <a:prstGeom prst="rect">
            <a:avLst/>
          </a:prstGeom>
          <a:noFill/>
        </p:spPr>
        <p:txBody>
          <a:bodyPr wrap="square" lIns="91440" tIns="45720" rIns="91440" bIns="45720" rtlCol="0" anchor="t">
            <a:spAutoFit/>
          </a:bodyPr>
          <a:lstStyle/>
          <a:p>
            <a:pPr lvl="1"/>
            <a:r>
              <a:rPr lang="en-US" sz="1600">
                <a:latin typeface="Arial"/>
                <a:cs typeface="Arial"/>
              </a:rPr>
              <a:t>Streamlined + Prism</a:t>
            </a:r>
            <a:endParaRPr lang="en-US"/>
          </a:p>
          <a:p>
            <a:pPr marL="742950" lvl="1" indent="-285750">
              <a:buFont typeface="Courier New"/>
              <a:buChar char="o"/>
            </a:pPr>
            <a:r>
              <a:rPr lang="en-US" sz="1600">
                <a:latin typeface="Arial"/>
                <a:cs typeface="Arial"/>
              </a:rPr>
              <a:t>Usable Volume: 0.0018569</a:t>
            </a:r>
            <a:r>
              <a:rPr lang="en-US" sz="1600">
                <a:latin typeface="Arial"/>
                <a:ea typeface="+mn-lt"/>
                <a:cs typeface="Arial"/>
              </a:rPr>
              <a:t> m</a:t>
            </a:r>
            <a:r>
              <a:rPr lang="en-US" sz="1600" baseline="30000">
                <a:latin typeface="Arial"/>
                <a:ea typeface="+mn-lt"/>
                <a:cs typeface="Arial"/>
              </a:rPr>
              <a:t>3</a:t>
            </a:r>
            <a:endParaRPr lang="en-US" sz="1600" baseline="30000">
              <a:latin typeface="Arial"/>
              <a:cs typeface="Arial"/>
            </a:endParaRPr>
          </a:p>
          <a:p>
            <a:pPr marL="742950" lvl="1" indent="-285750">
              <a:buFont typeface="Courier New"/>
              <a:buChar char="o"/>
            </a:pPr>
            <a:r>
              <a:rPr lang="en-US" sz="1600">
                <a:latin typeface="Arial"/>
                <a:cs typeface="Arial"/>
              </a:rPr>
              <a:t>Mass: </a:t>
            </a:r>
            <a:r>
              <a:rPr lang="en-US" sz="1600">
                <a:latin typeface="Arial"/>
                <a:ea typeface="+mn-lt"/>
                <a:cs typeface="Arial"/>
              </a:rPr>
              <a:t>1.786 kg</a:t>
            </a:r>
            <a:endParaRPr lang="en-US" sz="1600">
              <a:latin typeface="Arial"/>
              <a:cs typeface="Arial"/>
            </a:endParaRPr>
          </a:p>
          <a:p>
            <a:pPr marL="742950" lvl="1" indent="-285750">
              <a:buFont typeface="Courier New"/>
              <a:buChar char="o"/>
            </a:pPr>
            <a:endParaRPr lang="en-US" sz="1600">
              <a:latin typeface="Arial" panose="020B0604020202020204" pitchFamily="34" charset="0"/>
              <a:cs typeface="Arial" panose="020B0604020202020204" pitchFamily="34" charset="0"/>
            </a:endParaRPr>
          </a:p>
        </p:txBody>
      </p:sp>
      <p:grpSp>
        <p:nvGrpSpPr>
          <p:cNvPr id="10" name="Trade Studies Bar - 3 Airframe">
            <a:extLst>
              <a:ext uri="{FF2B5EF4-FFF2-40B4-BE49-F238E27FC236}">
                <a16:creationId xmlns:a16="http://schemas.microsoft.com/office/drawing/2014/main" id="{37C4E2D4-DB14-594C-27BA-CF39DC2AF4E5}"/>
              </a:ext>
            </a:extLst>
          </p:cNvPr>
          <p:cNvGrpSpPr/>
          <p:nvPr/>
        </p:nvGrpSpPr>
        <p:grpSpPr>
          <a:xfrm>
            <a:off x="814349" y="6569571"/>
            <a:ext cx="10563301" cy="276999"/>
            <a:chOff x="790698" y="5902391"/>
            <a:chExt cx="10563301" cy="276999"/>
          </a:xfrm>
        </p:grpSpPr>
        <p:sp>
          <p:nvSpPr>
            <p:cNvPr id="11" name="Segment 0 - Trade Studies">
              <a:extLst>
                <a:ext uri="{FF2B5EF4-FFF2-40B4-BE49-F238E27FC236}">
                  <a16:creationId xmlns:a16="http://schemas.microsoft.com/office/drawing/2014/main" id="{164414D3-5DB0-9623-20B1-54CCABD7A806}"/>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2" name="Segment 1 - Propulsion">
              <a:extLst>
                <a:ext uri="{FF2B5EF4-FFF2-40B4-BE49-F238E27FC236}">
                  <a16:creationId xmlns:a16="http://schemas.microsoft.com/office/drawing/2014/main" id="{B887FEFB-A122-DDA4-7788-3741B72DCE35}"/>
                </a:ext>
              </a:extLst>
            </p:cNvPr>
            <p:cNvSpPr/>
            <p:nvPr/>
          </p:nvSpPr>
          <p:spPr>
            <a:xfrm>
              <a:off x="268951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Propulsion</a:t>
              </a:r>
            </a:p>
          </p:txBody>
        </p:sp>
        <p:sp>
          <p:nvSpPr>
            <p:cNvPr id="13" name="Segment 2 - Power Systems">
              <a:extLst>
                <a:ext uri="{FF2B5EF4-FFF2-40B4-BE49-F238E27FC236}">
                  <a16:creationId xmlns:a16="http://schemas.microsoft.com/office/drawing/2014/main" id="{47BFF62C-8F4A-AF49-31D3-2A0700DE2A79}"/>
                </a:ext>
              </a:extLst>
            </p:cNvPr>
            <p:cNvSpPr/>
            <p:nvPr/>
          </p:nvSpPr>
          <p:spPr>
            <a:xfrm>
              <a:off x="441013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Power Systems</a:t>
              </a:r>
            </a:p>
          </p:txBody>
        </p:sp>
        <p:sp>
          <p:nvSpPr>
            <p:cNvPr id="15" name="Segment 3 - Airframe">
              <a:extLst>
                <a:ext uri="{FF2B5EF4-FFF2-40B4-BE49-F238E27FC236}">
                  <a16:creationId xmlns:a16="http://schemas.microsoft.com/office/drawing/2014/main" id="{B9042730-FDE1-8308-136B-F1AD906D85E8}"/>
                </a:ext>
              </a:extLst>
            </p:cNvPr>
            <p:cNvSpPr/>
            <p:nvPr/>
          </p:nvSpPr>
          <p:spPr>
            <a:xfrm>
              <a:off x="613074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Airframe</a:t>
              </a:r>
              <a:r>
                <a:rPr lang="en-US" sz="1050" b="1">
                  <a:solidFill>
                    <a:srgbClr val="FFFFFF"/>
                  </a:solidFill>
                  <a:latin typeface="Calibri"/>
                </a:rPr>
                <a:t> &amp; Aerodynamics</a:t>
              </a:r>
              <a:endParaRPr sz="1050" b="1">
                <a:solidFill>
                  <a:srgbClr val="FFFFFF"/>
                </a:solidFill>
                <a:latin typeface="Calibri"/>
              </a:endParaRPr>
            </a:p>
          </p:txBody>
        </p:sp>
        <p:sp>
          <p:nvSpPr>
            <p:cNvPr id="16" name="Segment 4 - GNC">
              <a:extLst>
                <a:ext uri="{FF2B5EF4-FFF2-40B4-BE49-F238E27FC236}">
                  <a16:creationId xmlns:a16="http://schemas.microsoft.com/office/drawing/2014/main" id="{9C909A4C-29E9-5281-D530-947EA0EDEEAD}"/>
                </a:ext>
              </a:extLst>
            </p:cNvPr>
            <p:cNvSpPr/>
            <p:nvPr/>
          </p:nvSpPr>
          <p:spPr>
            <a:xfrm>
              <a:off x="785136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GNC</a:t>
              </a:r>
            </a:p>
          </p:txBody>
        </p:sp>
        <p:sp>
          <p:nvSpPr>
            <p:cNvPr id="17" name="Segment 5 - Avionics">
              <a:extLst>
                <a:ext uri="{FF2B5EF4-FFF2-40B4-BE49-F238E27FC236}">
                  <a16:creationId xmlns:a16="http://schemas.microsoft.com/office/drawing/2014/main" id="{6715E6B0-7A89-F035-CD06-394056884BF0}"/>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
        <p:nvSpPr>
          <p:cNvPr id="18" name="Slide Number Placeholder 23">
            <a:extLst>
              <a:ext uri="{FF2B5EF4-FFF2-40B4-BE49-F238E27FC236}">
                <a16:creationId xmlns:a16="http://schemas.microsoft.com/office/drawing/2014/main" id="{36FC61E0-0A94-30FA-D95E-2F0E801D7827}"/>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t>51</a:t>
            </a:fld>
            <a:endParaRPr lang="en-US"/>
          </a:p>
        </p:txBody>
      </p:sp>
      <p:pic>
        <p:nvPicPr>
          <p:cNvPr id="14" name="Picture 13" descr="What Is a Rectangular Prism, and How Do You Find Its Volume?">
            <a:extLst>
              <a:ext uri="{FF2B5EF4-FFF2-40B4-BE49-F238E27FC236}">
                <a16:creationId xmlns:a16="http://schemas.microsoft.com/office/drawing/2014/main" id="{B3C62D26-C35C-3996-4D48-91FDF69BD479}"/>
              </a:ext>
            </a:extLst>
          </p:cNvPr>
          <p:cNvPicPr>
            <a:picLocks noChangeAspect="1"/>
          </p:cNvPicPr>
          <p:nvPr/>
        </p:nvPicPr>
        <p:blipFill>
          <a:blip r:embed="rId4"/>
          <a:srcRect l="3820" t="5369" r="1254" b="1342"/>
          <a:stretch>
            <a:fillRect/>
          </a:stretch>
        </p:blipFill>
        <p:spPr>
          <a:xfrm>
            <a:off x="1068701" y="1846222"/>
            <a:ext cx="3076591" cy="1412037"/>
          </a:xfrm>
          <a:prstGeom prst="rect">
            <a:avLst/>
          </a:prstGeom>
        </p:spPr>
      </p:pic>
      <p:pic>
        <p:nvPicPr>
          <p:cNvPr id="20" name="Picture 19" descr="Octagonal Prism | ClipArt ETC">
            <a:extLst>
              <a:ext uri="{FF2B5EF4-FFF2-40B4-BE49-F238E27FC236}">
                <a16:creationId xmlns:a16="http://schemas.microsoft.com/office/drawing/2014/main" id="{F37CF4BC-5151-C841-C0AE-565388DEFED7}"/>
              </a:ext>
            </a:extLst>
          </p:cNvPr>
          <p:cNvPicPr>
            <a:picLocks noChangeAspect="1"/>
          </p:cNvPicPr>
          <p:nvPr/>
        </p:nvPicPr>
        <p:blipFill>
          <a:blip r:embed="rId5"/>
          <a:stretch>
            <a:fillRect/>
          </a:stretch>
        </p:blipFill>
        <p:spPr>
          <a:xfrm>
            <a:off x="4815840" y="1761034"/>
            <a:ext cx="2021839" cy="1659532"/>
          </a:xfrm>
          <a:prstGeom prst="rect">
            <a:avLst/>
          </a:prstGeom>
        </p:spPr>
      </p:pic>
      <p:pic>
        <p:nvPicPr>
          <p:cNvPr id="21" name="Picture 20" descr="A black and white drawing of a hat&#10;&#10;AI-generated content may be incorrect.">
            <a:extLst>
              <a:ext uri="{FF2B5EF4-FFF2-40B4-BE49-F238E27FC236}">
                <a16:creationId xmlns:a16="http://schemas.microsoft.com/office/drawing/2014/main" id="{0879E50D-AB2E-A148-C948-8A781454506C}"/>
              </a:ext>
            </a:extLst>
          </p:cNvPr>
          <p:cNvPicPr>
            <a:picLocks noChangeAspect="1"/>
          </p:cNvPicPr>
          <p:nvPr/>
        </p:nvPicPr>
        <p:blipFill>
          <a:blip r:embed="rId6"/>
          <a:stretch>
            <a:fillRect/>
          </a:stretch>
        </p:blipFill>
        <p:spPr>
          <a:xfrm>
            <a:off x="7548880" y="1763035"/>
            <a:ext cx="3830320" cy="1838411"/>
          </a:xfrm>
          <a:prstGeom prst="rect">
            <a:avLst/>
          </a:prstGeom>
        </p:spPr>
      </p:pic>
      <p:sp>
        <p:nvSpPr>
          <p:cNvPr id="23" name="TextBox 22">
            <a:extLst>
              <a:ext uri="{FF2B5EF4-FFF2-40B4-BE49-F238E27FC236}">
                <a16:creationId xmlns:a16="http://schemas.microsoft.com/office/drawing/2014/main" id="{3CE1F26B-6BD7-7D25-CC95-E42C2BB1EBEA}"/>
              </a:ext>
            </a:extLst>
          </p:cNvPr>
          <p:cNvSpPr txBox="1"/>
          <p:nvPr/>
        </p:nvSpPr>
        <p:spPr>
          <a:xfrm>
            <a:off x="83619" y="3681470"/>
            <a:ext cx="4305214"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r>
              <a:rPr lang="en-US" sz="1600">
                <a:latin typeface="Arial"/>
                <a:cs typeface="Arial"/>
              </a:rPr>
              <a:t>Rectangular Prism</a:t>
            </a:r>
            <a:endParaRPr lang="en-US"/>
          </a:p>
          <a:p>
            <a:pPr marL="742950" lvl="1" indent="-285750">
              <a:buFont typeface="Courier New"/>
              <a:buChar char="o"/>
            </a:pPr>
            <a:r>
              <a:rPr lang="en-US" sz="1600">
                <a:latin typeface="Arial"/>
                <a:cs typeface="Arial"/>
              </a:rPr>
              <a:t>Usable Volume: 0.001764 m</a:t>
            </a:r>
            <a:r>
              <a:rPr lang="en-US" sz="1600" baseline="30000">
                <a:latin typeface="Arial"/>
                <a:cs typeface="Arial"/>
              </a:rPr>
              <a:t>3 </a:t>
            </a:r>
          </a:p>
          <a:p>
            <a:pPr marL="742950" lvl="1" indent="-285750">
              <a:buFont typeface="Courier New"/>
              <a:buChar char="o"/>
            </a:pPr>
            <a:r>
              <a:rPr lang="en-US" sz="1600">
                <a:latin typeface="Arial"/>
                <a:cs typeface="Arial"/>
              </a:rPr>
              <a:t>Mass: 1.8311 kg</a:t>
            </a:r>
          </a:p>
          <a:p>
            <a:pPr algn="l"/>
            <a:endParaRPr lang="en-US"/>
          </a:p>
        </p:txBody>
      </p:sp>
      <p:sp>
        <p:nvSpPr>
          <p:cNvPr id="25" name="TextBox 24">
            <a:extLst>
              <a:ext uri="{FF2B5EF4-FFF2-40B4-BE49-F238E27FC236}">
                <a16:creationId xmlns:a16="http://schemas.microsoft.com/office/drawing/2014/main" id="{0E4D8064-6014-C67B-36D1-13DDEE64280F}"/>
              </a:ext>
            </a:extLst>
          </p:cNvPr>
          <p:cNvSpPr txBox="1"/>
          <p:nvPr/>
        </p:nvSpPr>
        <p:spPr>
          <a:xfrm>
            <a:off x="4244676" y="3681470"/>
            <a:ext cx="3158462" cy="13542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r>
              <a:rPr lang="en-US" sz="1600">
                <a:latin typeface="Arial"/>
                <a:cs typeface="Arial"/>
              </a:rPr>
              <a:t>Octagonal Prism </a:t>
            </a:r>
            <a:endParaRPr lang="en-US"/>
          </a:p>
          <a:p>
            <a:pPr marL="742950" lvl="1" indent="-285750">
              <a:buFont typeface="Courier New"/>
              <a:buChar char="o"/>
            </a:pPr>
            <a:r>
              <a:rPr lang="en-US" sz="1600">
                <a:latin typeface="Arial"/>
                <a:cs typeface="Arial"/>
              </a:rPr>
              <a:t>Usable Volume: 0.0022732 m</a:t>
            </a:r>
            <a:r>
              <a:rPr lang="en-US" sz="1600" baseline="30000">
                <a:latin typeface="Arial"/>
                <a:cs typeface="Arial"/>
              </a:rPr>
              <a:t>3</a:t>
            </a:r>
          </a:p>
          <a:p>
            <a:pPr marL="742950" lvl="1" indent="-285750">
              <a:buFont typeface="Courier New"/>
              <a:buChar char="o"/>
            </a:pPr>
            <a:r>
              <a:rPr lang="en-US" sz="1600">
                <a:latin typeface="Arial"/>
                <a:cs typeface="Arial"/>
              </a:rPr>
              <a:t>Mass: 1.8726 kg</a:t>
            </a:r>
          </a:p>
          <a:p>
            <a:pPr algn="l"/>
            <a:endParaRPr lang="en-US"/>
          </a:p>
        </p:txBody>
      </p:sp>
      <p:sp>
        <p:nvSpPr>
          <p:cNvPr id="7" name="TextBox 6">
            <a:extLst>
              <a:ext uri="{FF2B5EF4-FFF2-40B4-BE49-F238E27FC236}">
                <a16:creationId xmlns:a16="http://schemas.microsoft.com/office/drawing/2014/main" id="{3CC9667E-A25E-2986-8AE2-F84FFC191577}"/>
              </a:ext>
            </a:extLst>
          </p:cNvPr>
          <p:cNvSpPr txBox="1"/>
          <p:nvPr/>
        </p:nvSpPr>
        <p:spPr>
          <a:xfrm>
            <a:off x="655604" y="5143972"/>
            <a:ext cx="1080234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i="1"/>
              <a:t>Key Takeaway: </a:t>
            </a:r>
            <a:r>
              <a:rPr lang="en-US"/>
              <a:t>The streamlined prism provides the best balance of usable volume and overall mass when keeping as many geometric parameters constant. It is worth noting that the octagonal prism provides the largest overall volume. </a:t>
            </a:r>
          </a:p>
        </p:txBody>
      </p:sp>
    </p:spTree>
    <p:extLst>
      <p:ext uri="{BB962C8B-B14F-4D97-AF65-F5344CB8AC3E}">
        <p14:creationId xmlns:p14="http://schemas.microsoft.com/office/powerpoint/2010/main" val="27634857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D9DA7-3AF8-CA68-556F-9A2E6C33606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548A3AF-D03C-267E-5C3F-B106AEBD0127}"/>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67E9C063-02D8-A412-8B4D-9278DA667EAC}"/>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92B4B1A3-BB64-CA0B-6F26-0F768E05CAAA}"/>
              </a:ext>
            </a:extLst>
          </p:cNvPr>
          <p:cNvSpPr txBox="1"/>
          <p:nvPr/>
        </p:nvSpPr>
        <p:spPr>
          <a:xfrm>
            <a:off x="1281749" y="368854"/>
            <a:ext cx="9094965" cy="627956"/>
          </a:xfrm>
          <a:prstGeom prst="rect">
            <a:avLst/>
          </a:prstGeom>
          <a:noFill/>
          <a:ln/>
        </p:spPr>
        <p:txBody>
          <a:bodyPr wrap="square" lIns="0" tIns="0" rIns="0" bIns="0" rtlCol="0" anchor="ctr"/>
          <a:lstStyle/>
          <a:p>
            <a:r>
              <a:rPr lang="en-US" sz="2800" b="1" kern="0" spc="100">
                <a:solidFill>
                  <a:srgbClr val="2B2A28"/>
                </a:solidFill>
                <a:latin typeface="Arial"/>
                <a:cs typeface="Arial"/>
              </a:rPr>
              <a:t>Chassis Shape Trade Study: Modeling and Analysis</a:t>
            </a:r>
          </a:p>
        </p:txBody>
      </p:sp>
      <p:sp>
        <p:nvSpPr>
          <p:cNvPr id="5" name="Shape 2">
            <a:extLst>
              <a:ext uri="{FF2B5EF4-FFF2-40B4-BE49-F238E27FC236}">
                <a16:creationId xmlns:a16="http://schemas.microsoft.com/office/drawing/2014/main" id="{66E10D6F-0F3D-421D-2E96-65700CD4C40F}"/>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8C996EB5-B3FC-F81D-6A3A-FB27B6B4DE2A}"/>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8" name="TextBox 7">
            <a:extLst>
              <a:ext uri="{FF2B5EF4-FFF2-40B4-BE49-F238E27FC236}">
                <a16:creationId xmlns:a16="http://schemas.microsoft.com/office/drawing/2014/main" id="{B029964D-C137-3C6A-C840-6832B43A8E59}"/>
              </a:ext>
            </a:extLst>
          </p:cNvPr>
          <p:cNvSpPr txBox="1"/>
          <p:nvPr/>
        </p:nvSpPr>
        <p:spPr>
          <a:xfrm>
            <a:off x="418496" y="4421386"/>
            <a:ext cx="4484959" cy="1323439"/>
          </a:xfrm>
          <a:prstGeom prst="rect">
            <a:avLst/>
          </a:prstGeom>
          <a:noFill/>
        </p:spPr>
        <p:txBody>
          <a:bodyPr wrap="square" lIns="91440" tIns="45720" rIns="91440" bIns="45720" rtlCol="0" anchor="t">
            <a:spAutoFit/>
          </a:bodyPr>
          <a:lstStyle/>
          <a:p>
            <a:r>
              <a:rPr lang="en-US" sz="1600" b="1" i="1">
                <a:latin typeface="Arial"/>
                <a:cs typeface="Arial"/>
              </a:rPr>
              <a:t>Key Takeaway: </a:t>
            </a:r>
            <a:r>
              <a:rPr lang="en-US" sz="1600">
                <a:latin typeface="Arial"/>
                <a:cs typeface="Arial"/>
              </a:rPr>
              <a:t>Streamlined body is substantially better in drag performance and marginally better in overall lift generation. Other configurations all have similar performance profiles.</a:t>
            </a:r>
            <a:endParaRPr lang="en-US" sz="1600">
              <a:latin typeface="Arial" panose="020B0604020202020204" pitchFamily="34" charset="0"/>
              <a:cs typeface="Arial" panose="020B0604020202020204" pitchFamily="34" charset="0"/>
            </a:endParaRPr>
          </a:p>
        </p:txBody>
      </p:sp>
      <p:grpSp>
        <p:nvGrpSpPr>
          <p:cNvPr id="10" name="Trade Studies Bar - 3 Airframe">
            <a:extLst>
              <a:ext uri="{FF2B5EF4-FFF2-40B4-BE49-F238E27FC236}">
                <a16:creationId xmlns:a16="http://schemas.microsoft.com/office/drawing/2014/main" id="{E28DDCD8-D078-4596-CDAC-09CB03537C68}"/>
              </a:ext>
            </a:extLst>
          </p:cNvPr>
          <p:cNvGrpSpPr/>
          <p:nvPr/>
        </p:nvGrpSpPr>
        <p:grpSpPr>
          <a:xfrm>
            <a:off x="814349" y="6569571"/>
            <a:ext cx="10563301" cy="276999"/>
            <a:chOff x="790698" y="5902391"/>
            <a:chExt cx="10563301" cy="276999"/>
          </a:xfrm>
        </p:grpSpPr>
        <p:sp>
          <p:nvSpPr>
            <p:cNvPr id="11" name="Segment 0 - Trade Studies">
              <a:extLst>
                <a:ext uri="{FF2B5EF4-FFF2-40B4-BE49-F238E27FC236}">
                  <a16:creationId xmlns:a16="http://schemas.microsoft.com/office/drawing/2014/main" id="{F502B485-9F8B-61FC-9BB8-0F4CA3D259F0}"/>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2" name="Segment 1 - Propulsion">
              <a:extLst>
                <a:ext uri="{FF2B5EF4-FFF2-40B4-BE49-F238E27FC236}">
                  <a16:creationId xmlns:a16="http://schemas.microsoft.com/office/drawing/2014/main" id="{52DD73E1-4CFE-9BEC-BD09-163954FC066E}"/>
                </a:ext>
              </a:extLst>
            </p:cNvPr>
            <p:cNvSpPr/>
            <p:nvPr/>
          </p:nvSpPr>
          <p:spPr>
            <a:xfrm>
              <a:off x="268951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Propulsion</a:t>
              </a:r>
            </a:p>
          </p:txBody>
        </p:sp>
        <p:sp>
          <p:nvSpPr>
            <p:cNvPr id="13" name="Segment 2 - Power Systems">
              <a:extLst>
                <a:ext uri="{FF2B5EF4-FFF2-40B4-BE49-F238E27FC236}">
                  <a16:creationId xmlns:a16="http://schemas.microsoft.com/office/drawing/2014/main" id="{6AD923CC-6077-B1AD-01F8-5AC6F6BFFB26}"/>
                </a:ext>
              </a:extLst>
            </p:cNvPr>
            <p:cNvSpPr/>
            <p:nvPr/>
          </p:nvSpPr>
          <p:spPr>
            <a:xfrm>
              <a:off x="441013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Power Systems</a:t>
              </a:r>
            </a:p>
          </p:txBody>
        </p:sp>
        <p:sp>
          <p:nvSpPr>
            <p:cNvPr id="15" name="Segment 3 - Airframe">
              <a:extLst>
                <a:ext uri="{FF2B5EF4-FFF2-40B4-BE49-F238E27FC236}">
                  <a16:creationId xmlns:a16="http://schemas.microsoft.com/office/drawing/2014/main" id="{9304493D-16DE-DC31-18D7-8A1D2154445D}"/>
                </a:ext>
              </a:extLst>
            </p:cNvPr>
            <p:cNvSpPr/>
            <p:nvPr/>
          </p:nvSpPr>
          <p:spPr>
            <a:xfrm>
              <a:off x="613074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Airframe</a:t>
              </a:r>
              <a:r>
                <a:rPr lang="en-US" sz="1050" b="1">
                  <a:solidFill>
                    <a:srgbClr val="FFFFFF"/>
                  </a:solidFill>
                  <a:latin typeface="Calibri"/>
                </a:rPr>
                <a:t> &amp; Aerodynamics</a:t>
              </a:r>
              <a:endParaRPr sz="1050" b="1">
                <a:solidFill>
                  <a:srgbClr val="FFFFFF"/>
                </a:solidFill>
                <a:latin typeface="Calibri"/>
              </a:endParaRPr>
            </a:p>
          </p:txBody>
        </p:sp>
        <p:sp>
          <p:nvSpPr>
            <p:cNvPr id="16" name="Segment 4 - GNC">
              <a:extLst>
                <a:ext uri="{FF2B5EF4-FFF2-40B4-BE49-F238E27FC236}">
                  <a16:creationId xmlns:a16="http://schemas.microsoft.com/office/drawing/2014/main" id="{FCD29649-6149-E34E-3F5B-674C50D75671}"/>
                </a:ext>
              </a:extLst>
            </p:cNvPr>
            <p:cNvSpPr/>
            <p:nvPr/>
          </p:nvSpPr>
          <p:spPr>
            <a:xfrm>
              <a:off x="785136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GNC</a:t>
              </a:r>
            </a:p>
          </p:txBody>
        </p:sp>
        <p:sp>
          <p:nvSpPr>
            <p:cNvPr id="17" name="Segment 5 - Avionics">
              <a:extLst>
                <a:ext uri="{FF2B5EF4-FFF2-40B4-BE49-F238E27FC236}">
                  <a16:creationId xmlns:a16="http://schemas.microsoft.com/office/drawing/2014/main" id="{0B189C3F-5448-7C6F-F485-55E24A6E3966}"/>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
        <p:nvSpPr>
          <p:cNvPr id="18" name="Slide Number Placeholder 23">
            <a:extLst>
              <a:ext uri="{FF2B5EF4-FFF2-40B4-BE49-F238E27FC236}">
                <a16:creationId xmlns:a16="http://schemas.microsoft.com/office/drawing/2014/main" id="{884F48DD-955C-4712-C9B0-7648B6ED750A}"/>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t>52</a:t>
            </a:fld>
            <a:endParaRPr lang="en-US"/>
          </a:p>
        </p:txBody>
      </p:sp>
      <p:pic>
        <p:nvPicPr>
          <p:cNvPr id="9" name="Picture 8">
            <a:extLst>
              <a:ext uri="{FF2B5EF4-FFF2-40B4-BE49-F238E27FC236}">
                <a16:creationId xmlns:a16="http://schemas.microsoft.com/office/drawing/2014/main" id="{BD303076-553F-0A1B-7CCF-5D70EE8E81D6}"/>
              </a:ext>
            </a:extLst>
          </p:cNvPr>
          <p:cNvPicPr>
            <a:picLocks noChangeAspect="1"/>
          </p:cNvPicPr>
          <p:nvPr/>
        </p:nvPicPr>
        <p:blipFill>
          <a:blip r:embed="rId4"/>
          <a:stretch>
            <a:fillRect/>
          </a:stretch>
        </p:blipFill>
        <p:spPr>
          <a:xfrm>
            <a:off x="5237798" y="978853"/>
            <a:ext cx="5394325" cy="2593975"/>
          </a:xfrm>
          <a:prstGeom prst="rect">
            <a:avLst/>
          </a:prstGeom>
        </p:spPr>
      </p:pic>
      <p:pic>
        <p:nvPicPr>
          <p:cNvPr id="20" name="Picture 19" descr="A graph of different angles&#10;&#10;AI-generated content may be incorrect.">
            <a:extLst>
              <a:ext uri="{FF2B5EF4-FFF2-40B4-BE49-F238E27FC236}">
                <a16:creationId xmlns:a16="http://schemas.microsoft.com/office/drawing/2014/main" id="{6B7EE9BD-BB50-A4BA-41D7-0A62DD3461DF}"/>
              </a:ext>
            </a:extLst>
          </p:cNvPr>
          <p:cNvPicPr>
            <a:picLocks noChangeAspect="1"/>
          </p:cNvPicPr>
          <p:nvPr/>
        </p:nvPicPr>
        <p:blipFill>
          <a:blip r:embed="rId5"/>
          <a:stretch>
            <a:fillRect/>
          </a:stretch>
        </p:blipFill>
        <p:spPr>
          <a:xfrm>
            <a:off x="5238750" y="3778250"/>
            <a:ext cx="5392420" cy="2603500"/>
          </a:xfrm>
          <a:prstGeom prst="rect">
            <a:avLst/>
          </a:prstGeom>
        </p:spPr>
      </p:pic>
      <p:sp>
        <p:nvSpPr>
          <p:cNvPr id="7" name="TextBox 6">
            <a:extLst>
              <a:ext uri="{FF2B5EF4-FFF2-40B4-BE49-F238E27FC236}">
                <a16:creationId xmlns:a16="http://schemas.microsoft.com/office/drawing/2014/main" id="{D8B40940-B140-E292-349F-432A5227D170}"/>
              </a:ext>
            </a:extLst>
          </p:cNvPr>
          <p:cNvSpPr txBox="1"/>
          <p:nvPr/>
        </p:nvSpPr>
        <p:spPr>
          <a:xfrm>
            <a:off x="574914" y="1633967"/>
            <a:ext cx="4175695"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a:t>Mathematical Model: </a:t>
            </a:r>
            <a:r>
              <a:rPr lang="en-US"/>
              <a:t>Uses an analytical model to estimate the directional drag forces and total lift-drag polars. </a:t>
            </a:r>
          </a:p>
          <a:p>
            <a:endParaRPr lang="en-US"/>
          </a:p>
          <a:p>
            <a:r>
              <a:rPr lang="en-US" i="1"/>
              <a:t>Assumptions: </a:t>
            </a:r>
          </a:p>
          <a:p>
            <a:pPr marL="285750" indent="-285750">
              <a:buFont typeface="Calibri"/>
              <a:buChar char="-"/>
            </a:pPr>
            <a:r>
              <a:rPr lang="en-US"/>
              <a:t>Bluff Bodies</a:t>
            </a:r>
          </a:p>
          <a:p>
            <a:pPr marL="285750" indent="-285750">
              <a:buFont typeface="Calibri"/>
              <a:buChar char="-"/>
            </a:pPr>
            <a:r>
              <a:rPr lang="en-US"/>
              <a:t>Cross Flow Theory + Projected Cross Sections</a:t>
            </a:r>
          </a:p>
          <a:p>
            <a:pPr marL="285750" indent="-285750">
              <a:buFont typeface="Calibri"/>
              <a:buChar char="-"/>
            </a:pPr>
            <a:r>
              <a:rPr lang="en-US"/>
              <a:t>Steady, Incompressible Flow</a:t>
            </a:r>
          </a:p>
        </p:txBody>
      </p:sp>
    </p:spTree>
    <p:extLst>
      <p:ext uri="{BB962C8B-B14F-4D97-AF65-F5344CB8AC3E}">
        <p14:creationId xmlns:p14="http://schemas.microsoft.com/office/powerpoint/2010/main" val="2319477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F18B5-417E-08F1-C884-B6B60714221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0F9C219-C137-B12B-8079-96A59F2E8002}"/>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DC9C17D5-AC9F-B229-B228-BC181CA4BD1A}"/>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6CB420A7-0BCE-D7A3-4C0F-CD1B93E022CB}"/>
              </a:ext>
            </a:extLst>
          </p:cNvPr>
          <p:cNvSpPr txBox="1"/>
          <p:nvPr/>
        </p:nvSpPr>
        <p:spPr>
          <a:xfrm>
            <a:off x="1281749" y="368854"/>
            <a:ext cx="9094965" cy="627956"/>
          </a:xfrm>
          <a:prstGeom prst="rect">
            <a:avLst/>
          </a:prstGeom>
          <a:noFill/>
          <a:ln/>
        </p:spPr>
        <p:txBody>
          <a:bodyPr wrap="square" lIns="0" tIns="0" rIns="0" bIns="0" rtlCol="0" anchor="ctr"/>
          <a:lstStyle/>
          <a:p>
            <a:r>
              <a:rPr lang="en-US" sz="2800" b="1" kern="0" spc="100">
                <a:solidFill>
                  <a:srgbClr val="2B2A28"/>
                </a:solidFill>
                <a:latin typeface="Arial"/>
                <a:cs typeface="Arial"/>
              </a:rPr>
              <a:t>Chassis Shape Trade Study: Summary</a:t>
            </a:r>
          </a:p>
        </p:txBody>
      </p:sp>
      <p:sp>
        <p:nvSpPr>
          <p:cNvPr id="5" name="Shape 2">
            <a:extLst>
              <a:ext uri="{FF2B5EF4-FFF2-40B4-BE49-F238E27FC236}">
                <a16:creationId xmlns:a16="http://schemas.microsoft.com/office/drawing/2014/main" id="{857EACA5-EC48-C5B4-87EC-AE6DF9AB680E}"/>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360A2BC9-F869-3BCD-7E9B-A3F444A41597}"/>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8" name="TextBox 7">
            <a:extLst>
              <a:ext uri="{FF2B5EF4-FFF2-40B4-BE49-F238E27FC236}">
                <a16:creationId xmlns:a16="http://schemas.microsoft.com/office/drawing/2014/main" id="{2B49F479-3E87-EA51-7A4A-2906A01FA849}"/>
              </a:ext>
            </a:extLst>
          </p:cNvPr>
          <p:cNvSpPr txBox="1"/>
          <p:nvPr/>
        </p:nvSpPr>
        <p:spPr>
          <a:xfrm>
            <a:off x="6603952" y="4854950"/>
            <a:ext cx="420973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a:latin typeface="Arial"/>
                <a:cs typeface="Arial"/>
              </a:rPr>
              <a:t>Streamlined monocoque is the most balanced in most metrics, besides production oriented.</a:t>
            </a:r>
          </a:p>
          <a:p>
            <a:pPr marL="742950" lvl="1" indent="-285750">
              <a:buFont typeface="Courier New"/>
              <a:buChar char="o"/>
            </a:pPr>
            <a:r>
              <a:rPr lang="en-US">
                <a:latin typeface="Arial"/>
                <a:cs typeface="Arial"/>
              </a:rPr>
              <a:t>3D Printing!</a:t>
            </a:r>
          </a:p>
        </p:txBody>
      </p:sp>
      <p:graphicFrame>
        <p:nvGraphicFramePr>
          <p:cNvPr id="11" name="Table 10">
            <a:extLst>
              <a:ext uri="{FF2B5EF4-FFF2-40B4-BE49-F238E27FC236}">
                <a16:creationId xmlns:a16="http://schemas.microsoft.com/office/drawing/2014/main" id="{E35F9879-8498-9D2A-9929-A759EC0EFE9C}"/>
              </a:ext>
            </a:extLst>
          </p:cNvPr>
          <p:cNvGraphicFramePr>
            <a:graphicFrameLocks noGrp="1"/>
          </p:cNvGraphicFramePr>
          <p:nvPr>
            <p:extLst>
              <p:ext uri="{D42A27DB-BD31-4B8C-83A1-F6EECF244321}">
                <p14:modId xmlns:p14="http://schemas.microsoft.com/office/powerpoint/2010/main" val="1655134330"/>
              </p:ext>
            </p:extLst>
          </p:nvPr>
        </p:nvGraphicFramePr>
        <p:xfrm>
          <a:off x="281066" y="1505262"/>
          <a:ext cx="5720261" cy="5307519"/>
        </p:xfrm>
        <a:graphic>
          <a:graphicData uri="http://schemas.openxmlformats.org/drawingml/2006/table">
            <a:tbl>
              <a:tblPr firstRow="1" bandRow="1">
                <a:tableStyleId>{5C22544A-7EE6-4342-B048-85BDC9FD1C3A}</a:tableStyleId>
              </a:tblPr>
              <a:tblGrid>
                <a:gridCol w="1144052">
                  <a:extLst>
                    <a:ext uri="{9D8B030D-6E8A-4147-A177-3AD203B41FA5}">
                      <a16:colId xmlns:a16="http://schemas.microsoft.com/office/drawing/2014/main" val="3104734447"/>
                    </a:ext>
                  </a:extLst>
                </a:gridCol>
                <a:gridCol w="1144052">
                  <a:extLst>
                    <a:ext uri="{9D8B030D-6E8A-4147-A177-3AD203B41FA5}">
                      <a16:colId xmlns:a16="http://schemas.microsoft.com/office/drawing/2014/main" val="2328440495"/>
                    </a:ext>
                  </a:extLst>
                </a:gridCol>
                <a:gridCol w="1336622">
                  <a:extLst>
                    <a:ext uri="{9D8B030D-6E8A-4147-A177-3AD203B41FA5}">
                      <a16:colId xmlns:a16="http://schemas.microsoft.com/office/drawing/2014/main" val="2562253008"/>
                    </a:ext>
                  </a:extLst>
                </a:gridCol>
                <a:gridCol w="1186721">
                  <a:extLst>
                    <a:ext uri="{9D8B030D-6E8A-4147-A177-3AD203B41FA5}">
                      <a16:colId xmlns:a16="http://schemas.microsoft.com/office/drawing/2014/main" val="995947395"/>
                    </a:ext>
                  </a:extLst>
                </a:gridCol>
                <a:gridCol w="908814">
                  <a:extLst>
                    <a:ext uri="{9D8B030D-6E8A-4147-A177-3AD203B41FA5}">
                      <a16:colId xmlns:a16="http://schemas.microsoft.com/office/drawing/2014/main" val="4246409607"/>
                    </a:ext>
                  </a:extLst>
                </a:gridCol>
              </a:tblGrid>
              <a:tr h="1019625">
                <a:tc>
                  <a:txBody>
                    <a:bodyPr/>
                    <a:lstStyle/>
                    <a:p>
                      <a:r>
                        <a:rPr lang="en-US" sz="1200"/>
                        <a:t>Factor</a:t>
                      </a:r>
                    </a:p>
                  </a:txBody>
                  <a:tcPr/>
                </a:tc>
                <a:tc>
                  <a:txBody>
                    <a:bodyPr/>
                    <a:lstStyle/>
                    <a:p>
                      <a:pPr lvl="0">
                        <a:buNone/>
                      </a:pPr>
                      <a:r>
                        <a:rPr lang="en-US" sz="1200"/>
                        <a:t>Factor Weight</a:t>
                      </a:r>
                    </a:p>
                  </a:txBody>
                  <a:tcPr/>
                </a:tc>
                <a:tc>
                  <a:txBody>
                    <a:bodyPr/>
                    <a:lstStyle/>
                    <a:p>
                      <a:pPr lvl="0">
                        <a:buNone/>
                      </a:pPr>
                      <a:r>
                        <a:rPr lang="en-US" sz="1400"/>
                        <a:t>Cube/</a:t>
                      </a:r>
                    </a:p>
                    <a:p>
                      <a:pPr lvl="0">
                        <a:buNone/>
                      </a:pPr>
                      <a:r>
                        <a:rPr lang="en-US" sz="1400"/>
                        <a:t>Rectangular</a:t>
                      </a:r>
                    </a:p>
                  </a:txBody>
                  <a:tcPr/>
                </a:tc>
                <a:tc>
                  <a:txBody>
                    <a:bodyPr/>
                    <a:lstStyle/>
                    <a:p>
                      <a:pPr lvl="0">
                        <a:buNone/>
                      </a:pPr>
                      <a:r>
                        <a:rPr lang="en-US" sz="1400"/>
                        <a:t>Egg/</a:t>
                      </a:r>
                    </a:p>
                    <a:p>
                      <a:pPr lvl="0">
                        <a:buNone/>
                      </a:pPr>
                      <a:r>
                        <a:rPr lang="en-US" sz="1400"/>
                        <a:t>Monocoque</a:t>
                      </a:r>
                    </a:p>
                  </a:txBody>
                  <a:tcPr/>
                </a:tc>
                <a:tc>
                  <a:txBody>
                    <a:bodyPr/>
                    <a:lstStyle/>
                    <a:p>
                      <a:r>
                        <a:rPr lang="en-US" sz="1200"/>
                        <a:t>Octagonal</a:t>
                      </a:r>
                    </a:p>
                  </a:txBody>
                  <a:tcPr/>
                </a:tc>
                <a:extLst>
                  <a:ext uri="{0D108BD9-81ED-4DB2-BD59-A6C34878D82A}">
                    <a16:rowId xmlns:a16="http://schemas.microsoft.com/office/drawing/2014/main" val="3279813073"/>
                  </a:ext>
                </a:extLst>
              </a:tr>
              <a:tr h="397117">
                <a:tc>
                  <a:txBody>
                    <a:bodyPr/>
                    <a:lstStyle/>
                    <a:p>
                      <a:pPr lvl="0">
                        <a:buNone/>
                      </a:pPr>
                      <a:r>
                        <a:rPr lang="en-US" sz="1200"/>
                        <a:t>Stiffness/ Density </a:t>
                      </a:r>
                    </a:p>
                  </a:txBody>
                  <a:tcPr/>
                </a:tc>
                <a:tc>
                  <a:txBody>
                    <a:bodyPr/>
                    <a:lstStyle/>
                    <a:p>
                      <a:pPr lvl="0">
                        <a:buNone/>
                      </a:pPr>
                      <a:r>
                        <a:rPr lang="en-US" sz="1200"/>
                        <a:t>20%</a:t>
                      </a:r>
                    </a:p>
                  </a:txBody>
                  <a:tcPr/>
                </a:tc>
                <a:tc>
                  <a:txBody>
                    <a:bodyPr/>
                    <a:lstStyle/>
                    <a:p>
                      <a:pPr lvl="0">
                        <a:buNone/>
                      </a:pPr>
                      <a:r>
                        <a:rPr lang="en-US" sz="1200"/>
                        <a:t>3</a:t>
                      </a:r>
                    </a:p>
                  </a:txBody>
                  <a:tcPr/>
                </a:tc>
                <a:tc>
                  <a:txBody>
                    <a:bodyPr/>
                    <a:lstStyle/>
                    <a:p>
                      <a:pPr lvl="0">
                        <a:buNone/>
                      </a:pPr>
                      <a:r>
                        <a:rPr lang="en-US" sz="1200"/>
                        <a:t>5</a:t>
                      </a:r>
                    </a:p>
                  </a:txBody>
                  <a:tcPr/>
                </a:tc>
                <a:tc>
                  <a:txBody>
                    <a:bodyPr/>
                    <a:lstStyle/>
                    <a:p>
                      <a:pPr lvl="0">
                        <a:buNone/>
                      </a:pPr>
                      <a:r>
                        <a:rPr lang="en-US" sz="1200"/>
                        <a:t>4</a:t>
                      </a:r>
                    </a:p>
                  </a:txBody>
                  <a:tcPr/>
                </a:tc>
                <a:extLst>
                  <a:ext uri="{0D108BD9-81ED-4DB2-BD59-A6C34878D82A}">
                    <a16:rowId xmlns:a16="http://schemas.microsoft.com/office/drawing/2014/main" val="941097326"/>
                  </a:ext>
                </a:extLst>
              </a:tr>
              <a:tr h="558110">
                <a:tc>
                  <a:txBody>
                    <a:bodyPr/>
                    <a:lstStyle/>
                    <a:p>
                      <a:r>
                        <a:rPr lang="en-US" sz="1200"/>
                        <a:t>Environmental Limitations</a:t>
                      </a:r>
                    </a:p>
                  </a:txBody>
                  <a:tcPr/>
                </a:tc>
                <a:tc>
                  <a:txBody>
                    <a:bodyPr/>
                    <a:lstStyle/>
                    <a:p>
                      <a:r>
                        <a:rPr lang="en-US" sz="1200"/>
                        <a:t>10%</a:t>
                      </a:r>
                    </a:p>
                  </a:txBody>
                  <a:tcPr/>
                </a:tc>
                <a:tc>
                  <a:txBody>
                    <a:bodyPr/>
                    <a:lstStyle/>
                    <a:p>
                      <a:r>
                        <a:rPr lang="en-US" sz="1200"/>
                        <a:t>4</a:t>
                      </a:r>
                    </a:p>
                  </a:txBody>
                  <a:tcPr/>
                </a:tc>
                <a:tc>
                  <a:txBody>
                    <a:bodyPr/>
                    <a:lstStyle/>
                    <a:p>
                      <a:r>
                        <a:rPr lang="en-US" sz="1200"/>
                        <a:t>4</a:t>
                      </a:r>
                    </a:p>
                  </a:txBody>
                  <a:tcPr/>
                </a:tc>
                <a:tc>
                  <a:txBody>
                    <a:bodyPr/>
                    <a:lstStyle/>
                    <a:p>
                      <a:r>
                        <a:rPr lang="en-US" sz="1200"/>
                        <a:t>4</a:t>
                      </a:r>
                    </a:p>
                  </a:txBody>
                  <a:tcPr/>
                </a:tc>
                <a:extLst>
                  <a:ext uri="{0D108BD9-81ED-4DB2-BD59-A6C34878D82A}">
                    <a16:rowId xmlns:a16="http://schemas.microsoft.com/office/drawing/2014/main" val="3521831916"/>
                  </a:ext>
                </a:extLst>
              </a:tr>
              <a:tr h="558110">
                <a:tc>
                  <a:txBody>
                    <a:bodyPr/>
                    <a:lstStyle/>
                    <a:p>
                      <a:r>
                        <a:rPr lang="en-US" sz="1200"/>
                        <a:t>Thermal Performance</a:t>
                      </a:r>
                    </a:p>
                  </a:txBody>
                  <a:tcPr/>
                </a:tc>
                <a:tc>
                  <a:txBody>
                    <a:bodyPr/>
                    <a:lstStyle/>
                    <a:p>
                      <a:r>
                        <a:rPr lang="en-US" sz="1200"/>
                        <a:t>5%</a:t>
                      </a:r>
                    </a:p>
                  </a:txBody>
                  <a:tcPr/>
                </a:tc>
                <a:tc>
                  <a:txBody>
                    <a:bodyPr/>
                    <a:lstStyle/>
                    <a:p>
                      <a:r>
                        <a:rPr lang="en-US" sz="1200"/>
                        <a:t>4</a:t>
                      </a:r>
                    </a:p>
                  </a:txBody>
                  <a:tcPr/>
                </a:tc>
                <a:tc>
                  <a:txBody>
                    <a:bodyPr/>
                    <a:lstStyle/>
                    <a:p>
                      <a:r>
                        <a:rPr lang="en-US" sz="1200"/>
                        <a:t>5</a:t>
                      </a:r>
                    </a:p>
                  </a:txBody>
                  <a:tcPr/>
                </a:tc>
                <a:tc>
                  <a:txBody>
                    <a:bodyPr/>
                    <a:lstStyle/>
                    <a:p>
                      <a:r>
                        <a:rPr lang="en-US" sz="1200"/>
                        <a:t>5</a:t>
                      </a:r>
                    </a:p>
                  </a:txBody>
                  <a:tcPr/>
                </a:tc>
                <a:extLst>
                  <a:ext uri="{0D108BD9-81ED-4DB2-BD59-A6C34878D82A}">
                    <a16:rowId xmlns:a16="http://schemas.microsoft.com/office/drawing/2014/main" val="2094351048"/>
                  </a:ext>
                </a:extLst>
              </a:tr>
              <a:tr h="397117">
                <a:tc>
                  <a:txBody>
                    <a:bodyPr/>
                    <a:lstStyle/>
                    <a:p>
                      <a:r>
                        <a:rPr lang="en-US" sz="1200"/>
                        <a:t>MAX Impact resistance</a:t>
                      </a:r>
                    </a:p>
                  </a:txBody>
                  <a:tcPr/>
                </a:tc>
                <a:tc>
                  <a:txBody>
                    <a:bodyPr/>
                    <a:lstStyle/>
                    <a:p>
                      <a:r>
                        <a:rPr lang="en-US" sz="1200"/>
                        <a:t>10%</a:t>
                      </a:r>
                    </a:p>
                  </a:txBody>
                  <a:tcPr/>
                </a:tc>
                <a:tc>
                  <a:txBody>
                    <a:bodyPr/>
                    <a:lstStyle/>
                    <a:p>
                      <a:r>
                        <a:rPr lang="en-US" sz="1200"/>
                        <a:t>3</a:t>
                      </a:r>
                    </a:p>
                  </a:txBody>
                  <a:tcPr/>
                </a:tc>
                <a:tc>
                  <a:txBody>
                    <a:bodyPr/>
                    <a:lstStyle/>
                    <a:p>
                      <a:r>
                        <a:rPr lang="en-US" sz="1200"/>
                        <a:t>5</a:t>
                      </a:r>
                    </a:p>
                  </a:txBody>
                  <a:tcPr/>
                </a:tc>
                <a:tc>
                  <a:txBody>
                    <a:bodyPr/>
                    <a:lstStyle/>
                    <a:p>
                      <a:r>
                        <a:rPr lang="en-US" sz="1200"/>
                        <a:t>4</a:t>
                      </a:r>
                    </a:p>
                  </a:txBody>
                  <a:tcPr/>
                </a:tc>
                <a:extLst>
                  <a:ext uri="{0D108BD9-81ED-4DB2-BD59-A6C34878D82A}">
                    <a16:rowId xmlns:a16="http://schemas.microsoft.com/office/drawing/2014/main" val="3167725053"/>
                  </a:ext>
                </a:extLst>
              </a:tr>
              <a:tr h="246856">
                <a:tc>
                  <a:txBody>
                    <a:bodyPr/>
                    <a:lstStyle/>
                    <a:p>
                      <a:r>
                        <a:rPr lang="en-US" sz="1200"/>
                        <a:t>Repairability</a:t>
                      </a:r>
                    </a:p>
                  </a:txBody>
                  <a:tcPr/>
                </a:tc>
                <a:tc>
                  <a:txBody>
                    <a:bodyPr/>
                    <a:lstStyle/>
                    <a:p>
                      <a:r>
                        <a:rPr lang="en-US" sz="1200"/>
                        <a:t>10%</a:t>
                      </a:r>
                    </a:p>
                  </a:txBody>
                  <a:tcPr/>
                </a:tc>
                <a:tc>
                  <a:txBody>
                    <a:bodyPr/>
                    <a:lstStyle/>
                    <a:p>
                      <a:r>
                        <a:rPr lang="en-US" sz="1200"/>
                        <a:t>5</a:t>
                      </a:r>
                    </a:p>
                  </a:txBody>
                  <a:tcPr/>
                </a:tc>
                <a:tc>
                  <a:txBody>
                    <a:bodyPr/>
                    <a:lstStyle/>
                    <a:p>
                      <a:r>
                        <a:rPr lang="en-US" sz="1200"/>
                        <a:t>2</a:t>
                      </a:r>
                    </a:p>
                  </a:txBody>
                  <a:tcPr/>
                </a:tc>
                <a:tc>
                  <a:txBody>
                    <a:bodyPr/>
                    <a:lstStyle/>
                    <a:p>
                      <a:r>
                        <a:rPr lang="en-US" sz="1200"/>
                        <a:t>4</a:t>
                      </a:r>
                    </a:p>
                  </a:txBody>
                  <a:tcPr/>
                </a:tc>
                <a:extLst>
                  <a:ext uri="{0D108BD9-81ED-4DB2-BD59-A6C34878D82A}">
                    <a16:rowId xmlns:a16="http://schemas.microsoft.com/office/drawing/2014/main" val="2928073897"/>
                  </a:ext>
                </a:extLst>
              </a:tr>
              <a:tr h="397117">
                <a:tc>
                  <a:txBody>
                    <a:bodyPr/>
                    <a:lstStyle/>
                    <a:p>
                      <a:r>
                        <a:rPr lang="en-US" sz="1200"/>
                        <a:t>Machinability</a:t>
                      </a:r>
                    </a:p>
                  </a:txBody>
                  <a:tcPr/>
                </a:tc>
                <a:tc>
                  <a:txBody>
                    <a:bodyPr/>
                    <a:lstStyle/>
                    <a:p>
                      <a:r>
                        <a:rPr lang="en-US" sz="1200"/>
                        <a:t>10%</a:t>
                      </a:r>
                    </a:p>
                  </a:txBody>
                  <a:tcPr/>
                </a:tc>
                <a:tc>
                  <a:txBody>
                    <a:bodyPr/>
                    <a:lstStyle/>
                    <a:p>
                      <a:r>
                        <a:rPr lang="en-US" sz="1200"/>
                        <a:t>5</a:t>
                      </a:r>
                    </a:p>
                  </a:txBody>
                  <a:tcPr/>
                </a:tc>
                <a:tc>
                  <a:txBody>
                    <a:bodyPr/>
                    <a:lstStyle/>
                    <a:p>
                      <a:r>
                        <a:rPr lang="en-US" sz="1200"/>
                        <a:t>2</a:t>
                      </a:r>
                    </a:p>
                  </a:txBody>
                  <a:tcPr/>
                </a:tc>
                <a:tc>
                  <a:txBody>
                    <a:bodyPr/>
                    <a:lstStyle/>
                    <a:p>
                      <a:r>
                        <a:rPr lang="en-US" sz="1200"/>
                        <a:t>4</a:t>
                      </a:r>
                    </a:p>
                  </a:txBody>
                  <a:tcPr/>
                </a:tc>
                <a:extLst>
                  <a:ext uri="{0D108BD9-81ED-4DB2-BD59-A6C34878D82A}">
                    <a16:rowId xmlns:a16="http://schemas.microsoft.com/office/drawing/2014/main" val="3743886163"/>
                  </a:ext>
                </a:extLst>
              </a:tr>
              <a:tr h="397117">
                <a:tc>
                  <a:txBody>
                    <a:bodyPr/>
                    <a:lstStyle/>
                    <a:p>
                      <a:r>
                        <a:rPr lang="en-US" sz="1200"/>
                        <a:t>Mechanical Complexity</a:t>
                      </a:r>
                    </a:p>
                  </a:txBody>
                  <a:tcPr/>
                </a:tc>
                <a:tc>
                  <a:txBody>
                    <a:bodyPr/>
                    <a:lstStyle/>
                    <a:p>
                      <a:r>
                        <a:rPr lang="en-US" sz="1200"/>
                        <a:t>10%</a:t>
                      </a:r>
                    </a:p>
                  </a:txBody>
                  <a:tcPr/>
                </a:tc>
                <a:tc>
                  <a:txBody>
                    <a:bodyPr/>
                    <a:lstStyle/>
                    <a:p>
                      <a:r>
                        <a:rPr lang="en-US" sz="1200"/>
                        <a:t>5</a:t>
                      </a:r>
                    </a:p>
                  </a:txBody>
                  <a:tcPr/>
                </a:tc>
                <a:tc>
                  <a:txBody>
                    <a:bodyPr/>
                    <a:lstStyle/>
                    <a:p>
                      <a:r>
                        <a:rPr lang="en-US" sz="1200"/>
                        <a:t>4</a:t>
                      </a:r>
                    </a:p>
                  </a:txBody>
                  <a:tcPr/>
                </a:tc>
                <a:tc>
                  <a:txBody>
                    <a:bodyPr/>
                    <a:lstStyle/>
                    <a:p>
                      <a:r>
                        <a:rPr lang="en-US" sz="1200"/>
                        <a:t>5</a:t>
                      </a:r>
                    </a:p>
                  </a:txBody>
                  <a:tcPr/>
                </a:tc>
                <a:extLst>
                  <a:ext uri="{0D108BD9-81ED-4DB2-BD59-A6C34878D82A}">
                    <a16:rowId xmlns:a16="http://schemas.microsoft.com/office/drawing/2014/main" val="84589029"/>
                  </a:ext>
                </a:extLst>
              </a:tr>
              <a:tr h="397117">
                <a:tc>
                  <a:txBody>
                    <a:bodyPr/>
                    <a:lstStyle/>
                    <a:p>
                      <a:r>
                        <a:rPr lang="en-US" sz="1200"/>
                        <a:t>Mass/Volume</a:t>
                      </a:r>
                    </a:p>
                  </a:txBody>
                  <a:tcPr/>
                </a:tc>
                <a:tc>
                  <a:txBody>
                    <a:bodyPr/>
                    <a:lstStyle/>
                    <a:p>
                      <a:r>
                        <a:rPr lang="en-US" sz="1200"/>
                        <a:t>25%</a:t>
                      </a:r>
                    </a:p>
                  </a:txBody>
                  <a:tcPr/>
                </a:tc>
                <a:tc>
                  <a:txBody>
                    <a:bodyPr/>
                    <a:lstStyle/>
                    <a:p>
                      <a:r>
                        <a:rPr lang="en-US" sz="1200"/>
                        <a:t>2</a:t>
                      </a:r>
                    </a:p>
                  </a:txBody>
                  <a:tcPr/>
                </a:tc>
                <a:tc>
                  <a:txBody>
                    <a:bodyPr/>
                    <a:lstStyle/>
                    <a:p>
                      <a:r>
                        <a:rPr lang="en-US" sz="1200"/>
                        <a:t>5</a:t>
                      </a:r>
                    </a:p>
                  </a:txBody>
                  <a:tcPr/>
                </a:tc>
                <a:tc>
                  <a:txBody>
                    <a:bodyPr/>
                    <a:lstStyle/>
                    <a:p>
                      <a:r>
                        <a:rPr lang="en-US" sz="1200"/>
                        <a:t>4</a:t>
                      </a:r>
                    </a:p>
                  </a:txBody>
                  <a:tcPr/>
                </a:tc>
                <a:extLst>
                  <a:ext uri="{0D108BD9-81ED-4DB2-BD59-A6C34878D82A}">
                    <a16:rowId xmlns:a16="http://schemas.microsoft.com/office/drawing/2014/main" val="4030350181"/>
                  </a:ext>
                </a:extLst>
              </a:tr>
              <a:tr h="236123">
                <a:tc>
                  <a:txBody>
                    <a:bodyPr/>
                    <a:lstStyle/>
                    <a:p>
                      <a:pPr lvl="0">
                        <a:buNone/>
                      </a:pPr>
                      <a:endParaRPr lang="en-US" sz="1200" b="1"/>
                    </a:p>
                  </a:txBody>
                  <a:tcPr/>
                </a:tc>
                <a:tc>
                  <a:txBody>
                    <a:bodyPr/>
                    <a:lstStyle/>
                    <a:p>
                      <a:pPr lvl="0">
                        <a:buNone/>
                      </a:pPr>
                      <a:r>
                        <a:rPr lang="en-US" sz="1200" b="1"/>
                        <a:t>/100%</a:t>
                      </a:r>
                    </a:p>
                  </a:txBody>
                  <a:tcPr/>
                </a:tc>
                <a:tc>
                  <a:txBody>
                    <a:bodyPr/>
                    <a:lstStyle/>
                    <a:p>
                      <a:pPr lvl="0">
                        <a:buNone/>
                      </a:pPr>
                      <a:endParaRPr lang="en-US" sz="1200"/>
                    </a:p>
                  </a:txBody>
                  <a:tcPr/>
                </a:tc>
                <a:tc>
                  <a:txBody>
                    <a:bodyPr/>
                    <a:lstStyle/>
                    <a:p>
                      <a:pPr lvl="0">
                        <a:buNone/>
                      </a:pPr>
                      <a:endParaRPr lang="en-US" sz="1200"/>
                    </a:p>
                  </a:txBody>
                  <a:tcPr/>
                </a:tc>
                <a:tc>
                  <a:txBody>
                    <a:bodyPr/>
                    <a:lstStyle/>
                    <a:p>
                      <a:pPr lvl="0">
                        <a:buNone/>
                      </a:pPr>
                      <a:endParaRPr lang="en-US" sz="1200"/>
                    </a:p>
                  </a:txBody>
                  <a:tcPr/>
                </a:tc>
                <a:extLst>
                  <a:ext uri="{0D108BD9-81ED-4DB2-BD59-A6C34878D82A}">
                    <a16:rowId xmlns:a16="http://schemas.microsoft.com/office/drawing/2014/main" val="1397109210"/>
                  </a:ext>
                </a:extLst>
              </a:tr>
              <a:tr h="397117">
                <a:tc>
                  <a:txBody>
                    <a:bodyPr/>
                    <a:lstStyle/>
                    <a:p>
                      <a:pPr lvl="0">
                        <a:buNone/>
                      </a:pPr>
                      <a:r>
                        <a:rPr lang="en-US" sz="1200" b="1"/>
                        <a:t>Weighted Score / 5</a:t>
                      </a:r>
                    </a:p>
                  </a:txBody>
                  <a:tcPr/>
                </a:tc>
                <a:tc>
                  <a:txBody>
                    <a:bodyPr/>
                    <a:lstStyle/>
                    <a:p>
                      <a:pPr lvl="0">
                        <a:buNone/>
                      </a:pPr>
                      <a:endParaRPr lang="en-US" sz="1200" b="1"/>
                    </a:p>
                  </a:txBody>
                  <a:tcPr/>
                </a:tc>
                <a:tc>
                  <a:txBody>
                    <a:bodyPr/>
                    <a:lstStyle/>
                    <a:p>
                      <a:pPr lvl="0">
                        <a:buNone/>
                      </a:pPr>
                      <a:r>
                        <a:rPr lang="en-US" sz="1200" b="1"/>
                        <a:t>3.50</a:t>
                      </a:r>
                    </a:p>
                  </a:txBody>
                  <a:tcPr/>
                </a:tc>
                <a:tc>
                  <a:txBody>
                    <a:bodyPr/>
                    <a:lstStyle/>
                    <a:p>
                      <a:pPr lvl="0">
                        <a:buNone/>
                      </a:pPr>
                      <a:r>
                        <a:rPr lang="en-US" sz="1200" b="1"/>
                        <a:t>4.20</a:t>
                      </a:r>
                    </a:p>
                  </a:txBody>
                  <a:tcPr>
                    <a:solidFill>
                      <a:schemeClr val="accent6"/>
                    </a:solidFill>
                  </a:tcPr>
                </a:tc>
                <a:tc>
                  <a:txBody>
                    <a:bodyPr/>
                    <a:lstStyle/>
                    <a:p>
                      <a:pPr lvl="0">
                        <a:buNone/>
                      </a:pPr>
                      <a:r>
                        <a:rPr lang="en-US" sz="1200" b="1"/>
                        <a:t>4.15</a:t>
                      </a:r>
                    </a:p>
                  </a:txBody>
                  <a:tcPr>
                    <a:solidFill>
                      <a:schemeClr val="bg1">
                        <a:lumMod val="95000"/>
                      </a:schemeClr>
                    </a:solidFill>
                  </a:tcPr>
                </a:tc>
                <a:extLst>
                  <a:ext uri="{0D108BD9-81ED-4DB2-BD59-A6C34878D82A}">
                    <a16:rowId xmlns:a16="http://schemas.microsoft.com/office/drawing/2014/main" val="3471619563"/>
                  </a:ext>
                </a:extLst>
              </a:tr>
            </a:tbl>
          </a:graphicData>
        </a:graphic>
      </p:graphicFrame>
      <p:graphicFrame>
        <p:nvGraphicFramePr>
          <p:cNvPr id="13" name="Table 12">
            <a:extLst>
              <a:ext uri="{FF2B5EF4-FFF2-40B4-BE49-F238E27FC236}">
                <a16:creationId xmlns:a16="http://schemas.microsoft.com/office/drawing/2014/main" id="{71FA230D-8E7A-78B8-ADA3-4888824D6FC8}"/>
              </a:ext>
            </a:extLst>
          </p:cNvPr>
          <p:cNvGraphicFramePr>
            <a:graphicFrameLocks noGrp="1"/>
          </p:cNvGraphicFramePr>
          <p:nvPr>
            <p:extLst>
              <p:ext uri="{D42A27DB-BD31-4B8C-83A1-F6EECF244321}">
                <p14:modId xmlns:p14="http://schemas.microsoft.com/office/powerpoint/2010/main" val="108636829"/>
              </p:ext>
            </p:extLst>
          </p:nvPr>
        </p:nvGraphicFramePr>
        <p:xfrm>
          <a:off x="6108992" y="1503112"/>
          <a:ext cx="5845087" cy="3032759"/>
        </p:xfrm>
        <a:graphic>
          <a:graphicData uri="http://schemas.openxmlformats.org/drawingml/2006/table">
            <a:tbl>
              <a:tblPr firstRow="1" bandRow="1">
                <a:tableStyleId>{5C22544A-7EE6-4342-B048-85BDC9FD1C3A}</a:tableStyleId>
              </a:tblPr>
              <a:tblGrid>
                <a:gridCol w="949375">
                  <a:extLst>
                    <a:ext uri="{9D8B030D-6E8A-4147-A177-3AD203B41FA5}">
                      <a16:colId xmlns:a16="http://schemas.microsoft.com/office/drawing/2014/main" val="3104734447"/>
                    </a:ext>
                  </a:extLst>
                </a:gridCol>
                <a:gridCol w="774491">
                  <a:extLst>
                    <a:ext uri="{9D8B030D-6E8A-4147-A177-3AD203B41FA5}">
                      <a16:colId xmlns:a16="http://schemas.microsoft.com/office/drawing/2014/main" val="2328440495"/>
                    </a:ext>
                  </a:extLst>
                </a:gridCol>
                <a:gridCol w="1523998">
                  <a:extLst>
                    <a:ext uri="{9D8B030D-6E8A-4147-A177-3AD203B41FA5}">
                      <a16:colId xmlns:a16="http://schemas.microsoft.com/office/drawing/2014/main" val="2562253008"/>
                    </a:ext>
                  </a:extLst>
                </a:gridCol>
                <a:gridCol w="1349114">
                  <a:extLst>
                    <a:ext uri="{9D8B030D-6E8A-4147-A177-3AD203B41FA5}">
                      <a16:colId xmlns:a16="http://schemas.microsoft.com/office/drawing/2014/main" val="995947395"/>
                    </a:ext>
                  </a:extLst>
                </a:gridCol>
                <a:gridCol w="1248109">
                  <a:extLst>
                    <a:ext uri="{9D8B030D-6E8A-4147-A177-3AD203B41FA5}">
                      <a16:colId xmlns:a16="http://schemas.microsoft.com/office/drawing/2014/main" val="4246409607"/>
                    </a:ext>
                  </a:extLst>
                </a:gridCol>
              </a:tblGrid>
              <a:tr h="370840">
                <a:tc>
                  <a:txBody>
                    <a:bodyPr/>
                    <a:lstStyle/>
                    <a:p>
                      <a:r>
                        <a:rPr lang="en-US" sz="1200"/>
                        <a:t>Factor</a:t>
                      </a:r>
                    </a:p>
                  </a:txBody>
                  <a:tcPr/>
                </a:tc>
                <a:tc>
                  <a:txBody>
                    <a:bodyPr/>
                    <a:lstStyle/>
                    <a:p>
                      <a:pPr lvl="0">
                        <a:buNone/>
                      </a:pPr>
                      <a:r>
                        <a:rPr lang="en-US" sz="1200"/>
                        <a:t>Factor Weight</a:t>
                      </a:r>
                    </a:p>
                  </a:txBody>
                  <a:tcPr/>
                </a:tc>
                <a:tc>
                  <a:txBody>
                    <a:bodyPr/>
                    <a:lstStyle/>
                    <a:p>
                      <a:r>
                        <a:rPr lang="en-US" sz="1200"/>
                        <a:t>Cube/Rectangular </a:t>
                      </a:r>
                    </a:p>
                  </a:txBody>
                  <a:tcPr/>
                </a:tc>
                <a:tc>
                  <a:txBody>
                    <a:bodyPr/>
                    <a:lstStyle/>
                    <a:p>
                      <a:pPr lvl="0">
                        <a:buNone/>
                      </a:pPr>
                      <a:r>
                        <a:rPr lang="en-US" sz="1200"/>
                        <a:t>Egg/</a:t>
                      </a:r>
                      <a:r>
                        <a:rPr lang="en-US" sz="1200" b="1" i="0" u="none" strike="noStrike" noProof="0">
                          <a:solidFill>
                            <a:srgbClr val="FFFFFF"/>
                          </a:solidFill>
                          <a:latin typeface="Aptos"/>
                        </a:rPr>
                        <a:t>Monocoque</a:t>
                      </a:r>
                    </a:p>
                    <a:p>
                      <a:pPr lvl="0">
                        <a:buNone/>
                      </a:pPr>
                      <a:endParaRPr lang="en-US"/>
                    </a:p>
                  </a:txBody>
                  <a:tcPr/>
                </a:tc>
                <a:tc>
                  <a:txBody>
                    <a:bodyPr/>
                    <a:lstStyle/>
                    <a:p>
                      <a:pPr lvl="0">
                        <a:buNone/>
                      </a:pPr>
                      <a:r>
                        <a:rPr lang="en-US" sz="1200"/>
                        <a:t>Octagonal</a:t>
                      </a:r>
                    </a:p>
                  </a:txBody>
                  <a:tcPr/>
                </a:tc>
                <a:extLst>
                  <a:ext uri="{0D108BD9-81ED-4DB2-BD59-A6C34878D82A}">
                    <a16:rowId xmlns:a16="http://schemas.microsoft.com/office/drawing/2014/main" val="3279813073"/>
                  </a:ext>
                </a:extLst>
              </a:tr>
              <a:tr h="370839">
                <a:tc>
                  <a:txBody>
                    <a:bodyPr/>
                    <a:lstStyle/>
                    <a:p>
                      <a:pPr lvl="0">
                        <a:buNone/>
                      </a:pPr>
                      <a:r>
                        <a:rPr lang="en-US" sz="1200"/>
                        <a:t>Mission Reliability</a:t>
                      </a:r>
                    </a:p>
                  </a:txBody>
                  <a:tcPr/>
                </a:tc>
                <a:tc>
                  <a:txBody>
                    <a:bodyPr/>
                    <a:lstStyle/>
                    <a:p>
                      <a:pPr lvl="0">
                        <a:buNone/>
                      </a:pPr>
                      <a:r>
                        <a:rPr lang="en-US" sz="1200"/>
                        <a:t>35%</a:t>
                      </a:r>
                    </a:p>
                  </a:txBody>
                  <a:tcPr/>
                </a:tc>
                <a:tc>
                  <a:txBody>
                    <a:bodyPr/>
                    <a:lstStyle/>
                    <a:p>
                      <a:pPr lvl="0">
                        <a:buNone/>
                      </a:pPr>
                      <a:r>
                        <a:rPr lang="en-US" sz="1200"/>
                        <a:t>5</a:t>
                      </a:r>
                    </a:p>
                  </a:txBody>
                  <a:tcPr/>
                </a:tc>
                <a:tc>
                  <a:txBody>
                    <a:bodyPr/>
                    <a:lstStyle/>
                    <a:p>
                      <a:pPr lvl="0">
                        <a:buNone/>
                      </a:pPr>
                      <a:r>
                        <a:rPr lang="en-US" sz="1200"/>
                        <a:t>3</a:t>
                      </a:r>
                    </a:p>
                  </a:txBody>
                  <a:tcPr/>
                </a:tc>
                <a:tc>
                  <a:txBody>
                    <a:bodyPr/>
                    <a:lstStyle/>
                    <a:p>
                      <a:pPr lvl="0">
                        <a:buNone/>
                      </a:pPr>
                      <a:r>
                        <a:rPr lang="en-US" sz="1200"/>
                        <a:t>4</a:t>
                      </a:r>
                    </a:p>
                  </a:txBody>
                  <a:tcPr/>
                </a:tc>
                <a:extLst>
                  <a:ext uri="{0D108BD9-81ED-4DB2-BD59-A6C34878D82A}">
                    <a16:rowId xmlns:a16="http://schemas.microsoft.com/office/drawing/2014/main" val="941097326"/>
                  </a:ext>
                </a:extLst>
              </a:tr>
              <a:tr h="370840">
                <a:tc>
                  <a:txBody>
                    <a:bodyPr/>
                    <a:lstStyle/>
                    <a:p>
                      <a:pPr lvl="0">
                        <a:buNone/>
                      </a:pPr>
                      <a:r>
                        <a:rPr lang="en-US" sz="1200"/>
                        <a:t>Ease of Verification</a:t>
                      </a:r>
                    </a:p>
                  </a:txBody>
                  <a:tcPr/>
                </a:tc>
                <a:tc>
                  <a:txBody>
                    <a:bodyPr/>
                    <a:lstStyle/>
                    <a:p>
                      <a:r>
                        <a:rPr lang="en-US" sz="1200"/>
                        <a:t>20%</a:t>
                      </a:r>
                    </a:p>
                  </a:txBody>
                  <a:tcPr/>
                </a:tc>
                <a:tc>
                  <a:txBody>
                    <a:bodyPr/>
                    <a:lstStyle/>
                    <a:p>
                      <a:r>
                        <a:rPr lang="en-US" sz="1200"/>
                        <a:t>5</a:t>
                      </a:r>
                    </a:p>
                  </a:txBody>
                  <a:tcPr/>
                </a:tc>
                <a:tc>
                  <a:txBody>
                    <a:bodyPr/>
                    <a:lstStyle/>
                    <a:p>
                      <a:r>
                        <a:rPr lang="en-US" sz="1200"/>
                        <a:t>3</a:t>
                      </a:r>
                    </a:p>
                  </a:txBody>
                  <a:tcPr/>
                </a:tc>
                <a:tc>
                  <a:txBody>
                    <a:bodyPr/>
                    <a:lstStyle/>
                    <a:p>
                      <a:r>
                        <a:rPr lang="en-US" sz="1200"/>
                        <a:t>5</a:t>
                      </a:r>
                    </a:p>
                  </a:txBody>
                  <a:tcPr/>
                </a:tc>
                <a:extLst>
                  <a:ext uri="{0D108BD9-81ED-4DB2-BD59-A6C34878D82A}">
                    <a16:rowId xmlns:a16="http://schemas.microsoft.com/office/drawing/2014/main" val="3521831916"/>
                  </a:ext>
                </a:extLst>
              </a:tr>
              <a:tr h="370840">
                <a:tc>
                  <a:txBody>
                    <a:bodyPr/>
                    <a:lstStyle/>
                    <a:p>
                      <a:r>
                        <a:rPr lang="en-US" sz="1200"/>
                        <a:t>Schedule</a:t>
                      </a:r>
                    </a:p>
                  </a:txBody>
                  <a:tcPr/>
                </a:tc>
                <a:tc>
                  <a:txBody>
                    <a:bodyPr/>
                    <a:lstStyle/>
                    <a:p>
                      <a:r>
                        <a:rPr lang="en-US" sz="1200"/>
                        <a:t>25%</a:t>
                      </a:r>
                    </a:p>
                  </a:txBody>
                  <a:tcPr/>
                </a:tc>
                <a:tc>
                  <a:txBody>
                    <a:bodyPr/>
                    <a:lstStyle/>
                    <a:p>
                      <a:r>
                        <a:rPr lang="en-US" sz="1200"/>
                        <a:t>4</a:t>
                      </a:r>
                    </a:p>
                  </a:txBody>
                  <a:tcPr/>
                </a:tc>
                <a:tc>
                  <a:txBody>
                    <a:bodyPr/>
                    <a:lstStyle/>
                    <a:p>
                      <a:r>
                        <a:rPr lang="en-US" sz="1200"/>
                        <a:t>2</a:t>
                      </a:r>
                    </a:p>
                  </a:txBody>
                  <a:tcPr/>
                </a:tc>
                <a:tc>
                  <a:txBody>
                    <a:bodyPr/>
                    <a:lstStyle/>
                    <a:p>
                      <a:r>
                        <a:rPr lang="en-US" sz="1200"/>
                        <a:t>4</a:t>
                      </a:r>
                    </a:p>
                  </a:txBody>
                  <a:tcPr/>
                </a:tc>
                <a:extLst>
                  <a:ext uri="{0D108BD9-81ED-4DB2-BD59-A6C34878D82A}">
                    <a16:rowId xmlns:a16="http://schemas.microsoft.com/office/drawing/2014/main" val="2094351048"/>
                  </a:ext>
                </a:extLst>
              </a:tr>
              <a:tr h="370840">
                <a:tc>
                  <a:txBody>
                    <a:bodyPr/>
                    <a:lstStyle/>
                    <a:p>
                      <a:r>
                        <a:rPr lang="en-US" sz="1200"/>
                        <a:t>Cost</a:t>
                      </a:r>
                    </a:p>
                  </a:txBody>
                  <a:tcPr/>
                </a:tc>
                <a:tc>
                  <a:txBody>
                    <a:bodyPr/>
                    <a:lstStyle/>
                    <a:p>
                      <a:r>
                        <a:rPr lang="en-US" sz="1200"/>
                        <a:t>20%</a:t>
                      </a:r>
                    </a:p>
                  </a:txBody>
                  <a:tcPr/>
                </a:tc>
                <a:tc>
                  <a:txBody>
                    <a:bodyPr/>
                    <a:lstStyle/>
                    <a:p>
                      <a:r>
                        <a:rPr lang="en-US" sz="1200"/>
                        <a:t>4</a:t>
                      </a:r>
                    </a:p>
                  </a:txBody>
                  <a:tcPr/>
                </a:tc>
                <a:tc>
                  <a:txBody>
                    <a:bodyPr/>
                    <a:lstStyle/>
                    <a:p>
                      <a:r>
                        <a:rPr lang="en-US" sz="1200"/>
                        <a:t>3</a:t>
                      </a:r>
                    </a:p>
                  </a:txBody>
                  <a:tcPr/>
                </a:tc>
                <a:tc>
                  <a:txBody>
                    <a:bodyPr/>
                    <a:lstStyle/>
                    <a:p>
                      <a:r>
                        <a:rPr lang="en-US" sz="1200"/>
                        <a:t>4</a:t>
                      </a:r>
                    </a:p>
                  </a:txBody>
                  <a:tcPr/>
                </a:tc>
                <a:extLst>
                  <a:ext uri="{0D108BD9-81ED-4DB2-BD59-A6C34878D82A}">
                    <a16:rowId xmlns:a16="http://schemas.microsoft.com/office/drawing/2014/main" val="3167725053"/>
                  </a:ext>
                </a:extLst>
              </a:tr>
              <a:tr h="370839">
                <a:tc>
                  <a:txBody>
                    <a:bodyPr/>
                    <a:lstStyle/>
                    <a:p>
                      <a:pPr lvl="0">
                        <a:buNone/>
                      </a:pPr>
                      <a:endParaRPr lang="en-US" sz="1200" b="1"/>
                    </a:p>
                  </a:txBody>
                  <a:tcPr/>
                </a:tc>
                <a:tc>
                  <a:txBody>
                    <a:bodyPr/>
                    <a:lstStyle/>
                    <a:p>
                      <a:pPr lvl="0">
                        <a:buNone/>
                      </a:pPr>
                      <a:r>
                        <a:rPr lang="en-US" sz="1200" b="1"/>
                        <a:t>/100%</a:t>
                      </a:r>
                    </a:p>
                  </a:txBody>
                  <a:tcPr/>
                </a:tc>
                <a:tc>
                  <a:txBody>
                    <a:bodyPr/>
                    <a:lstStyle/>
                    <a:p>
                      <a:pPr lvl="0">
                        <a:buNone/>
                      </a:pPr>
                      <a:endParaRPr lang="en-US" sz="1200"/>
                    </a:p>
                  </a:txBody>
                  <a:tcPr/>
                </a:tc>
                <a:tc>
                  <a:txBody>
                    <a:bodyPr/>
                    <a:lstStyle/>
                    <a:p>
                      <a:pPr lvl="0">
                        <a:buNone/>
                      </a:pPr>
                      <a:endParaRPr lang="en-US" sz="1200"/>
                    </a:p>
                  </a:txBody>
                  <a:tcPr/>
                </a:tc>
                <a:tc>
                  <a:txBody>
                    <a:bodyPr/>
                    <a:lstStyle/>
                    <a:p>
                      <a:pPr lvl="0">
                        <a:buNone/>
                      </a:pPr>
                      <a:endParaRPr lang="en-US" sz="1200"/>
                    </a:p>
                  </a:txBody>
                  <a:tcPr/>
                </a:tc>
                <a:extLst>
                  <a:ext uri="{0D108BD9-81ED-4DB2-BD59-A6C34878D82A}">
                    <a16:rowId xmlns:a16="http://schemas.microsoft.com/office/drawing/2014/main" val="1397109210"/>
                  </a:ext>
                </a:extLst>
              </a:tr>
              <a:tr h="370838">
                <a:tc>
                  <a:txBody>
                    <a:bodyPr/>
                    <a:lstStyle/>
                    <a:p>
                      <a:pPr lvl="0">
                        <a:buNone/>
                      </a:pPr>
                      <a:r>
                        <a:rPr lang="en-US" sz="1200" b="1"/>
                        <a:t>Weighted Score / 5</a:t>
                      </a:r>
                    </a:p>
                  </a:txBody>
                  <a:tcPr/>
                </a:tc>
                <a:tc>
                  <a:txBody>
                    <a:bodyPr/>
                    <a:lstStyle/>
                    <a:p>
                      <a:pPr lvl="0">
                        <a:buNone/>
                      </a:pPr>
                      <a:endParaRPr lang="en-US" sz="1200" b="1"/>
                    </a:p>
                  </a:txBody>
                  <a:tcPr/>
                </a:tc>
                <a:tc>
                  <a:txBody>
                    <a:bodyPr/>
                    <a:lstStyle/>
                    <a:p>
                      <a:pPr lvl="0">
                        <a:buNone/>
                      </a:pPr>
                      <a:r>
                        <a:rPr lang="en-US" sz="1200" b="1"/>
                        <a:t>4.55</a:t>
                      </a:r>
                    </a:p>
                  </a:txBody>
                  <a:tcPr>
                    <a:solidFill>
                      <a:schemeClr val="accent6"/>
                    </a:solidFill>
                  </a:tcPr>
                </a:tc>
                <a:tc>
                  <a:txBody>
                    <a:bodyPr/>
                    <a:lstStyle/>
                    <a:p>
                      <a:pPr lvl="0">
                        <a:buNone/>
                      </a:pPr>
                      <a:r>
                        <a:rPr lang="en-US" sz="1200" b="1"/>
                        <a:t>2.75</a:t>
                      </a:r>
                    </a:p>
                  </a:txBody>
                  <a:tcPr>
                    <a:solidFill>
                      <a:schemeClr val="bg2"/>
                    </a:solidFill>
                  </a:tcPr>
                </a:tc>
                <a:tc>
                  <a:txBody>
                    <a:bodyPr/>
                    <a:lstStyle/>
                    <a:p>
                      <a:pPr lvl="0">
                        <a:buNone/>
                      </a:pPr>
                      <a:r>
                        <a:rPr lang="en-US" sz="1200" b="1"/>
                        <a:t>4.20</a:t>
                      </a:r>
                    </a:p>
                  </a:txBody>
                  <a:tcPr>
                    <a:solidFill>
                      <a:schemeClr val="bg2"/>
                    </a:solidFill>
                  </a:tcPr>
                </a:tc>
                <a:extLst>
                  <a:ext uri="{0D108BD9-81ED-4DB2-BD59-A6C34878D82A}">
                    <a16:rowId xmlns:a16="http://schemas.microsoft.com/office/drawing/2014/main" val="3471619563"/>
                  </a:ext>
                </a:extLst>
              </a:tr>
            </a:tbl>
          </a:graphicData>
        </a:graphic>
      </p:graphicFrame>
      <p:sp>
        <p:nvSpPr>
          <p:cNvPr id="15" name="TextBox 14">
            <a:extLst>
              <a:ext uri="{FF2B5EF4-FFF2-40B4-BE49-F238E27FC236}">
                <a16:creationId xmlns:a16="http://schemas.microsoft.com/office/drawing/2014/main" id="{E1771D00-D296-4021-7119-91BD822E9393}"/>
              </a:ext>
            </a:extLst>
          </p:cNvPr>
          <p:cNvSpPr txBox="1"/>
          <p:nvPr/>
        </p:nvSpPr>
        <p:spPr>
          <a:xfrm>
            <a:off x="1124262" y="1036819"/>
            <a:ext cx="392242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Material Properties</a:t>
            </a:r>
          </a:p>
        </p:txBody>
      </p:sp>
      <p:sp>
        <p:nvSpPr>
          <p:cNvPr id="17" name="TextBox 16">
            <a:extLst>
              <a:ext uri="{FF2B5EF4-FFF2-40B4-BE49-F238E27FC236}">
                <a16:creationId xmlns:a16="http://schemas.microsoft.com/office/drawing/2014/main" id="{A5985D6F-05B5-A6A1-9A30-68257406EECD}"/>
              </a:ext>
            </a:extLst>
          </p:cNvPr>
          <p:cNvSpPr txBox="1"/>
          <p:nvPr/>
        </p:nvSpPr>
        <p:spPr>
          <a:xfrm>
            <a:off x="7107836" y="1061803"/>
            <a:ext cx="389744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External Factors </a:t>
            </a:r>
          </a:p>
        </p:txBody>
      </p:sp>
      <p:sp>
        <p:nvSpPr>
          <p:cNvPr id="22" name="Slide Number Placeholder 23">
            <a:extLst>
              <a:ext uri="{FF2B5EF4-FFF2-40B4-BE49-F238E27FC236}">
                <a16:creationId xmlns:a16="http://schemas.microsoft.com/office/drawing/2014/main" id="{5F0F60C3-129B-193C-B14B-B6C697888F75}"/>
              </a:ext>
            </a:extLst>
          </p:cNvPr>
          <p:cNvSpPr txBox="1">
            <a:spLocks/>
          </p:cNvSpPr>
          <p:nvPr/>
        </p:nvSpPr>
        <p:spPr>
          <a:xfrm>
            <a:off x="9145743" y="652595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ACAF18C-C32B-5246-8B79-94468F598665}" type="slidenum">
              <a:rPr lang="en-US" smtClean="0"/>
              <a:pPr/>
              <a:t>53</a:t>
            </a:fld>
            <a:endParaRPr lang="en-US"/>
          </a:p>
        </p:txBody>
      </p:sp>
    </p:spTree>
    <p:extLst>
      <p:ext uri="{BB962C8B-B14F-4D97-AF65-F5344CB8AC3E}">
        <p14:creationId xmlns:p14="http://schemas.microsoft.com/office/powerpoint/2010/main" val="21714737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4AE74-230C-A499-07E2-C3DE3A76FC9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AAD3507-3B87-FF64-A6D9-379308C92CF3}"/>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6002A604-5BE7-ABB7-2855-BC00EB10E86B}"/>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F2F345F1-881B-9F6E-DBF1-0E4EA8D30449}"/>
              </a:ext>
            </a:extLst>
          </p:cNvPr>
          <p:cNvSpPr txBox="1"/>
          <p:nvPr/>
        </p:nvSpPr>
        <p:spPr>
          <a:xfrm>
            <a:off x="1281749" y="368854"/>
            <a:ext cx="9094965" cy="627956"/>
          </a:xfrm>
          <a:prstGeom prst="rect">
            <a:avLst/>
          </a:prstGeom>
          <a:noFill/>
          <a:ln/>
        </p:spPr>
        <p:txBody>
          <a:bodyPr wrap="square" lIns="0" tIns="0" rIns="0" bIns="0" rtlCol="0" anchor="ctr"/>
          <a:lstStyle/>
          <a:p>
            <a:r>
              <a:rPr lang="en-US" sz="2800" b="1" kern="0" spc="100">
                <a:solidFill>
                  <a:srgbClr val="2B2A28"/>
                </a:solidFill>
                <a:latin typeface="Arial"/>
                <a:cs typeface="Arial"/>
              </a:rPr>
              <a:t>Material Trade Study: Modeling and Analysis</a:t>
            </a:r>
          </a:p>
        </p:txBody>
      </p:sp>
      <p:sp>
        <p:nvSpPr>
          <p:cNvPr id="5" name="Shape 2">
            <a:extLst>
              <a:ext uri="{FF2B5EF4-FFF2-40B4-BE49-F238E27FC236}">
                <a16:creationId xmlns:a16="http://schemas.microsoft.com/office/drawing/2014/main" id="{AEFC329A-3903-5B1D-2230-6E3CAD607A52}"/>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23647DA6-9BAE-048D-E70D-487DA33D27E9}"/>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7" name="TextBox 6">
            <a:extLst>
              <a:ext uri="{FF2B5EF4-FFF2-40B4-BE49-F238E27FC236}">
                <a16:creationId xmlns:a16="http://schemas.microsoft.com/office/drawing/2014/main" id="{20383A88-1E37-198D-7540-87CA290A5B26}"/>
              </a:ext>
            </a:extLst>
          </p:cNvPr>
          <p:cNvSpPr txBox="1"/>
          <p:nvPr/>
        </p:nvSpPr>
        <p:spPr>
          <a:xfrm>
            <a:off x="459457" y="2038196"/>
            <a:ext cx="6126996"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u="sng">
                <a:latin typeface="Arial"/>
                <a:cs typeface="Arial"/>
              </a:rPr>
              <a:t>Mathematic Model:</a:t>
            </a:r>
          </a:p>
          <a:p>
            <a:r>
              <a:rPr lang="en-US">
                <a:latin typeface="Arial"/>
                <a:cs typeface="Arial"/>
              </a:rPr>
              <a:t>Rotor arms are modeled as a cantilever beam with a load at the free end representing the thrust. Deflection is calculated using the </a:t>
            </a:r>
            <a:r>
              <a:rPr lang="en-US">
                <a:solidFill>
                  <a:schemeClr val="accent3"/>
                </a:solidFill>
                <a:latin typeface="Arial"/>
                <a:cs typeface="Arial"/>
              </a:rPr>
              <a:t>delta max equation.</a:t>
            </a:r>
          </a:p>
          <a:p>
            <a:endParaRPr lang="en-US">
              <a:latin typeface="Arial"/>
              <a:cs typeface="Arial"/>
            </a:endParaRPr>
          </a:p>
          <a:p>
            <a:r>
              <a:rPr lang="en-US" i="1" u="sng">
                <a:latin typeface="Arial"/>
                <a:cs typeface="Arial"/>
              </a:rPr>
              <a:t>Simplifying Assumptions:</a:t>
            </a:r>
            <a:endParaRPr lang="en-US" u="sng">
              <a:latin typeface="Arial"/>
              <a:cs typeface="Arial"/>
            </a:endParaRPr>
          </a:p>
          <a:p>
            <a:pPr marL="285750" indent="-285750">
              <a:buFont typeface="Arial"/>
              <a:buChar char="•"/>
            </a:pPr>
            <a:r>
              <a:rPr lang="en-US">
                <a:latin typeface="Arial"/>
                <a:cs typeface="Arial"/>
              </a:rPr>
              <a:t>The thrust force is estimated as a point load.</a:t>
            </a:r>
          </a:p>
          <a:p>
            <a:pPr marL="285750" indent="-285750">
              <a:buFont typeface="Arial"/>
              <a:buChar char="•"/>
            </a:pPr>
            <a:r>
              <a:rPr lang="en-US">
                <a:latin typeface="Arial"/>
                <a:cs typeface="Arial"/>
              </a:rPr>
              <a:t>The mating joint between the UAS arm and chassis is modeled as rigidly connected.</a:t>
            </a:r>
          </a:p>
          <a:p>
            <a:pPr marL="285750" indent="-285750">
              <a:buFont typeface="Arial"/>
              <a:buChar char="•"/>
            </a:pPr>
            <a:r>
              <a:rPr lang="en-US">
                <a:latin typeface="Arial"/>
                <a:cs typeface="Arial"/>
              </a:rPr>
              <a:t>Thrust to weight ratio estimated as 1.5:1 T/W ratio.</a:t>
            </a:r>
          </a:p>
          <a:p>
            <a:endParaRPr lang="en-US">
              <a:latin typeface="Arial"/>
              <a:cs typeface="Arial"/>
            </a:endParaRPr>
          </a:p>
        </p:txBody>
      </p:sp>
      <p:pic>
        <p:nvPicPr>
          <p:cNvPr id="11" name="Picture 10">
            <a:extLst>
              <a:ext uri="{FF2B5EF4-FFF2-40B4-BE49-F238E27FC236}">
                <a16:creationId xmlns:a16="http://schemas.microsoft.com/office/drawing/2014/main" id="{EC0F955B-92D4-FADB-55C2-FD73FFF14201}"/>
              </a:ext>
            </a:extLst>
          </p:cNvPr>
          <p:cNvPicPr>
            <a:picLocks noChangeAspect="1"/>
          </p:cNvPicPr>
          <p:nvPr/>
        </p:nvPicPr>
        <p:blipFill>
          <a:blip r:embed="rId4"/>
          <a:stretch>
            <a:fillRect/>
          </a:stretch>
        </p:blipFill>
        <p:spPr>
          <a:xfrm>
            <a:off x="3761648" y="1075920"/>
            <a:ext cx="7981466" cy="889700"/>
          </a:xfrm>
          <a:prstGeom prst="rect">
            <a:avLst/>
          </a:prstGeom>
        </p:spPr>
      </p:pic>
      <p:sp>
        <p:nvSpPr>
          <p:cNvPr id="17" name="Oval 16">
            <a:extLst>
              <a:ext uri="{FF2B5EF4-FFF2-40B4-BE49-F238E27FC236}">
                <a16:creationId xmlns:a16="http://schemas.microsoft.com/office/drawing/2014/main" id="{C6AD599E-AE52-88ED-F28D-58C10FDA066D}"/>
              </a:ext>
            </a:extLst>
          </p:cNvPr>
          <p:cNvSpPr/>
          <p:nvPr/>
        </p:nvSpPr>
        <p:spPr>
          <a:xfrm>
            <a:off x="7012216" y="3073505"/>
            <a:ext cx="936658" cy="88614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D76FA99-B4F2-595B-B8EA-4A4D2854AB0A}"/>
              </a:ext>
            </a:extLst>
          </p:cNvPr>
          <p:cNvSpPr/>
          <p:nvPr/>
        </p:nvSpPr>
        <p:spPr>
          <a:xfrm>
            <a:off x="8174553" y="3052805"/>
            <a:ext cx="936658" cy="886143"/>
          </a:xfrm>
          <a:prstGeom prst="don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8A0EDAF3-FAA1-C9A4-FC46-14AC2971CA9A}"/>
              </a:ext>
            </a:extLst>
          </p:cNvPr>
          <p:cNvCxnSpPr>
            <a:cxnSpLocks/>
          </p:cNvCxnSpPr>
          <p:nvPr/>
        </p:nvCxnSpPr>
        <p:spPr>
          <a:xfrm flipH="1" flipV="1">
            <a:off x="7136722" y="2414769"/>
            <a:ext cx="7784" cy="5196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268C234F-54A6-1A86-A1EB-1666B351F969}"/>
              </a:ext>
            </a:extLst>
          </p:cNvPr>
          <p:cNvCxnSpPr>
            <a:cxnSpLocks/>
          </p:cNvCxnSpPr>
          <p:nvPr/>
        </p:nvCxnSpPr>
        <p:spPr>
          <a:xfrm flipV="1">
            <a:off x="7145171" y="2913756"/>
            <a:ext cx="491383" cy="712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F66DFD09-57B4-990F-CCDC-D83A407ACE77}"/>
              </a:ext>
            </a:extLst>
          </p:cNvPr>
          <p:cNvSpPr txBox="1"/>
          <p:nvPr/>
        </p:nvSpPr>
        <p:spPr>
          <a:xfrm>
            <a:off x="7143844" y="2322009"/>
            <a:ext cx="37325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a:t>y</a:t>
            </a:r>
          </a:p>
        </p:txBody>
      </p:sp>
      <p:sp>
        <p:nvSpPr>
          <p:cNvPr id="24" name="TextBox 23">
            <a:extLst>
              <a:ext uri="{FF2B5EF4-FFF2-40B4-BE49-F238E27FC236}">
                <a16:creationId xmlns:a16="http://schemas.microsoft.com/office/drawing/2014/main" id="{E49A146F-14C2-2C15-6096-8BC496DDEF0E}"/>
              </a:ext>
            </a:extLst>
          </p:cNvPr>
          <p:cNvSpPr txBox="1"/>
          <p:nvPr/>
        </p:nvSpPr>
        <p:spPr>
          <a:xfrm>
            <a:off x="7391346" y="2634751"/>
            <a:ext cx="308674"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a:t>x</a:t>
            </a:r>
          </a:p>
        </p:txBody>
      </p:sp>
      <p:sp>
        <p:nvSpPr>
          <p:cNvPr id="30" name="Cylinder 29">
            <a:extLst>
              <a:ext uri="{FF2B5EF4-FFF2-40B4-BE49-F238E27FC236}">
                <a16:creationId xmlns:a16="http://schemas.microsoft.com/office/drawing/2014/main" id="{432CA478-5348-DEB0-3A78-A19192623BAE}"/>
              </a:ext>
            </a:extLst>
          </p:cNvPr>
          <p:cNvSpPr/>
          <p:nvPr/>
        </p:nvSpPr>
        <p:spPr>
          <a:xfrm rot="-5400000">
            <a:off x="10550996" y="2367897"/>
            <a:ext cx="669420" cy="2122205"/>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Arrow Connector 30">
            <a:extLst>
              <a:ext uri="{FF2B5EF4-FFF2-40B4-BE49-F238E27FC236}">
                <a16:creationId xmlns:a16="http://schemas.microsoft.com/office/drawing/2014/main" id="{2B74DD1B-B232-2D33-8827-448A83FD6C60}"/>
              </a:ext>
            </a:extLst>
          </p:cNvPr>
          <p:cNvCxnSpPr>
            <a:cxnSpLocks/>
          </p:cNvCxnSpPr>
          <p:nvPr/>
        </p:nvCxnSpPr>
        <p:spPr>
          <a:xfrm flipH="1" flipV="1">
            <a:off x="9882479" y="2524328"/>
            <a:ext cx="7784" cy="5196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8976300C-5B16-8B35-B99B-F59E991A3400}"/>
              </a:ext>
            </a:extLst>
          </p:cNvPr>
          <p:cNvCxnSpPr>
            <a:cxnSpLocks/>
          </p:cNvCxnSpPr>
          <p:nvPr/>
        </p:nvCxnSpPr>
        <p:spPr>
          <a:xfrm flipV="1">
            <a:off x="9890927" y="3023315"/>
            <a:ext cx="491383" cy="712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CE9D945C-FBC9-DA77-737F-5E581597CB84}"/>
              </a:ext>
            </a:extLst>
          </p:cNvPr>
          <p:cNvSpPr txBox="1"/>
          <p:nvPr/>
        </p:nvSpPr>
        <p:spPr>
          <a:xfrm>
            <a:off x="9889601" y="2431568"/>
            <a:ext cx="37325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a:t>y</a:t>
            </a:r>
          </a:p>
        </p:txBody>
      </p:sp>
      <p:sp>
        <p:nvSpPr>
          <p:cNvPr id="34" name="TextBox 33">
            <a:extLst>
              <a:ext uri="{FF2B5EF4-FFF2-40B4-BE49-F238E27FC236}">
                <a16:creationId xmlns:a16="http://schemas.microsoft.com/office/drawing/2014/main" id="{9458A81C-313A-219F-3FB3-9CEADF8720B0}"/>
              </a:ext>
            </a:extLst>
          </p:cNvPr>
          <p:cNvSpPr txBox="1"/>
          <p:nvPr/>
        </p:nvSpPr>
        <p:spPr>
          <a:xfrm>
            <a:off x="10137102" y="2744310"/>
            <a:ext cx="308674"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a:t>z</a:t>
            </a:r>
          </a:p>
        </p:txBody>
      </p:sp>
      <p:cxnSp>
        <p:nvCxnSpPr>
          <p:cNvPr id="39" name="Straight Arrow Connector 38">
            <a:extLst>
              <a:ext uri="{FF2B5EF4-FFF2-40B4-BE49-F238E27FC236}">
                <a16:creationId xmlns:a16="http://schemas.microsoft.com/office/drawing/2014/main" id="{A90F06C4-B478-3472-1A57-E4212D5951D0}"/>
              </a:ext>
            </a:extLst>
          </p:cNvPr>
          <p:cNvCxnSpPr/>
          <p:nvPr/>
        </p:nvCxnSpPr>
        <p:spPr>
          <a:xfrm>
            <a:off x="9913379" y="3832633"/>
            <a:ext cx="2041213" cy="1557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40" name="TextBox 39">
            <a:extLst>
              <a:ext uri="{FF2B5EF4-FFF2-40B4-BE49-F238E27FC236}">
                <a16:creationId xmlns:a16="http://schemas.microsoft.com/office/drawing/2014/main" id="{9292968A-D874-FF7B-37E0-C9E9D6614754}"/>
              </a:ext>
            </a:extLst>
          </p:cNvPr>
          <p:cNvSpPr txBox="1"/>
          <p:nvPr/>
        </p:nvSpPr>
        <p:spPr>
          <a:xfrm>
            <a:off x="9945728" y="3875060"/>
            <a:ext cx="274319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Nominal L=150mm</a:t>
            </a:r>
          </a:p>
        </p:txBody>
      </p:sp>
      <p:cxnSp>
        <p:nvCxnSpPr>
          <p:cNvPr id="42" name="Straight Arrow Connector 41">
            <a:extLst>
              <a:ext uri="{FF2B5EF4-FFF2-40B4-BE49-F238E27FC236}">
                <a16:creationId xmlns:a16="http://schemas.microsoft.com/office/drawing/2014/main" id="{3C59E342-7F14-74A2-82CA-DE0C4FBFA105}"/>
              </a:ext>
            </a:extLst>
          </p:cNvPr>
          <p:cNvCxnSpPr>
            <a:cxnSpLocks/>
          </p:cNvCxnSpPr>
          <p:nvPr/>
        </p:nvCxnSpPr>
        <p:spPr>
          <a:xfrm flipV="1">
            <a:off x="8522241" y="3319742"/>
            <a:ext cx="246596" cy="357402"/>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1E3770EF-DCF4-7907-0316-7656B1E812E9}"/>
              </a:ext>
            </a:extLst>
          </p:cNvPr>
          <p:cNvCxnSpPr>
            <a:cxnSpLocks/>
          </p:cNvCxnSpPr>
          <p:nvPr/>
        </p:nvCxnSpPr>
        <p:spPr>
          <a:xfrm flipV="1">
            <a:off x="7197014" y="3195537"/>
            <a:ext cx="577322" cy="683482"/>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44" name="TextBox 43">
            <a:extLst>
              <a:ext uri="{FF2B5EF4-FFF2-40B4-BE49-F238E27FC236}">
                <a16:creationId xmlns:a16="http://schemas.microsoft.com/office/drawing/2014/main" id="{27B223BA-F314-2FB1-E389-4F4CEAF52A48}"/>
              </a:ext>
            </a:extLst>
          </p:cNvPr>
          <p:cNvSpPr txBox="1"/>
          <p:nvPr/>
        </p:nvSpPr>
        <p:spPr>
          <a:xfrm>
            <a:off x="6530814" y="3957961"/>
            <a:ext cx="310482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Inner diameter = 70% Outer diameter</a:t>
            </a:r>
          </a:p>
        </p:txBody>
      </p:sp>
      <p:sp>
        <p:nvSpPr>
          <p:cNvPr id="9" name="Oval 8">
            <a:extLst>
              <a:ext uri="{FF2B5EF4-FFF2-40B4-BE49-F238E27FC236}">
                <a16:creationId xmlns:a16="http://schemas.microsoft.com/office/drawing/2014/main" id="{58BFDB57-88AC-C904-9246-C3ECEF22A29C}"/>
              </a:ext>
            </a:extLst>
          </p:cNvPr>
          <p:cNvSpPr/>
          <p:nvPr/>
        </p:nvSpPr>
        <p:spPr>
          <a:xfrm>
            <a:off x="10257495" y="1320800"/>
            <a:ext cx="795866" cy="612705"/>
          </a:xfrm>
          <a:prstGeom prst="ellipse">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Trade Studies Bar - 3 Airframe">
            <a:extLst>
              <a:ext uri="{FF2B5EF4-FFF2-40B4-BE49-F238E27FC236}">
                <a16:creationId xmlns:a16="http://schemas.microsoft.com/office/drawing/2014/main" id="{76BB6F13-8AF3-2517-BEB6-123825132745}"/>
              </a:ext>
            </a:extLst>
          </p:cNvPr>
          <p:cNvGrpSpPr/>
          <p:nvPr/>
        </p:nvGrpSpPr>
        <p:grpSpPr>
          <a:xfrm>
            <a:off x="814349" y="6569571"/>
            <a:ext cx="10563301" cy="276999"/>
            <a:chOff x="790698" y="5902391"/>
            <a:chExt cx="10563301" cy="276999"/>
          </a:xfrm>
        </p:grpSpPr>
        <p:sp>
          <p:nvSpPr>
            <p:cNvPr id="13" name="Segment 0 - Trade Studies">
              <a:extLst>
                <a:ext uri="{FF2B5EF4-FFF2-40B4-BE49-F238E27FC236}">
                  <a16:creationId xmlns:a16="http://schemas.microsoft.com/office/drawing/2014/main" id="{E1511266-44B4-385E-4182-AE373A3C5471}"/>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4" name="Segment 1 - Propulsion">
              <a:extLst>
                <a:ext uri="{FF2B5EF4-FFF2-40B4-BE49-F238E27FC236}">
                  <a16:creationId xmlns:a16="http://schemas.microsoft.com/office/drawing/2014/main" id="{FA923A57-7913-1512-3986-B2AC475D91FC}"/>
                </a:ext>
              </a:extLst>
            </p:cNvPr>
            <p:cNvSpPr/>
            <p:nvPr/>
          </p:nvSpPr>
          <p:spPr>
            <a:xfrm>
              <a:off x="268951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Propulsion</a:t>
              </a:r>
            </a:p>
          </p:txBody>
        </p:sp>
        <p:sp>
          <p:nvSpPr>
            <p:cNvPr id="15" name="Segment 2 - Power Systems">
              <a:extLst>
                <a:ext uri="{FF2B5EF4-FFF2-40B4-BE49-F238E27FC236}">
                  <a16:creationId xmlns:a16="http://schemas.microsoft.com/office/drawing/2014/main" id="{6E5FF482-5DEC-DB3F-AE6E-ED1F27D74682}"/>
                </a:ext>
              </a:extLst>
            </p:cNvPr>
            <p:cNvSpPr/>
            <p:nvPr/>
          </p:nvSpPr>
          <p:spPr>
            <a:xfrm>
              <a:off x="441013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Power Systems</a:t>
              </a:r>
            </a:p>
          </p:txBody>
        </p:sp>
        <p:sp>
          <p:nvSpPr>
            <p:cNvPr id="16" name="Segment 3 - Airframe">
              <a:extLst>
                <a:ext uri="{FF2B5EF4-FFF2-40B4-BE49-F238E27FC236}">
                  <a16:creationId xmlns:a16="http://schemas.microsoft.com/office/drawing/2014/main" id="{E9013E30-82B4-78C3-A2DF-AAA89EBEF0C8}"/>
                </a:ext>
              </a:extLst>
            </p:cNvPr>
            <p:cNvSpPr/>
            <p:nvPr/>
          </p:nvSpPr>
          <p:spPr>
            <a:xfrm>
              <a:off x="613074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Airframe</a:t>
              </a:r>
              <a:r>
                <a:rPr lang="en-US" sz="1050" b="1">
                  <a:solidFill>
                    <a:srgbClr val="FFFFFF"/>
                  </a:solidFill>
                  <a:latin typeface="Calibri"/>
                </a:rPr>
                <a:t> &amp; Aerodynamics</a:t>
              </a:r>
              <a:endParaRPr sz="1050" b="1">
                <a:solidFill>
                  <a:srgbClr val="FFFFFF"/>
                </a:solidFill>
                <a:latin typeface="Calibri"/>
              </a:endParaRPr>
            </a:p>
          </p:txBody>
        </p:sp>
        <p:sp>
          <p:nvSpPr>
            <p:cNvPr id="19" name="Segment 4 - GNC">
              <a:extLst>
                <a:ext uri="{FF2B5EF4-FFF2-40B4-BE49-F238E27FC236}">
                  <a16:creationId xmlns:a16="http://schemas.microsoft.com/office/drawing/2014/main" id="{5957B4A2-D789-408C-A89A-507165BFA505}"/>
                </a:ext>
              </a:extLst>
            </p:cNvPr>
            <p:cNvSpPr/>
            <p:nvPr/>
          </p:nvSpPr>
          <p:spPr>
            <a:xfrm>
              <a:off x="785136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GNC</a:t>
              </a:r>
            </a:p>
          </p:txBody>
        </p:sp>
        <p:sp>
          <p:nvSpPr>
            <p:cNvPr id="20" name="Segment 5 - Avionics">
              <a:extLst>
                <a:ext uri="{FF2B5EF4-FFF2-40B4-BE49-F238E27FC236}">
                  <a16:creationId xmlns:a16="http://schemas.microsoft.com/office/drawing/2014/main" id="{0331B9E3-95F8-5E9C-6AA2-A5F80A427AA3}"/>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
        <p:nvSpPr>
          <p:cNvPr id="25" name="Slide Number Placeholder 23">
            <a:extLst>
              <a:ext uri="{FF2B5EF4-FFF2-40B4-BE49-F238E27FC236}">
                <a16:creationId xmlns:a16="http://schemas.microsoft.com/office/drawing/2014/main" id="{9A9B8A49-AECB-D21D-9565-8C8CD66EC854}"/>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t>54</a:t>
            </a:fld>
            <a:endParaRPr lang="en-US"/>
          </a:p>
        </p:txBody>
      </p:sp>
    </p:spTree>
    <p:extLst>
      <p:ext uri="{BB962C8B-B14F-4D97-AF65-F5344CB8AC3E}">
        <p14:creationId xmlns:p14="http://schemas.microsoft.com/office/powerpoint/2010/main" val="16180212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DCBC1-51E0-3E80-A193-102C2C6E6ED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3C62415-A5FC-6495-3FAE-6AF90A7A1C62}"/>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AFFF7F26-9264-6EFF-4FE8-5997FB3C02DA}"/>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7E67E815-CD40-C716-7AC4-546F9404007A}"/>
              </a:ext>
            </a:extLst>
          </p:cNvPr>
          <p:cNvSpPr txBox="1"/>
          <p:nvPr/>
        </p:nvSpPr>
        <p:spPr>
          <a:xfrm>
            <a:off x="1281749" y="368854"/>
            <a:ext cx="9094965" cy="627956"/>
          </a:xfrm>
          <a:prstGeom prst="rect">
            <a:avLst/>
          </a:prstGeom>
          <a:noFill/>
          <a:ln/>
        </p:spPr>
        <p:txBody>
          <a:bodyPr wrap="square" lIns="0" tIns="0" rIns="0" bIns="0" rtlCol="0" anchor="ctr"/>
          <a:lstStyle/>
          <a:p>
            <a:r>
              <a:rPr lang="en-US" sz="2800" b="1" kern="0" spc="100">
                <a:solidFill>
                  <a:srgbClr val="2B2A28"/>
                </a:solidFill>
                <a:latin typeface="Arial"/>
                <a:cs typeface="Arial"/>
              </a:rPr>
              <a:t>Material Trade Study: Modeling and Analysis</a:t>
            </a:r>
          </a:p>
        </p:txBody>
      </p:sp>
      <p:sp>
        <p:nvSpPr>
          <p:cNvPr id="5" name="Shape 2">
            <a:extLst>
              <a:ext uri="{FF2B5EF4-FFF2-40B4-BE49-F238E27FC236}">
                <a16:creationId xmlns:a16="http://schemas.microsoft.com/office/drawing/2014/main" id="{FA8325FA-F3E5-A8A2-E5F4-1B3675B6CD50}"/>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1F9E5615-5FD4-EE34-4D1F-E0E07B5E3DD3}"/>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10" name="TextBox 9">
            <a:extLst>
              <a:ext uri="{FF2B5EF4-FFF2-40B4-BE49-F238E27FC236}">
                <a16:creationId xmlns:a16="http://schemas.microsoft.com/office/drawing/2014/main" id="{41B05D8A-AA44-EA70-D2F5-C8C1AC18AA5B}"/>
              </a:ext>
            </a:extLst>
          </p:cNvPr>
          <p:cNvSpPr txBox="1"/>
          <p:nvPr/>
        </p:nvSpPr>
        <p:spPr>
          <a:xfrm>
            <a:off x="458660" y="1558320"/>
            <a:ext cx="3833812" cy="369332"/>
          </a:xfrm>
          <a:prstGeom prst="rect">
            <a:avLst/>
          </a:prstGeom>
          <a:noFill/>
        </p:spPr>
        <p:txBody>
          <a:bodyPr wrap="square" rtlCol="0">
            <a:spAutoFit/>
          </a:bodyPr>
          <a:lstStyle/>
          <a:p>
            <a:endParaRPr lang="en-US"/>
          </a:p>
        </p:txBody>
      </p:sp>
      <p:sp>
        <p:nvSpPr>
          <p:cNvPr id="8" name="TextBox 7">
            <a:extLst>
              <a:ext uri="{FF2B5EF4-FFF2-40B4-BE49-F238E27FC236}">
                <a16:creationId xmlns:a16="http://schemas.microsoft.com/office/drawing/2014/main" id="{9010FF7A-31D5-DF17-68D5-35434EE0FCCC}"/>
              </a:ext>
            </a:extLst>
          </p:cNvPr>
          <p:cNvSpPr txBox="1"/>
          <p:nvPr/>
        </p:nvSpPr>
        <p:spPr>
          <a:xfrm>
            <a:off x="377369" y="1558319"/>
            <a:ext cx="3102432" cy="2862322"/>
          </a:xfrm>
          <a:prstGeom prst="rect">
            <a:avLst/>
          </a:prstGeom>
          <a:noFill/>
        </p:spPr>
        <p:txBody>
          <a:bodyPr wrap="square" lIns="91440" tIns="45720" rIns="91440" bIns="45720" rtlCol="0" anchor="t">
            <a:spAutoFit/>
          </a:bodyPr>
          <a:lstStyle/>
          <a:p>
            <a:r>
              <a:rPr lang="en-US" b="1" i="1" u="sng">
                <a:latin typeface="Arial"/>
                <a:cs typeface="Arial"/>
              </a:rPr>
              <a:t>Key Takeaway</a:t>
            </a:r>
            <a:r>
              <a:rPr lang="en-US" i="1" u="sng">
                <a:latin typeface="Arial"/>
                <a:cs typeface="Arial"/>
              </a:rPr>
              <a:t>:</a:t>
            </a:r>
            <a:endParaRPr lang="en-US">
              <a:latin typeface="Arial"/>
              <a:cs typeface="Arial"/>
            </a:endParaRPr>
          </a:p>
          <a:p>
            <a:r>
              <a:rPr lang="en-US">
                <a:latin typeface="Arial"/>
                <a:cs typeface="Arial"/>
              </a:rPr>
              <a:t>Carbon fiber shows the best mass to deflection path especially in a hollow configuration: the beam retains most of its strength while being lighter.</a:t>
            </a:r>
          </a:p>
          <a:p>
            <a:endParaRPr lang="en-US">
              <a:latin typeface="Arial" panose="020B0604020202020204" pitchFamily="34" charset="0"/>
              <a:cs typeface="Arial" panose="020B0604020202020204" pitchFamily="34" charset="0"/>
            </a:endParaRPr>
          </a:p>
          <a:p>
            <a:r>
              <a:rPr lang="en-US" i="1" u="sng">
                <a:latin typeface="Arial"/>
                <a:cs typeface="Arial"/>
              </a:rPr>
              <a:t>Honorable Mention:</a:t>
            </a:r>
          </a:p>
          <a:p>
            <a:r>
              <a:rPr lang="en-US">
                <a:latin typeface="Arial"/>
                <a:cs typeface="Arial"/>
              </a:rPr>
              <a:t>Aluminum 6061</a:t>
            </a:r>
          </a:p>
        </p:txBody>
      </p:sp>
      <p:pic>
        <p:nvPicPr>
          <p:cNvPr id="12" name="Picture 11" descr="The diagram illustrates a comparison of deflection versus mass for various materials, including carbon fiber (both solid and hollow), fiberglass (both solid and hollow), aluminum (6061, both solid and hollow), and Ti-6AI-4V (both solid and hollow), as well as PA6-CF (both solid and hollow).&#10;&#10;AI-generated content may be incorrect.">
            <a:extLst>
              <a:ext uri="{FF2B5EF4-FFF2-40B4-BE49-F238E27FC236}">
                <a16:creationId xmlns:a16="http://schemas.microsoft.com/office/drawing/2014/main" id="{0DFA16B3-65B5-53CF-17E7-AB72BEAB7A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62924" y="1193338"/>
            <a:ext cx="8151708" cy="4910667"/>
          </a:xfrm>
          <a:prstGeom prst="rect">
            <a:avLst/>
          </a:prstGeom>
        </p:spPr>
      </p:pic>
      <p:cxnSp>
        <p:nvCxnSpPr>
          <p:cNvPr id="11" name="Straight Arrow Connector 10">
            <a:extLst>
              <a:ext uri="{FF2B5EF4-FFF2-40B4-BE49-F238E27FC236}">
                <a16:creationId xmlns:a16="http://schemas.microsoft.com/office/drawing/2014/main" id="{A67F39B4-8C5A-9083-CDD4-6C15A626D0C8}"/>
              </a:ext>
            </a:extLst>
          </p:cNvPr>
          <p:cNvCxnSpPr/>
          <p:nvPr/>
        </p:nvCxnSpPr>
        <p:spPr>
          <a:xfrm>
            <a:off x="4174067" y="4318000"/>
            <a:ext cx="0" cy="1261533"/>
          </a:xfrm>
          <a:prstGeom prst="straightConnector1">
            <a:avLst/>
          </a:prstGeom>
          <a:ln>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5B69A3CD-BC28-8604-45E5-CD892B9F5273}"/>
              </a:ext>
            </a:extLst>
          </p:cNvPr>
          <p:cNvCxnSpPr>
            <a:cxnSpLocks/>
          </p:cNvCxnSpPr>
          <p:nvPr/>
        </p:nvCxnSpPr>
        <p:spPr>
          <a:xfrm flipH="1">
            <a:off x="4893734" y="6104005"/>
            <a:ext cx="1303866" cy="0"/>
          </a:xfrm>
          <a:prstGeom prst="straightConnector1">
            <a:avLst/>
          </a:prstGeom>
          <a:ln>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8C235730-2FD2-6165-177E-366DA81062D0}"/>
              </a:ext>
            </a:extLst>
          </p:cNvPr>
          <p:cNvSpPr txBox="1"/>
          <p:nvPr/>
        </p:nvSpPr>
        <p:spPr>
          <a:xfrm rot="16200000">
            <a:off x="3197341" y="4602806"/>
            <a:ext cx="1645676" cy="307777"/>
          </a:xfrm>
          <a:prstGeom prst="rect">
            <a:avLst/>
          </a:prstGeom>
          <a:noFill/>
        </p:spPr>
        <p:txBody>
          <a:bodyPr wrap="square" rtlCol="0">
            <a:spAutoFit/>
          </a:bodyPr>
          <a:lstStyle/>
          <a:p>
            <a:r>
              <a:rPr lang="en-US" sz="1400">
                <a:solidFill>
                  <a:schemeClr val="accent3">
                    <a:lumMod val="60000"/>
                    <a:lumOff val="40000"/>
                  </a:schemeClr>
                </a:solidFill>
              </a:rPr>
              <a:t>Lower is better</a:t>
            </a:r>
          </a:p>
        </p:txBody>
      </p:sp>
      <p:sp>
        <p:nvSpPr>
          <p:cNvPr id="17" name="TextBox 16">
            <a:extLst>
              <a:ext uri="{FF2B5EF4-FFF2-40B4-BE49-F238E27FC236}">
                <a16:creationId xmlns:a16="http://schemas.microsoft.com/office/drawing/2014/main" id="{470FA358-33B5-0E90-77EC-598EE168C80F}"/>
              </a:ext>
            </a:extLst>
          </p:cNvPr>
          <p:cNvSpPr txBox="1"/>
          <p:nvPr/>
        </p:nvSpPr>
        <p:spPr>
          <a:xfrm>
            <a:off x="4893734" y="6146644"/>
            <a:ext cx="1645676" cy="307777"/>
          </a:xfrm>
          <a:prstGeom prst="rect">
            <a:avLst/>
          </a:prstGeom>
          <a:noFill/>
        </p:spPr>
        <p:txBody>
          <a:bodyPr wrap="square" rtlCol="0">
            <a:spAutoFit/>
          </a:bodyPr>
          <a:lstStyle/>
          <a:p>
            <a:r>
              <a:rPr lang="en-US" sz="1400">
                <a:solidFill>
                  <a:schemeClr val="accent3">
                    <a:lumMod val="60000"/>
                    <a:lumOff val="40000"/>
                  </a:schemeClr>
                </a:solidFill>
              </a:rPr>
              <a:t>Lower is better</a:t>
            </a:r>
          </a:p>
        </p:txBody>
      </p:sp>
      <p:sp>
        <p:nvSpPr>
          <p:cNvPr id="18" name="Rectangle 17">
            <a:extLst>
              <a:ext uri="{FF2B5EF4-FFF2-40B4-BE49-F238E27FC236}">
                <a16:creationId xmlns:a16="http://schemas.microsoft.com/office/drawing/2014/main" id="{A7F314B8-5CE6-4EF5-B04C-0DAD5DC47390}"/>
              </a:ext>
            </a:extLst>
          </p:cNvPr>
          <p:cNvSpPr/>
          <p:nvPr/>
        </p:nvSpPr>
        <p:spPr>
          <a:xfrm>
            <a:off x="5828210" y="4527077"/>
            <a:ext cx="711200" cy="18094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Trade Studies Bar - 3 Airframe">
            <a:extLst>
              <a:ext uri="{FF2B5EF4-FFF2-40B4-BE49-F238E27FC236}">
                <a16:creationId xmlns:a16="http://schemas.microsoft.com/office/drawing/2014/main" id="{F96A1897-039F-E326-9BA4-00C46F59E103}"/>
              </a:ext>
            </a:extLst>
          </p:cNvPr>
          <p:cNvGrpSpPr/>
          <p:nvPr/>
        </p:nvGrpSpPr>
        <p:grpSpPr>
          <a:xfrm>
            <a:off x="814349" y="6569571"/>
            <a:ext cx="10563301" cy="276999"/>
            <a:chOff x="790698" y="5902391"/>
            <a:chExt cx="10563301" cy="276999"/>
          </a:xfrm>
        </p:grpSpPr>
        <p:sp>
          <p:nvSpPr>
            <p:cNvPr id="16" name="Segment 0 - Trade Studies">
              <a:extLst>
                <a:ext uri="{FF2B5EF4-FFF2-40B4-BE49-F238E27FC236}">
                  <a16:creationId xmlns:a16="http://schemas.microsoft.com/office/drawing/2014/main" id="{4B7BDF56-17A0-A6C2-2A8E-09982B7C50E7}"/>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9" name="Segment 1 - Propulsion">
              <a:extLst>
                <a:ext uri="{FF2B5EF4-FFF2-40B4-BE49-F238E27FC236}">
                  <a16:creationId xmlns:a16="http://schemas.microsoft.com/office/drawing/2014/main" id="{45603B6F-E7F7-FAFA-F5B7-EE4103683148}"/>
                </a:ext>
              </a:extLst>
            </p:cNvPr>
            <p:cNvSpPr/>
            <p:nvPr/>
          </p:nvSpPr>
          <p:spPr>
            <a:xfrm>
              <a:off x="268951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Propulsion</a:t>
              </a:r>
            </a:p>
          </p:txBody>
        </p:sp>
        <p:sp>
          <p:nvSpPr>
            <p:cNvPr id="20" name="Segment 2 - Power Systems">
              <a:extLst>
                <a:ext uri="{FF2B5EF4-FFF2-40B4-BE49-F238E27FC236}">
                  <a16:creationId xmlns:a16="http://schemas.microsoft.com/office/drawing/2014/main" id="{602DB472-321B-7138-01C4-9E192A6002F5}"/>
                </a:ext>
              </a:extLst>
            </p:cNvPr>
            <p:cNvSpPr/>
            <p:nvPr/>
          </p:nvSpPr>
          <p:spPr>
            <a:xfrm>
              <a:off x="441013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Power Systems</a:t>
              </a:r>
            </a:p>
          </p:txBody>
        </p:sp>
        <p:sp>
          <p:nvSpPr>
            <p:cNvPr id="21" name="Segment 3 - Airframe">
              <a:extLst>
                <a:ext uri="{FF2B5EF4-FFF2-40B4-BE49-F238E27FC236}">
                  <a16:creationId xmlns:a16="http://schemas.microsoft.com/office/drawing/2014/main" id="{7304C78D-D32E-8153-FF35-54D1B6823E2B}"/>
                </a:ext>
              </a:extLst>
            </p:cNvPr>
            <p:cNvSpPr/>
            <p:nvPr/>
          </p:nvSpPr>
          <p:spPr>
            <a:xfrm>
              <a:off x="613074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Airframe</a:t>
              </a:r>
              <a:r>
                <a:rPr lang="en-US" sz="1050" b="1">
                  <a:solidFill>
                    <a:srgbClr val="FFFFFF"/>
                  </a:solidFill>
                  <a:latin typeface="Calibri"/>
                </a:rPr>
                <a:t> &amp; Aerodynamics</a:t>
              </a:r>
              <a:endParaRPr sz="1050" b="1">
                <a:solidFill>
                  <a:srgbClr val="FFFFFF"/>
                </a:solidFill>
                <a:latin typeface="Calibri"/>
              </a:endParaRPr>
            </a:p>
          </p:txBody>
        </p:sp>
        <p:sp>
          <p:nvSpPr>
            <p:cNvPr id="22" name="Segment 4 - GNC">
              <a:extLst>
                <a:ext uri="{FF2B5EF4-FFF2-40B4-BE49-F238E27FC236}">
                  <a16:creationId xmlns:a16="http://schemas.microsoft.com/office/drawing/2014/main" id="{02B329B6-D915-C77E-9411-5FD2156BE7E9}"/>
                </a:ext>
              </a:extLst>
            </p:cNvPr>
            <p:cNvSpPr/>
            <p:nvPr/>
          </p:nvSpPr>
          <p:spPr>
            <a:xfrm>
              <a:off x="785136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GNC</a:t>
              </a:r>
            </a:p>
          </p:txBody>
        </p:sp>
        <p:sp>
          <p:nvSpPr>
            <p:cNvPr id="23" name="Segment 5 - Avionics">
              <a:extLst>
                <a:ext uri="{FF2B5EF4-FFF2-40B4-BE49-F238E27FC236}">
                  <a16:creationId xmlns:a16="http://schemas.microsoft.com/office/drawing/2014/main" id="{1FBC5E99-EE3D-26A2-35AC-A46FD0D20C4B}"/>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
        <p:nvSpPr>
          <p:cNvPr id="24" name="Slide Number Placeholder 23">
            <a:extLst>
              <a:ext uri="{FF2B5EF4-FFF2-40B4-BE49-F238E27FC236}">
                <a16:creationId xmlns:a16="http://schemas.microsoft.com/office/drawing/2014/main" id="{DF6AD8D3-657E-2303-0107-BA7BD70AF443}"/>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t>55</a:t>
            </a:fld>
            <a:endParaRPr lang="en-US"/>
          </a:p>
        </p:txBody>
      </p:sp>
    </p:spTree>
    <p:extLst>
      <p:ext uri="{BB962C8B-B14F-4D97-AF65-F5344CB8AC3E}">
        <p14:creationId xmlns:p14="http://schemas.microsoft.com/office/powerpoint/2010/main" val="404093072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4925C-FACC-1C10-CFF1-4F601600390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89661B2-C3D7-06DC-F8EC-6DE85B673E1D}"/>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A027FE62-0C42-C8F2-34BF-04448C762E2D}"/>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CF618FA6-2570-B31E-0A1F-3B3BDFD3F3E2}"/>
              </a:ext>
            </a:extLst>
          </p:cNvPr>
          <p:cNvSpPr txBox="1"/>
          <p:nvPr/>
        </p:nvSpPr>
        <p:spPr>
          <a:xfrm>
            <a:off x="1281749" y="368854"/>
            <a:ext cx="9094965" cy="627956"/>
          </a:xfrm>
          <a:prstGeom prst="rect">
            <a:avLst/>
          </a:prstGeom>
          <a:noFill/>
          <a:ln/>
        </p:spPr>
        <p:txBody>
          <a:bodyPr wrap="square" lIns="0" tIns="0" rIns="0" bIns="0" rtlCol="0" anchor="ctr"/>
          <a:lstStyle/>
          <a:p>
            <a:r>
              <a:rPr lang="en-US" sz="2800" b="1" kern="0" spc="100">
                <a:solidFill>
                  <a:srgbClr val="2B2A28"/>
                </a:solidFill>
                <a:latin typeface="Arial"/>
                <a:cs typeface="Arial"/>
              </a:rPr>
              <a:t>Chassis Material Trade Study: Modeling and Analysis</a:t>
            </a:r>
          </a:p>
        </p:txBody>
      </p:sp>
      <p:sp>
        <p:nvSpPr>
          <p:cNvPr id="5" name="Shape 2">
            <a:extLst>
              <a:ext uri="{FF2B5EF4-FFF2-40B4-BE49-F238E27FC236}">
                <a16:creationId xmlns:a16="http://schemas.microsoft.com/office/drawing/2014/main" id="{3C84611A-2DEA-B97F-5770-197E8929BBF5}"/>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BF808A39-9ACD-C7CC-DC74-519671882B89}"/>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9" name="TextBox 8">
            <a:extLst>
              <a:ext uri="{FF2B5EF4-FFF2-40B4-BE49-F238E27FC236}">
                <a16:creationId xmlns:a16="http://schemas.microsoft.com/office/drawing/2014/main" id="{EB2830BA-F813-F7B1-1006-4054E72CAC34}"/>
              </a:ext>
            </a:extLst>
          </p:cNvPr>
          <p:cNvSpPr txBox="1"/>
          <p:nvPr/>
        </p:nvSpPr>
        <p:spPr>
          <a:xfrm>
            <a:off x="91218" y="1356671"/>
            <a:ext cx="5358983"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rial"/>
                <a:cs typeface="Arial"/>
              </a:rPr>
              <a:t>Assumptions: </a:t>
            </a:r>
          </a:p>
          <a:p>
            <a:pPr marL="285750" indent="-285750">
              <a:buFont typeface="Calibri"/>
              <a:buChar char="-"/>
            </a:pPr>
            <a:r>
              <a:rPr lang="en-US">
                <a:latin typeface="Arial"/>
                <a:cs typeface="Arial"/>
              </a:rPr>
              <a:t>Thrust Weight Ratio:1.5:1</a:t>
            </a:r>
            <a:endParaRPr lang="en-US">
              <a:latin typeface="Arial" panose="020B0604020202020204" pitchFamily="34" charset="0"/>
              <a:cs typeface="Arial" panose="020B0604020202020204" pitchFamily="34" charset="0"/>
            </a:endParaRPr>
          </a:p>
          <a:p>
            <a:pPr marL="285750" indent="-285750">
              <a:buFont typeface="Calibri"/>
              <a:buChar char="-"/>
            </a:pPr>
            <a:r>
              <a:rPr lang="en-US">
                <a:latin typeface="Arial"/>
                <a:cs typeface="Arial"/>
              </a:rPr>
              <a:t>Forces as Point Loads</a:t>
            </a:r>
          </a:p>
          <a:p>
            <a:pPr marL="285750" indent="-285750">
              <a:buFont typeface="Calibri"/>
              <a:buChar char="-"/>
            </a:pPr>
            <a:r>
              <a:rPr lang="en-US">
                <a:latin typeface="Arial"/>
                <a:cs typeface="Arial"/>
              </a:rPr>
              <a:t>Single material throughout frame</a:t>
            </a:r>
          </a:p>
          <a:p>
            <a:pPr marL="285750" indent="-285750">
              <a:buFont typeface="Calibri"/>
              <a:buChar char="-"/>
            </a:pPr>
            <a:endParaRPr lang="en-US">
              <a:latin typeface="Arial" panose="020B0604020202020204" pitchFamily="34" charset="0"/>
              <a:cs typeface="Arial" panose="020B0604020202020204" pitchFamily="34" charset="0"/>
            </a:endParaRPr>
          </a:p>
          <a:p>
            <a:pPr marL="285750" indent="-285750">
              <a:buFont typeface="Calibri"/>
              <a:buChar char="-"/>
            </a:pPr>
            <a:endParaRPr lang="en-US">
              <a:latin typeface="Arial" panose="020B0604020202020204" pitchFamily="34" charset="0"/>
              <a:cs typeface="Arial" panose="020B0604020202020204" pitchFamily="34" charset="0"/>
            </a:endParaRPr>
          </a:p>
          <a:p>
            <a:pPr marL="285750" indent="-285750">
              <a:buFont typeface="Calibri"/>
              <a:buChar char="-"/>
            </a:pPr>
            <a:endParaRPr lang="en-US">
              <a:latin typeface="Arial" panose="020B0604020202020204" pitchFamily="34" charset="0"/>
              <a:cs typeface="Arial" panose="020B0604020202020204" pitchFamily="34" charset="0"/>
            </a:endParaRPr>
          </a:p>
          <a:p>
            <a:pPr marL="285750" indent="-285750">
              <a:buFont typeface="Calibri"/>
              <a:buChar char="-"/>
            </a:pPr>
            <a:endParaRPr lang="en-US">
              <a:latin typeface="Arial" panose="020B0604020202020204" pitchFamily="34" charset="0"/>
              <a:cs typeface="Arial" panose="020B0604020202020204" pitchFamily="34" charset="0"/>
            </a:endParaRPr>
          </a:p>
          <a:p>
            <a:pPr marL="742950" lvl="1" indent="-285750">
              <a:buFont typeface="Calibri"/>
              <a:buChar char="-"/>
            </a:pPr>
            <a:endParaRPr lang="en-US">
              <a:latin typeface="Arial" panose="020B0604020202020204" pitchFamily="34" charset="0"/>
              <a:cs typeface="Arial" panose="020B0604020202020204" pitchFamily="34" charset="0"/>
            </a:endParaRPr>
          </a:p>
          <a:p>
            <a:endParaRPr lang="en-US">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F8807FC5-A9F4-7B7A-0D87-D66423D62C91}"/>
              </a:ext>
            </a:extLst>
          </p:cNvPr>
          <p:cNvPicPr>
            <a:picLocks noChangeAspect="1"/>
          </p:cNvPicPr>
          <p:nvPr/>
        </p:nvPicPr>
        <p:blipFill>
          <a:blip r:embed="rId4"/>
          <a:stretch>
            <a:fillRect/>
          </a:stretch>
        </p:blipFill>
        <p:spPr>
          <a:xfrm>
            <a:off x="3970434" y="872519"/>
            <a:ext cx="8072767" cy="5432885"/>
          </a:xfrm>
          <a:prstGeom prst="rect">
            <a:avLst/>
          </a:prstGeom>
        </p:spPr>
      </p:pic>
      <p:cxnSp>
        <p:nvCxnSpPr>
          <p:cNvPr id="11" name="Straight Arrow Connector 10">
            <a:extLst>
              <a:ext uri="{FF2B5EF4-FFF2-40B4-BE49-F238E27FC236}">
                <a16:creationId xmlns:a16="http://schemas.microsoft.com/office/drawing/2014/main" id="{10D3E3AD-244B-40C8-2F0D-B1AD0E204C79}"/>
              </a:ext>
            </a:extLst>
          </p:cNvPr>
          <p:cNvCxnSpPr/>
          <p:nvPr/>
        </p:nvCxnSpPr>
        <p:spPr>
          <a:xfrm>
            <a:off x="7969770" y="2423409"/>
            <a:ext cx="1018" cy="3035508"/>
          </a:xfrm>
          <a:prstGeom prst="straightConnector1">
            <a:avLst/>
          </a:prstGeom>
          <a:ln>
            <a:solidFill>
              <a:schemeClr val="accent6"/>
            </a:solidFill>
            <a:headEnd type="triangle"/>
            <a:tailEnd type="triangle"/>
          </a:ln>
        </p:spPr>
        <p:style>
          <a:lnRef idx="3">
            <a:schemeClr val="dk1"/>
          </a:lnRef>
          <a:fillRef idx="0">
            <a:schemeClr val="dk1"/>
          </a:fillRef>
          <a:effectRef idx="2">
            <a:schemeClr val="dk1"/>
          </a:effectRef>
          <a:fontRef idx="minor">
            <a:schemeClr val="tx1"/>
          </a:fontRef>
        </p:style>
      </p:cxnSp>
      <p:sp>
        <p:nvSpPr>
          <p:cNvPr id="12" name="TextBox 11">
            <a:extLst>
              <a:ext uri="{FF2B5EF4-FFF2-40B4-BE49-F238E27FC236}">
                <a16:creationId xmlns:a16="http://schemas.microsoft.com/office/drawing/2014/main" id="{8523D42E-B8D4-CEFE-BB76-8A3C15CA3B21}"/>
              </a:ext>
            </a:extLst>
          </p:cNvPr>
          <p:cNvSpPr txBox="1"/>
          <p:nvPr/>
        </p:nvSpPr>
        <p:spPr>
          <a:xfrm>
            <a:off x="6822051" y="2274273"/>
            <a:ext cx="127273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 </a:t>
            </a:r>
            <a:r>
              <a:rPr lang="en-US" sz="1200"/>
              <a:t>Bending Stress Largest Margin</a:t>
            </a:r>
          </a:p>
          <a:p>
            <a:endParaRPr lang="en-US"/>
          </a:p>
        </p:txBody>
      </p:sp>
      <p:sp>
        <p:nvSpPr>
          <p:cNvPr id="7" name="TextBox 6">
            <a:extLst>
              <a:ext uri="{FF2B5EF4-FFF2-40B4-BE49-F238E27FC236}">
                <a16:creationId xmlns:a16="http://schemas.microsoft.com/office/drawing/2014/main" id="{E752EB30-4414-6C42-E3E5-816313E6584F}"/>
              </a:ext>
            </a:extLst>
          </p:cNvPr>
          <p:cNvSpPr txBox="1"/>
          <p:nvPr/>
        </p:nvSpPr>
        <p:spPr>
          <a:xfrm>
            <a:off x="372369" y="3054674"/>
            <a:ext cx="3110459"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Key Takeaway: </a:t>
            </a:r>
            <a:r>
              <a:rPr lang="en-US"/>
              <a:t>Confirmed structural feasibility because all expected loads are below their yield strength, material can be chosen based on yield-margin, weight, and cost.</a:t>
            </a:r>
          </a:p>
        </p:txBody>
      </p:sp>
      <p:grpSp>
        <p:nvGrpSpPr>
          <p:cNvPr id="13" name="Trade Studies Bar - 3 Airframe">
            <a:extLst>
              <a:ext uri="{FF2B5EF4-FFF2-40B4-BE49-F238E27FC236}">
                <a16:creationId xmlns:a16="http://schemas.microsoft.com/office/drawing/2014/main" id="{7B0A37A5-7C52-0874-5457-752DAA895EDE}"/>
              </a:ext>
            </a:extLst>
          </p:cNvPr>
          <p:cNvGrpSpPr/>
          <p:nvPr/>
        </p:nvGrpSpPr>
        <p:grpSpPr>
          <a:xfrm>
            <a:off x="814349" y="6569571"/>
            <a:ext cx="10563301" cy="276999"/>
            <a:chOff x="790698" y="5902391"/>
            <a:chExt cx="10563301" cy="276999"/>
          </a:xfrm>
        </p:grpSpPr>
        <p:sp>
          <p:nvSpPr>
            <p:cNvPr id="14" name="Segment 0 - Trade Studies">
              <a:extLst>
                <a:ext uri="{FF2B5EF4-FFF2-40B4-BE49-F238E27FC236}">
                  <a16:creationId xmlns:a16="http://schemas.microsoft.com/office/drawing/2014/main" id="{7CDADD4B-B735-7F2B-54E4-ECD7102ED787}"/>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5" name="Segment 1 - Propulsion">
              <a:extLst>
                <a:ext uri="{FF2B5EF4-FFF2-40B4-BE49-F238E27FC236}">
                  <a16:creationId xmlns:a16="http://schemas.microsoft.com/office/drawing/2014/main" id="{992F80F0-571D-CC32-16BF-A9B01508C9D7}"/>
                </a:ext>
              </a:extLst>
            </p:cNvPr>
            <p:cNvSpPr/>
            <p:nvPr/>
          </p:nvSpPr>
          <p:spPr>
            <a:xfrm>
              <a:off x="268951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Propulsion</a:t>
              </a:r>
            </a:p>
          </p:txBody>
        </p:sp>
        <p:sp>
          <p:nvSpPr>
            <p:cNvPr id="16" name="Segment 2 - Power Systems">
              <a:extLst>
                <a:ext uri="{FF2B5EF4-FFF2-40B4-BE49-F238E27FC236}">
                  <a16:creationId xmlns:a16="http://schemas.microsoft.com/office/drawing/2014/main" id="{D9146316-7775-629A-F126-E73B4E0E55FA}"/>
                </a:ext>
              </a:extLst>
            </p:cNvPr>
            <p:cNvSpPr/>
            <p:nvPr/>
          </p:nvSpPr>
          <p:spPr>
            <a:xfrm>
              <a:off x="441013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Power Systems</a:t>
              </a:r>
            </a:p>
          </p:txBody>
        </p:sp>
        <p:sp>
          <p:nvSpPr>
            <p:cNvPr id="17" name="Segment 3 - Airframe">
              <a:extLst>
                <a:ext uri="{FF2B5EF4-FFF2-40B4-BE49-F238E27FC236}">
                  <a16:creationId xmlns:a16="http://schemas.microsoft.com/office/drawing/2014/main" id="{88CC88BF-A384-B8E2-490D-8450F28981A0}"/>
                </a:ext>
              </a:extLst>
            </p:cNvPr>
            <p:cNvSpPr/>
            <p:nvPr/>
          </p:nvSpPr>
          <p:spPr>
            <a:xfrm>
              <a:off x="613074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Airframe</a:t>
              </a:r>
              <a:r>
                <a:rPr lang="en-US" sz="1050" b="1">
                  <a:solidFill>
                    <a:srgbClr val="FFFFFF"/>
                  </a:solidFill>
                  <a:latin typeface="Calibri"/>
                </a:rPr>
                <a:t> &amp; Aerodynamics</a:t>
              </a:r>
              <a:endParaRPr sz="1050" b="1">
                <a:solidFill>
                  <a:srgbClr val="FFFFFF"/>
                </a:solidFill>
                <a:latin typeface="Calibri"/>
              </a:endParaRPr>
            </a:p>
          </p:txBody>
        </p:sp>
        <p:sp>
          <p:nvSpPr>
            <p:cNvPr id="18" name="Segment 4 - GNC">
              <a:extLst>
                <a:ext uri="{FF2B5EF4-FFF2-40B4-BE49-F238E27FC236}">
                  <a16:creationId xmlns:a16="http://schemas.microsoft.com/office/drawing/2014/main" id="{DBB6989A-25FB-2DB5-F6E7-D34D58E460D9}"/>
                </a:ext>
              </a:extLst>
            </p:cNvPr>
            <p:cNvSpPr/>
            <p:nvPr/>
          </p:nvSpPr>
          <p:spPr>
            <a:xfrm>
              <a:off x="785136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GNC</a:t>
              </a:r>
            </a:p>
          </p:txBody>
        </p:sp>
        <p:sp>
          <p:nvSpPr>
            <p:cNvPr id="19" name="Segment 5 - Avionics">
              <a:extLst>
                <a:ext uri="{FF2B5EF4-FFF2-40B4-BE49-F238E27FC236}">
                  <a16:creationId xmlns:a16="http://schemas.microsoft.com/office/drawing/2014/main" id="{FD05625B-9D96-51D6-82C0-A034A7A9374D}"/>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
        <p:nvSpPr>
          <p:cNvPr id="20" name="Slide Number Placeholder 23">
            <a:extLst>
              <a:ext uri="{FF2B5EF4-FFF2-40B4-BE49-F238E27FC236}">
                <a16:creationId xmlns:a16="http://schemas.microsoft.com/office/drawing/2014/main" id="{F62B7A0A-6BA0-96F9-12AC-73C7E16EAF69}"/>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t>56</a:t>
            </a:fld>
            <a:endParaRPr lang="en-US"/>
          </a:p>
        </p:txBody>
      </p:sp>
    </p:spTree>
    <p:extLst>
      <p:ext uri="{BB962C8B-B14F-4D97-AF65-F5344CB8AC3E}">
        <p14:creationId xmlns:p14="http://schemas.microsoft.com/office/powerpoint/2010/main" val="312099778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D427A-FBF5-74B4-70C5-DD739BB9469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6924755-8488-1F4E-D930-AC60F29E736A}"/>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F666D288-C837-CF05-1707-AD989F9CA942}"/>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C0BE1E40-EF0F-560F-56A0-7230ED30DEE8}"/>
              </a:ext>
            </a:extLst>
          </p:cNvPr>
          <p:cNvSpPr txBox="1"/>
          <p:nvPr/>
        </p:nvSpPr>
        <p:spPr>
          <a:xfrm>
            <a:off x="1281749" y="368854"/>
            <a:ext cx="9094965" cy="627956"/>
          </a:xfrm>
          <a:prstGeom prst="rect">
            <a:avLst/>
          </a:prstGeom>
          <a:noFill/>
          <a:ln/>
        </p:spPr>
        <p:txBody>
          <a:bodyPr wrap="square" lIns="0" tIns="0" rIns="0" bIns="0" rtlCol="0" anchor="ctr"/>
          <a:lstStyle/>
          <a:p>
            <a:r>
              <a:rPr lang="en-US" sz="2800" b="1" kern="0" spc="100">
                <a:solidFill>
                  <a:srgbClr val="2B2A28"/>
                </a:solidFill>
                <a:latin typeface="Arial"/>
                <a:cs typeface="Arial"/>
              </a:rPr>
              <a:t>Chassis Material Trade Study: Modeling and Analysis</a:t>
            </a:r>
          </a:p>
        </p:txBody>
      </p:sp>
      <p:sp>
        <p:nvSpPr>
          <p:cNvPr id="5" name="Shape 2">
            <a:extLst>
              <a:ext uri="{FF2B5EF4-FFF2-40B4-BE49-F238E27FC236}">
                <a16:creationId xmlns:a16="http://schemas.microsoft.com/office/drawing/2014/main" id="{5924B47B-21B6-AD02-0244-A89ABAD42CAF}"/>
              </a:ext>
            </a:extLst>
          </p:cNvPr>
          <p:cNvSpPr/>
          <p:nvPr/>
        </p:nvSpPr>
        <p:spPr>
          <a:xfrm>
            <a:off x="10361740" y="207078"/>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94EF5FEB-24B0-7E3F-9B28-69A7738E6855}"/>
              </a:ext>
            </a:extLst>
          </p:cNvPr>
          <p:cNvSpPr txBox="1"/>
          <p:nvPr/>
        </p:nvSpPr>
        <p:spPr>
          <a:xfrm>
            <a:off x="10379190" y="218711"/>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10" name="TextBox 9">
            <a:extLst>
              <a:ext uri="{FF2B5EF4-FFF2-40B4-BE49-F238E27FC236}">
                <a16:creationId xmlns:a16="http://schemas.microsoft.com/office/drawing/2014/main" id="{CB72CA42-245D-1F44-1FE8-739674E8A408}"/>
              </a:ext>
            </a:extLst>
          </p:cNvPr>
          <p:cNvSpPr txBox="1"/>
          <p:nvPr/>
        </p:nvSpPr>
        <p:spPr>
          <a:xfrm>
            <a:off x="1282991" y="5795970"/>
            <a:ext cx="512233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AEA56899-0C4E-A540-B3D0-4DBB5CFF1A3F}"/>
              </a:ext>
            </a:extLst>
          </p:cNvPr>
          <p:cNvPicPr>
            <a:picLocks noChangeAspect="1"/>
          </p:cNvPicPr>
          <p:nvPr/>
        </p:nvPicPr>
        <p:blipFill>
          <a:blip r:embed="rId4"/>
          <a:stretch>
            <a:fillRect/>
          </a:stretch>
        </p:blipFill>
        <p:spPr>
          <a:xfrm>
            <a:off x="2936313" y="680564"/>
            <a:ext cx="8116762" cy="4874474"/>
          </a:xfrm>
          <a:prstGeom prst="rect">
            <a:avLst/>
          </a:prstGeom>
        </p:spPr>
      </p:pic>
      <p:sp>
        <p:nvSpPr>
          <p:cNvPr id="9" name="Arrow: Right 8">
            <a:extLst>
              <a:ext uri="{FF2B5EF4-FFF2-40B4-BE49-F238E27FC236}">
                <a16:creationId xmlns:a16="http://schemas.microsoft.com/office/drawing/2014/main" id="{51D3DEEC-5C26-3028-5BB2-E6DEF54EFB42}"/>
              </a:ext>
            </a:extLst>
          </p:cNvPr>
          <p:cNvSpPr/>
          <p:nvPr/>
        </p:nvSpPr>
        <p:spPr>
          <a:xfrm rot="10800000">
            <a:off x="11083089" y="4722759"/>
            <a:ext cx="687049" cy="38724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B82B39F8-505A-4549-304A-AC6974DA9AB0}"/>
              </a:ext>
            </a:extLst>
          </p:cNvPr>
          <p:cNvSpPr/>
          <p:nvPr/>
        </p:nvSpPr>
        <p:spPr>
          <a:xfrm rot="10800000">
            <a:off x="11083088" y="3867689"/>
            <a:ext cx="687049" cy="38724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id="{59DF53DD-2FD8-6BDD-7C00-48D08BB3E67B}"/>
              </a:ext>
            </a:extLst>
          </p:cNvPr>
          <p:cNvSpPr/>
          <p:nvPr/>
        </p:nvSpPr>
        <p:spPr>
          <a:xfrm rot="10800000">
            <a:off x="11083088" y="2337873"/>
            <a:ext cx="687049" cy="38724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E204E7B0-A657-2C4D-8FF5-CFE46992A37F}"/>
              </a:ext>
            </a:extLst>
          </p:cNvPr>
          <p:cNvSpPr/>
          <p:nvPr/>
        </p:nvSpPr>
        <p:spPr>
          <a:xfrm rot="10800000">
            <a:off x="11083088" y="1523522"/>
            <a:ext cx="687049" cy="38724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120F92A-D9B6-D9E8-A535-F2366D2387CE}"/>
              </a:ext>
            </a:extLst>
          </p:cNvPr>
          <p:cNvSpPr txBox="1"/>
          <p:nvPr/>
        </p:nvSpPr>
        <p:spPr>
          <a:xfrm>
            <a:off x="9306871" y="1544025"/>
            <a:ext cx="1585981" cy="46166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Meets Requirement Region</a:t>
            </a:r>
          </a:p>
        </p:txBody>
      </p:sp>
      <p:sp>
        <p:nvSpPr>
          <p:cNvPr id="16" name="TextBox 15">
            <a:extLst>
              <a:ext uri="{FF2B5EF4-FFF2-40B4-BE49-F238E27FC236}">
                <a16:creationId xmlns:a16="http://schemas.microsoft.com/office/drawing/2014/main" id="{8CF5CB43-8202-74AA-6FB9-3ABFB52793B5}"/>
              </a:ext>
            </a:extLst>
          </p:cNvPr>
          <p:cNvSpPr txBox="1"/>
          <p:nvPr/>
        </p:nvSpPr>
        <p:spPr>
          <a:xfrm>
            <a:off x="9306870" y="3864925"/>
            <a:ext cx="1585981" cy="46166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Meets Requirement Region</a:t>
            </a:r>
          </a:p>
        </p:txBody>
      </p:sp>
      <p:sp>
        <p:nvSpPr>
          <p:cNvPr id="18" name="TextBox 17">
            <a:extLst>
              <a:ext uri="{FF2B5EF4-FFF2-40B4-BE49-F238E27FC236}">
                <a16:creationId xmlns:a16="http://schemas.microsoft.com/office/drawing/2014/main" id="{2941FD7C-B8CE-2486-8113-9DB722534851}"/>
              </a:ext>
            </a:extLst>
          </p:cNvPr>
          <p:cNvSpPr txBox="1"/>
          <p:nvPr/>
        </p:nvSpPr>
        <p:spPr>
          <a:xfrm>
            <a:off x="11046854" y="5071957"/>
            <a:ext cx="133032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solidFill>
                  <a:srgbClr val="FF0000"/>
                </a:solidFill>
              </a:rPr>
              <a:t>Requirement Failure</a:t>
            </a:r>
          </a:p>
        </p:txBody>
      </p:sp>
      <p:sp>
        <p:nvSpPr>
          <p:cNvPr id="19" name="TextBox 18">
            <a:extLst>
              <a:ext uri="{FF2B5EF4-FFF2-40B4-BE49-F238E27FC236}">
                <a16:creationId xmlns:a16="http://schemas.microsoft.com/office/drawing/2014/main" id="{EDFA3E39-5304-0F08-9F02-AC665B4E66AF}"/>
              </a:ext>
            </a:extLst>
          </p:cNvPr>
          <p:cNvSpPr txBox="1"/>
          <p:nvPr/>
        </p:nvSpPr>
        <p:spPr>
          <a:xfrm>
            <a:off x="11046853" y="2657987"/>
            <a:ext cx="133032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solidFill>
                  <a:srgbClr val="FF0000"/>
                </a:solidFill>
              </a:rPr>
              <a:t>Requirement Failure</a:t>
            </a:r>
          </a:p>
        </p:txBody>
      </p:sp>
      <p:sp>
        <p:nvSpPr>
          <p:cNvPr id="20" name="TextBox 19">
            <a:extLst>
              <a:ext uri="{FF2B5EF4-FFF2-40B4-BE49-F238E27FC236}">
                <a16:creationId xmlns:a16="http://schemas.microsoft.com/office/drawing/2014/main" id="{77CFEFDA-9A8A-C4E3-1595-EC517E1AB5B1}"/>
              </a:ext>
            </a:extLst>
          </p:cNvPr>
          <p:cNvSpPr txBox="1"/>
          <p:nvPr/>
        </p:nvSpPr>
        <p:spPr>
          <a:xfrm>
            <a:off x="374753" y="1261671"/>
            <a:ext cx="2435901"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Key Takeaway: </a:t>
            </a:r>
            <a:r>
              <a:rPr lang="en-US"/>
              <a:t>Carbon fiber provides the greatest </a:t>
            </a:r>
            <a:r>
              <a:rPr lang="en-US" err="1"/>
              <a:t>FoS</a:t>
            </a:r>
            <a:r>
              <a:rPr lang="en-US"/>
              <a:t> at both weight configurations, while using only ASA fails to meet the </a:t>
            </a:r>
            <a:r>
              <a:rPr lang="en-US" err="1"/>
              <a:t>FoS</a:t>
            </a:r>
            <a:r>
              <a:rPr lang="en-US"/>
              <a:t> requirement at 25 lbs.</a:t>
            </a:r>
          </a:p>
        </p:txBody>
      </p:sp>
      <p:grpSp>
        <p:nvGrpSpPr>
          <p:cNvPr id="21" name="Trade Studies Bar - 3 Airframe">
            <a:extLst>
              <a:ext uri="{FF2B5EF4-FFF2-40B4-BE49-F238E27FC236}">
                <a16:creationId xmlns:a16="http://schemas.microsoft.com/office/drawing/2014/main" id="{786C6F5F-EABF-371D-55F3-EA0CDF8D169A}"/>
              </a:ext>
            </a:extLst>
          </p:cNvPr>
          <p:cNvGrpSpPr/>
          <p:nvPr/>
        </p:nvGrpSpPr>
        <p:grpSpPr>
          <a:xfrm>
            <a:off x="814349" y="6569571"/>
            <a:ext cx="10563301" cy="276999"/>
            <a:chOff x="790698" y="5902391"/>
            <a:chExt cx="10563301" cy="276999"/>
          </a:xfrm>
        </p:grpSpPr>
        <p:sp>
          <p:nvSpPr>
            <p:cNvPr id="22" name="Segment 0 - Trade Studies">
              <a:extLst>
                <a:ext uri="{FF2B5EF4-FFF2-40B4-BE49-F238E27FC236}">
                  <a16:creationId xmlns:a16="http://schemas.microsoft.com/office/drawing/2014/main" id="{7CA01D44-5AA5-EB9F-D9EB-018FD2D72BC7}"/>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23" name="Segment 1 - Propulsion">
              <a:extLst>
                <a:ext uri="{FF2B5EF4-FFF2-40B4-BE49-F238E27FC236}">
                  <a16:creationId xmlns:a16="http://schemas.microsoft.com/office/drawing/2014/main" id="{705A01C9-7FFC-AFF8-6AF0-FEB67232AC20}"/>
                </a:ext>
              </a:extLst>
            </p:cNvPr>
            <p:cNvSpPr/>
            <p:nvPr/>
          </p:nvSpPr>
          <p:spPr>
            <a:xfrm>
              <a:off x="268951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Propulsion</a:t>
              </a:r>
            </a:p>
          </p:txBody>
        </p:sp>
        <p:sp>
          <p:nvSpPr>
            <p:cNvPr id="24" name="Segment 2 - Power Systems">
              <a:extLst>
                <a:ext uri="{FF2B5EF4-FFF2-40B4-BE49-F238E27FC236}">
                  <a16:creationId xmlns:a16="http://schemas.microsoft.com/office/drawing/2014/main" id="{58375316-0CA1-8E2F-D317-C34118C365F2}"/>
                </a:ext>
              </a:extLst>
            </p:cNvPr>
            <p:cNvSpPr/>
            <p:nvPr/>
          </p:nvSpPr>
          <p:spPr>
            <a:xfrm>
              <a:off x="441013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Power Systems</a:t>
              </a:r>
            </a:p>
          </p:txBody>
        </p:sp>
        <p:sp>
          <p:nvSpPr>
            <p:cNvPr id="25" name="Segment 3 - Airframe">
              <a:extLst>
                <a:ext uri="{FF2B5EF4-FFF2-40B4-BE49-F238E27FC236}">
                  <a16:creationId xmlns:a16="http://schemas.microsoft.com/office/drawing/2014/main" id="{334BD6D4-58B1-2249-2AE2-F016C3BCB43A}"/>
                </a:ext>
              </a:extLst>
            </p:cNvPr>
            <p:cNvSpPr/>
            <p:nvPr/>
          </p:nvSpPr>
          <p:spPr>
            <a:xfrm>
              <a:off x="613074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Airframe</a:t>
              </a:r>
              <a:r>
                <a:rPr lang="en-US" sz="1050" b="1">
                  <a:solidFill>
                    <a:srgbClr val="FFFFFF"/>
                  </a:solidFill>
                  <a:latin typeface="Calibri"/>
                </a:rPr>
                <a:t> &amp; Aerodynamics</a:t>
              </a:r>
              <a:endParaRPr sz="1050" b="1">
                <a:solidFill>
                  <a:srgbClr val="FFFFFF"/>
                </a:solidFill>
                <a:latin typeface="Calibri"/>
              </a:endParaRPr>
            </a:p>
          </p:txBody>
        </p:sp>
        <p:sp>
          <p:nvSpPr>
            <p:cNvPr id="26" name="Segment 4 - GNC">
              <a:extLst>
                <a:ext uri="{FF2B5EF4-FFF2-40B4-BE49-F238E27FC236}">
                  <a16:creationId xmlns:a16="http://schemas.microsoft.com/office/drawing/2014/main" id="{0182B4C2-7F8F-C108-DBF8-9A4C3552DEDF}"/>
                </a:ext>
              </a:extLst>
            </p:cNvPr>
            <p:cNvSpPr/>
            <p:nvPr/>
          </p:nvSpPr>
          <p:spPr>
            <a:xfrm>
              <a:off x="785136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GNC</a:t>
              </a:r>
            </a:p>
          </p:txBody>
        </p:sp>
        <p:sp>
          <p:nvSpPr>
            <p:cNvPr id="27" name="Segment 5 - Avionics">
              <a:extLst>
                <a:ext uri="{FF2B5EF4-FFF2-40B4-BE49-F238E27FC236}">
                  <a16:creationId xmlns:a16="http://schemas.microsoft.com/office/drawing/2014/main" id="{4B028D07-6FD5-4908-657C-DE8BC3594C1D}"/>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
        <p:nvSpPr>
          <p:cNvPr id="28" name="Slide Number Placeholder 23">
            <a:extLst>
              <a:ext uri="{FF2B5EF4-FFF2-40B4-BE49-F238E27FC236}">
                <a16:creationId xmlns:a16="http://schemas.microsoft.com/office/drawing/2014/main" id="{253E1AC9-933B-1650-5EB2-5A8C30512E37}"/>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t>57</a:t>
            </a:fld>
            <a:endParaRPr lang="en-US"/>
          </a:p>
        </p:txBody>
      </p:sp>
    </p:spTree>
    <p:extLst>
      <p:ext uri="{BB962C8B-B14F-4D97-AF65-F5344CB8AC3E}">
        <p14:creationId xmlns:p14="http://schemas.microsoft.com/office/powerpoint/2010/main" val="16188483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8EA11-28CA-6CD5-15B6-F1CDC9D5571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74261A5-D4AB-9371-5EC1-0368D3AFC2FA}"/>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659F815D-3E42-8E00-A075-5CAA705C0F78}"/>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82E1C7F2-B61C-98A7-E279-DAEB37829BA4}"/>
              </a:ext>
            </a:extLst>
          </p:cNvPr>
          <p:cNvSpPr txBox="1"/>
          <p:nvPr/>
        </p:nvSpPr>
        <p:spPr>
          <a:xfrm>
            <a:off x="1270543" y="307222"/>
            <a:ext cx="9094965" cy="627956"/>
          </a:xfrm>
          <a:prstGeom prst="rect">
            <a:avLst/>
          </a:prstGeom>
          <a:noFill/>
          <a:ln/>
        </p:spPr>
        <p:txBody>
          <a:bodyPr wrap="square" lIns="0" tIns="0" rIns="0" bIns="0" rtlCol="0" anchor="ctr"/>
          <a:lstStyle/>
          <a:p>
            <a:r>
              <a:rPr lang="en-US" sz="2800" b="1" kern="0" spc="100">
                <a:solidFill>
                  <a:srgbClr val="2B2A28"/>
                </a:solidFill>
                <a:latin typeface="Arial"/>
                <a:cs typeface="Arial"/>
              </a:rPr>
              <a:t>Chassis Material Trade Study: Modeling and Analysis</a:t>
            </a:r>
          </a:p>
        </p:txBody>
      </p:sp>
      <p:sp>
        <p:nvSpPr>
          <p:cNvPr id="5" name="Shape 2">
            <a:extLst>
              <a:ext uri="{FF2B5EF4-FFF2-40B4-BE49-F238E27FC236}">
                <a16:creationId xmlns:a16="http://schemas.microsoft.com/office/drawing/2014/main" id="{07426547-3E91-CDFD-A95D-2CB5B3C1CB08}"/>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E43480E2-8C37-1272-D2A5-075383278FF9}"/>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18" name="TextBox 17">
            <a:extLst>
              <a:ext uri="{FF2B5EF4-FFF2-40B4-BE49-F238E27FC236}">
                <a16:creationId xmlns:a16="http://schemas.microsoft.com/office/drawing/2014/main" id="{F2773B82-8C5A-0DEA-51D7-E69EF1101F2B}"/>
              </a:ext>
            </a:extLst>
          </p:cNvPr>
          <p:cNvSpPr txBox="1"/>
          <p:nvPr/>
        </p:nvSpPr>
        <p:spPr>
          <a:xfrm>
            <a:off x="1679054" y="1497842"/>
            <a:ext cx="951364"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
              <a:t>Carbon Fiber</a:t>
            </a:r>
          </a:p>
        </p:txBody>
      </p:sp>
      <p:sp>
        <p:nvSpPr>
          <p:cNvPr id="19" name="TextBox 18">
            <a:extLst>
              <a:ext uri="{FF2B5EF4-FFF2-40B4-BE49-F238E27FC236}">
                <a16:creationId xmlns:a16="http://schemas.microsoft.com/office/drawing/2014/main" id="{49725F58-13FF-44F7-6334-5D18C5B9636B}"/>
              </a:ext>
            </a:extLst>
          </p:cNvPr>
          <p:cNvSpPr txBox="1"/>
          <p:nvPr/>
        </p:nvSpPr>
        <p:spPr>
          <a:xfrm>
            <a:off x="5746546" y="1500484"/>
            <a:ext cx="698785"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800"/>
              <a:t>Aluminum</a:t>
            </a:r>
          </a:p>
        </p:txBody>
      </p:sp>
      <p:sp>
        <p:nvSpPr>
          <p:cNvPr id="20" name="TextBox 19">
            <a:extLst>
              <a:ext uri="{FF2B5EF4-FFF2-40B4-BE49-F238E27FC236}">
                <a16:creationId xmlns:a16="http://schemas.microsoft.com/office/drawing/2014/main" id="{A03931E5-57E9-E66E-6C33-4249C02EE4DF}"/>
              </a:ext>
            </a:extLst>
          </p:cNvPr>
          <p:cNvSpPr txBox="1"/>
          <p:nvPr/>
        </p:nvSpPr>
        <p:spPr>
          <a:xfrm>
            <a:off x="9901947" y="1499747"/>
            <a:ext cx="380663"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800"/>
              <a:t>ASA</a:t>
            </a:r>
          </a:p>
        </p:txBody>
      </p:sp>
      <p:pic>
        <p:nvPicPr>
          <p:cNvPr id="8" name="Picture 7" descr="A diagram of an egg and rectangle&#10;&#10;AI-generated content may be incorrect.">
            <a:extLst>
              <a:ext uri="{FF2B5EF4-FFF2-40B4-BE49-F238E27FC236}">
                <a16:creationId xmlns:a16="http://schemas.microsoft.com/office/drawing/2014/main" id="{7A261216-7EF8-6499-7461-FD17C806C40E}"/>
              </a:ext>
            </a:extLst>
          </p:cNvPr>
          <p:cNvPicPr>
            <a:picLocks noChangeAspect="1"/>
          </p:cNvPicPr>
          <p:nvPr/>
        </p:nvPicPr>
        <p:blipFill>
          <a:blip r:embed="rId4"/>
          <a:srcRect l="37" t="61" b="53"/>
          <a:stretch>
            <a:fillRect/>
          </a:stretch>
        </p:blipFill>
        <p:spPr>
          <a:xfrm>
            <a:off x="578505" y="1713139"/>
            <a:ext cx="3333896" cy="2800964"/>
          </a:xfrm>
          <a:prstGeom prst="rect">
            <a:avLst/>
          </a:prstGeom>
        </p:spPr>
      </p:pic>
      <p:pic>
        <p:nvPicPr>
          <p:cNvPr id="9" name="Picture 8" descr="A diagram of an egg and rectangle&#10;&#10;AI-generated content may be incorrect.">
            <a:extLst>
              <a:ext uri="{FF2B5EF4-FFF2-40B4-BE49-F238E27FC236}">
                <a16:creationId xmlns:a16="http://schemas.microsoft.com/office/drawing/2014/main" id="{37545650-497D-F658-A661-500B5B8D7BC4}"/>
              </a:ext>
            </a:extLst>
          </p:cNvPr>
          <p:cNvPicPr>
            <a:picLocks noChangeAspect="1"/>
          </p:cNvPicPr>
          <p:nvPr/>
        </p:nvPicPr>
        <p:blipFill>
          <a:blip r:embed="rId5"/>
          <a:stretch>
            <a:fillRect/>
          </a:stretch>
        </p:blipFill>
        <p:spPr>
          <a:xfrm>
            <a:off x="4423359" y="1727200"/>
            <a:ext cx="3335123" cy="2804160"/>
          </a:xfrm>
          <a:prstGeom prst="rect">
            <a:avLst/>
          </a:prstGeom>
        </p:spPr>
      </p:pic>
      <p:pic>
        <p:nvPicPr>
          <p:cNvPr id="13" name="Picture 12" descr="A diagram of a temperature&#10;&#10;AI-generated content may be incorrect.">
            <a:extLst>
              <a:ext uri="{FF2B5EF4-FFF2-40B4-BE49-F238E27FC236}">
                <a16:creationId xmlns:a16="http://schemas.microsoft.com/office/drawing/2014/main" id="{55B2783B-12B8-2F0F-25C4-2A242935FDA7}"/>
              </a:ext>
            </a:extLst>
          </p:cNvPr>
          <p:cNvPicPr>
            <a:picLocks noChangeAspect="1"/>
          </p:cNvPicPr>
          <p:nvPr/>
        </p:nvPicPr>
        <p:blipFill>
          <a:blip r:embed="rId6"/>
          <a:stretch>
            <a:fillRect/>
          </a:stretch>
        </p:blipFill>
        <p:spPr>
          <a:xfrm>
            <a:off x="8514562" y="2001520"/>
            <a:ext cx="3148637" cy="2245360"/>
          </a:xfrm>
          <a:prstGeom prst="rect">
            <a:avLst/>
          </a:prstGeom>
        </p:spPr>
      </p:pic>
      <p:sp>
        <p:nvSpPr>
          <p:cNvPr id="17" name="TextBox 16">
            <a:extLst>
              <a:ext uri="{FF2B5EF4-FFF2-40B4-BE49-F238E27FC236}">
                <a16:creationId xmlns:a16="http://schemas.microsoft.com/office/drawing/2014/main" id="{7B2E7F63-2233-8C15-1856-0EC90F2DD23C}"/>
              </a:ext>
            </a:extLst>
          </p:cNvPr>
          <p:cNvSpPr txBox="1"/>
          <p:nvPr/>
        </p:nvSpPr>
        <p:spPr>
          <a:xfrm>
            <a:off x="944880" y="4526280"/>
            <a:ext cx="2428240" cy="20928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rtl="0">
              <a:lnSpc>
                <a:spcPts val="1800"/>
              </a:lnSpc>
            </a:pPr>
            <a:r>
              <a:rPr lang="en-US" sz="1600" baseline="0">
                <a:latin typeface="Aptos"/>
                <a:ea typeface="Segoe UI"/>
                <a:cs typeface="Segoe UI"/>
              </a:rPr>
              <a:t>Maximum Temperatures:</a:t>
            </a:r>
            <a:r>
              <a:rPr lang="en-US" sz="1600">
                <a:latin typeface="Aptos"/>
                <a:ea typeface="Segoe UI"/>
                <a:cs typeface="Segoe UI"/>
              </a:rPr>
              <a:t>​</a:t>
            </a:r>
            <a:br>
              <a:rPr lang="en-US" sz="1600">
                <a:latin typeface="Aptos"/>
                <a:ea typeface="Segoe UI"/>
                <a:cs typeface="Segoe UI"/>
              </a:rPr>
            </a:br>
            <a:r>
              <a:rPr lang="en-US" sz="1600" baseline="0">
                <a:latin typeface="Aptos"/>
                <a:ea typeface="Segoe UI"/>
                <a:cs typeface="Segoe UI"/>
              </a:rPr>
              <a:t>Avionics: 49.6 °C</a:t>
            </a:r>
            <a:r>
              <a:rPr lang="en-US" sz="1600">
                <a:latin typeface="Aptos"/>
                <a:ea typeface="Segoe UI"/>
                <a:cs typeface="Segoe UI"/>
              </a:rPr>
              <a:t>​</a:t>
            </a:r>
            <a:br>
              <a:rPr lang="en-US" sz="1600">
                <a:latin typeface="Aptos"/>
                <a:ea typeface="Segoe UI"/>
                <a:cs typeface="Segoe UI"/>
              </a:rPr>
            </a:br>
            <a:r>
              <a:rPr lang="en-US" sz="1600" baseline="0">
                <a:latin typeface="Aptos"/>
                <a:ea typeface="Segoe UI"/>
                <a:cs typeface="Segoe UI"/>
              </a:rPr>
              <a:t>Battery: 48.9 °C</a:t>
            </a:r>
            <a:r>
              <a:rPr lang="en-US" sz="1600">
                <a:latin typeface="Aptos"/>
                <a:ea typeface="Segoe UI"/>
                <a:cs typeface="Segoe UI"/>
              </a:rPr>
              <a:t>​</a:t>
            </a:r>
            <a:br>
              <a:rPr lang="en-US" sz="1600">
                <a:latin typeface="Aptos"/>
                <a:ea typeface="Segoe UI"/>
                <a:cs typeface="Segoe UI"/>
              </a:rPr>
            </a:br>
            <a:r>
              <a:rPr lang="en-US" sz="1600" baseline="0">
                <a:latin typeface="Aptos"/>
                <a:ea typeface="Segoe UI"/>
                <a:cs typeface="Segoe UI"/>
              </a:rPr>
              <a:t>Cage: 48.8 °C</a:t>
            </a:r>
            <a:r>
              <a:rPr lang="en-US" sz="1600">
                <a:latin typeface="Aptos"/>
                <a:ea typeface="Segoe UI"/>
                <a:cs typeface="Segoe UI"/>
              </a:rPr>
              <a:t>​</a:t>
            </a:r>
          </a:p>
          <a:p>
            <a:pPr algn="ctr" rtl="0"/>
            <a:r>
              <a:rPr lang="en-US" sz="1600">
                <a:latin typeface="Aptos"/>
                <a:ea typeface="Segoe UI"/>
                <a:cs typeface="Segoe UI"/>
              </a:rPr>
              <a:t>​</a:t>
            </a:r>
          </a:p>
          <a:p>
            <a:pPr marL="742950" lvl="0" indent="-285750" algn="ctr" rtl="0">
              <a:buFont typeface="Calibri,Sans-Serif"/>
              <a:buChar char="-"/>
            </a:pPr>
            <a:endParaRPr lang="en-US">
              <a:latin typeface="Arial"/>
              <a:ea typeface="Arial"/>
              <a:cs typeface="Arial"/>
            </a:endParaRPr>
          </a:p>
          <a:p>
            <a:pPr algn="ctr" rtl="0"/>
            <a:r>
              <a:rPr lang="en-US" sz="1800">
                <a:latin typeface="Aptos"/>
                <a:ea typeface="Segoe UI"/>
                <a:cs typeface="Segoe UI"/>
              </a:rPr>
              <a:t>​</a:t>
            </a:r>
          </a:p>
          <a:p>
            <a:pPr algn="ctr"/>
            <a:endParaRPr lang="en-US"/>
          </a:p>
        </p:txBody>
      </p:sp>
      <p:sp>
        <p:nvSpPr>
          <p:cNvPr id="22" name="TextBox 21">
            <a:extLst>
              <a:ext uri="{FF2B5EF4-FFF2-40B4-BE49-F238E27FC236}">
                <a16:creationId xmlns:a16="http://schemas.microsoft.com/office/drawing/2014/main" id="{BE91B114-9D71-E7AD-262D-C1F4327D803E}"/>
              </a:ext>
            </a:extLst>
          </p:cNvPr>
          <p:cNvSpPr txBox="1"/>
          <p:nvPr/>
        </p:nvSpPr>
        <p:spPr>
          <a:xfrm>
            <a:off x="4866640" y="4526280"/>
            <a:ext cx="2458720"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rtl="0">
              <a:lnSpc>
                <a:spcPts val="1800"/>
              </a:lnSpc>
            </a:pPr>
            <a:r>
              <a:rPr lang="en-US" sz="1600" baseline="0">
                <a:latin typeface="Aptos"/>
                <a:ea typeface="Segoe UI"/>
                <a:cs typeface="Segoe UI"/>
              </a:rPr>
              <a:t>Maximum Temperatures:</a:t>
            </a:r>
            <a:r>
              <a:rPr lang="en-US" sz="1600">
                <a:latin typeface="Aptos"/>
                <a:ea typeface="Segoe UI"/>
                <a:cs typeface="Segoe UI"/>
              </a:rPr>
              <a:t>​</a:t>
            </a:r>
            <a:br>
              <a:rPr lang="en-US" sz="1600">
                <a:latin typeface="Aptos"/>
                <a:ea typeface="Segoe UI"/>
                <a:cs typeface="Segoe UI"/>
              </a:rPr>
            </a:br>
            <a:r>
              <a:rPr lang="en-US" sz="1600" baseline="0">
                <a:latin typeface="Aptos"/>
                <a:ea typeface="Segoe UI"/>
                <a:cs typeface="Segoe UI"/>
              </a:rPr>
              <a:t>Avionics: 48.4 °C</a:t>
            </a:r>
            <a:r>
              <a:rPr lang="en-US" sz="1600">
                <a:latin typeface="Aptos"/>
                <a:ea typeface="Segoe UI"/>
                <a:cs typeface="Segoe UI"/>
              </a:rPr>
              <a:t>​</a:t>
            </a:r>
            <a:br>
              <a:rPr lang="en-US" sz="1600">
                <a:latin typeface="Aptos"/>
                <a:ea typeface="Segoe UI"/>
                <a:cs typeface="Segoe UI"/>
              </a:rPr>
            </a:br>
            <a:r>
              <a:rPr lang="en-US" sz="1600" baseline="0">
                <a:latin typeface="Aptos"/>
                <a:ea typeface="Segoe UI"/>
                <a:cs typeface="Segoe UI"/>
              </a:rPr>
              <a:t>Battery: 48.5 °C</a:t>
            </a:r>
            <a:r>
              <a:rPr lang="en-US" sz="1600">
                <a:latin typeface="Aptos"/>
                <a:ea typeface="Segoe UI"/>
                <a:cs typeface="Segoe UI"/>
              </a:rPr>
              <a:t>​</a:t>
            </a:r>
            <a:br>
              <a:rPr lang="en-US" sz="1600">
                <a:latin typeface="Aptos"/>
                <a:ea typeface="Segoe UI"/>
                <a:cs typeface="Segoe UI"/>
              </a:rPr>
            </a:br>
            <a:r>
              <a:rPr lang="en-US" sz="1600" baseline="0">
                <a:latin typeface="Aptos"/>
                <a:ea typeface="Segoe UI"/>
                <a:cs typeface="Segoe UI"/>
              </a:rPr>
              <a:t>Cage: 48.6 °C</a:t>
            </a:r>
            <a:r>
              <a:rPr lang="en-US" sz="1600">
                <a:latin typeface="Aptos"/>
                <a:ea typeface="Segoe UI"/>
                <a:cs typeface="Segoe UI"/>
              </a:rPr>
              <a:t>​</a:t>
            </a:r>
            <a:endParaRPr lang="en-US"/>
          </a:p>
          <a:p>
            <a:pPr algn="ctr" rtl="0"/>
            <a:r>
              <a:rPr lang="en-US" sz="1600">
                <a:latin typeface="Aptos"/>
                <a:ea typeface="Segoe UI"/>
                <a:cs typeface="Segoe UI"/>
              </a:rPr>
              <a:t>​</a:t>
            </a:r>
          </a:p>
          <a:p>
            <a:pPr algn="ctr" rtl="0"/>
            <a:r>
              <a:rPr lang="en-US" sz="1800">
                <a:latin typeface="Aptos"/>
                <a:ea typeface="Segoe UI"/>
                <a:cs typeface="Segoe UI"/>
              </a:rPr>
              <a:t>​</a:t>
            </a:r>
          </a:p>
          <a:p>
            <a:pPr algn="ctr"/>
            <a:endParaRPr lang="en-US"/>
          </a:p>
        </p:txBody>
      </p:sp>
      <p:sp>
        <p:nvSpPr>
          <p:cNvPr id="23" name="TextBox 22">
            <a:extLst>
              <a:ext uri="{FF2B5EF4-FFF2-40B4-BE49-F238E27FC236}">
                <a16:creationId xmlns:a16="http://schemas.microsoft.com/office/drawing/2014/main" id="{F0F4A0AD-6C6D-0077-AA8A-18E3C787F34E}"/>
              </a:ext>
            </a:extLst>
          </p:cNvPr>
          <p:cNvSpPr txBox="1"/>
          <p:nvPr/>
        </p:nvSpPr>
        <p:spPr>
          <a:xfrm>
            <a:off x="8859520" y="4526280"/>
            <a:ext cx="2458720"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rtl="0">
              <a:lnSpc>
                <a:spcPts val="1800"/>
              </a:lnSpc>
            </a:pPr>
            <a:r>
              <a:rPr lang="en-US" sz="1600" baseline="0">
                <a:latin typeface="Aptos"/>
                <a:ea typeface="Segoe UI"/>
                <a:cs typeface="Segoe UI"/>
              </a:rPr>
              <a:t>Maximum Temperatures:</a:t>
            </a:r>
            <a:r>
              <a:rPr lang="en-US" sz="1600">
                <a:latin typeface="Aptos"/>
                <a:ea typeface="Segoe UI"/>
                <a:cs typeface="Segoe UI"/>
              </a:rPr>
              <a:t>​</a:t>
            </a:r>
            <a:br>
              <a:rPr lang="en-US" sz="1600">
                <a:latin typeface="Aptos"/>
                <a:ea typeface="Segoe UI"/>
                <a:cs typeface="Segoe UI"/>
              </a:rPr>
            </a:br>
            <a:r>
              <a:rPr lang="en-US" sz="1600" baseline="0">
                <a:latin typeface="Aptos"/>
                <a:ea typeface="Segoe UI"/>
                <a:cs typeface="Segoe UI"/>
              </a:rPr>
              <a:t>Avionics: 65.7 °C</a:t>
            </a:r>
            <a:r>
              <a:rPr lang="en-US" sz="1600">
                <a:latin typeface="Aptos"/>
                <a:ea typeface="Segoe UI"/>
                <a:cs typeface="Segoe UI"/>
              </a:rPr>
              <a:t>​</a:t>
            </a:r>
            <a:br>
              <a:rPr lang="en-US" sz="1600">
                <a:latin typeface="Aptos"/>
                <a:ea typeface="Segoe UI"/>
                <a:cs typeface="Segoe UI"/>
              </a:rPr>
            </a:br>
            <a:r>
              <a:rPr lang="en-US" sz="1600" baseline="0">
                <a:latin typeface="Aptos"/>
                <a:ea typeface="Segoe UI"/>
                <a:cs typeface="Segoe UI"/>
              </a:rPr>
              <a:t>Battery: 48.5 °C</a:t>
            </a:r>
            <a:r>
              <a:rPr lang="en-US" sz="1600">
                <a:latin typeface="Aptos"/>
                <a:ea typeface="Segoe UI"/>
                <a:cs typeface="Segoe UI"/>
              </a:rPr>
              <a:t>​</a:t>
            </a:r>
            <a:br>
              <a:rPr lang="en-US" sz="1600">
                <a:latin typeface="Aptos"/>
                <a:ea typeface="Segoe UI"/>
                <a:cs typeface="Segoe UI"/>
              </a:rPr>
            </a:br>
            <a:r>
              <a:rPr lang="en-US" sz="1600" baseline="0">
                <a:latin typeface="Aptos"/>
                <a:ea typeface="Segoe UI"/>
                <a:cs typeface="Segoe UI"/>
              </a:rPr>
              <a:t>Cage: 36.6 °C</a:t>
            </a:r>
            <a:r>
              <a:rPr lang="en-US" sz="1600">
                <a:latin typeface="Aptos"/>
                <a:ea typeface="Segoe UI"/>
                <a:cs typeface="Segoe UI"/>
              </a:rPr>
              <a:t>​</a:t>
            </a:r>
            <a:endParaRPr lang="en-US"/>
          </a:p>
          <a:p>
            <a:pPr algn="ctr" rtl="0"/>
            <a:r>
              <a:rPr lang="en-US" sz="1600">
                <a:latin typeface="Aptos"/>
                <a:ea typeface="Segoe UI"/>
                <a:cs typeface="Segoe UI"/>
              </a:rPr>
              <a:t>​</a:t>
            </a:r>
          </a:p>
          <a:p>
            <a:pPr algn="ctr" rtl="0"/>
            <a:r>
              <a:rPr lang="en-US" sz="1800">
                <a:latin typeface="Aptos"/>
                <a:ea typeface="Segoe UI"/>
                <a:cs typeface="Segoe UI"/>
              </a:rPr>
              <a:t>​</a:t>
            </a:r>
          </a:p>
          <a:p>
            <a:pPr algn="ctr"/>
            <a:endParaRPr lang="en-US"/>
          </a:p>
        </p:txBody>
      </p:sp>
      <p:sp>
        <p:nvSpPr>
          <p:cNvPr id="10" name="TextBox 9">
            <a:extLst>
              <a:ext uri="{FF2B5EF4-FFF2-40B4-BE49-F238E27FC236}">
                <a16:creationId xmlns:a16="http://schemas.microsoft.com/office/drawing/2014/main" id="{8C862447-BD62-AF73-4BC7-318B5C4B6C90}"/>
              </a:ext>
            </a:extLst>
          </p:cNvPr>
          <p:cNvSpPr txBox="1"/>
          <p:nvPr/>
        </p:nvSpPr>
        <p:spPr>
          <a:xfrm>
            <a:off x="762069" y="5602359"/>
            <a:ext cx="1051992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i="1"/>
              <a:t>Key Takeaway:</a:t>
            </a:r>
            <a:r>
              <a:rPr lang="en-US"/>
              <a:t> All profiles stay within the operational conditions of the other sub teams, however some form of thermal rejection or venting would be helpful in improving factor of safety and prevent thermal hazards.</a:t>
            </a:r>
          </a:p>
        </p:txBody>
      </p:sp>
      <p:grpSp>
        <p:nvGrpSpPr>
          <p:cNvPr id="16" name="Trade Studies Bar - 3 Airframe">
            <a:extLst>
              <a:ext uri="{FF2B5EF4-FFF2-40B4-BE49-F238E27FC236}">
                <a16:creationId xmlns:a16="http://schemas.microsoft.com/office/drawing/2014/main" id="{426B6D09-B6D5-3ED5-AE47-3A439C209089}"/>
              </a:ext>
            </a:extLst>
          </p:cNvPr>
          <p:cNvGrpSpPr/>
          <p:nvPr/>
        </p:nvGrpSpPr>
        <p:grpSpPr>
          <a:xfrm>
            <a:off x="814349" y="6569571"/>
            <a:ext cx="10563301" cy="276999"/>
            <a:chOff x="790698" y="5902391"/>
            <a:chExt cx="10563301" cy="276999"/>
          </a:xfrm>
        </p:grpSpPr>
        <p:sp>
          <p:nvSpPr>
            <p:cNvPr id="25" name="Segment 0 - Trade Studies">
              <a:extLst>
                <a:ext uri="{FF2B5EF4-FFF2-40B4-BE49-F238E27FC236}">
                  <a16:creationId xmlns:a16="http://schemas.microsoft.com/office/drawing/2014/main" id="{1DA9ADD6-C477-12C5-9EB4-EA2348FA76D1}"/>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26" name="Segment 1 - Propulsion">
              <a:extLst>
                <a:ext uri="{FF2B5EF4-FFF2-40B4-BE49-F238E27FC236}">
                  <a16:creationId xmlns:a16="http://schemas.microsoft.com/office/drawing/2014/main" id="{3CB18E13-FA32-E237-C82F-BE47A634F22E}"/>
                </a:ext>
              </a:extLst>
            </p:cNvPr>
            <p:cNvSpPr/>
            <p:nvPr/>
          </p:nvSpPr>
          <p:spPr>
            <a:xfrm>
              <a:off x="268951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Propulsion</a:t>
              </a:r>
            </a:p>
          </p:txBody>
        </p:sp>
        <p:sp>
          <p:nvSpPr>
            <p:cNvPr id="27" name="Segment 2 - Power Systems">
              <a:extLst>
                <a:ext uri="{FF2B5EF4-FFF2-40B4-BE49-F238E27FC236}">
                  <a16:creationId xmlns:a16="http://schemas.microsoft.com/office/drawing/2014/main" id="{DCD4F302-334E-93E8-920E-81D5CBDAD733}"/>
                </a:ext>
              </a:extLst>
            </p:cNvPr>
            <p:cNvSpPr/>
            <p:nvPr/>
          </p:nvSpPr>
          <p:spPr>
            <a:xfrm>
              <a:off x="441013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Power Systems</a:t>
              </a:r>
            </a:p>
          </p:txBody>
        </p:sp>
        <p:sp>
          <p:nvSpPr>
            <p:cNvPr id="28" name="Segment 3 - Airframe">
              <a:extLst>
                <a:ext uri="{FF2B5EF4-FFF2-40B4-BE49-F238E27FC236}">
                  <a16:creationId xmlns:a16="http://schemas.microsoft.com/office/drawing/2014/main" id="{77BDE731-92CA-7377-BFF8-0A801B449993}"/>
                </a:ext>
              </a:extLst>
            </p:cNvPr>
            <p:cNvSpPr/>
            <p:nvPr/>
          </p:nvSpPr>
          <p:spPr>
            <a:xfrm>
              <a:off x="613074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Airframe</a:t>
              </a:r>
              <a:r>
                <a:rPr lang="en-US" sz="1050" b="1">
                  <a:solidFill>
                    <a:srgbClr val="FFFFFF"/>
                  </a:solidFill>
                  <a:latin typeface="Calibri"/>
                </a:rPr>
                <a:t> &amp; Aerodynamics</a:t>
              </a:r>
              <a:endParaRPr sz="1050" b="1">
                <a:solidFill>
                  <a:srgbClr val="FFFFFF"/>
                </a:solidFill>
                <a:latin typeface="Calibri"/>
              </a:endParaRPr>
            </a:p>
          </p:txBody>
        </p:sp>
        <p:sp>
          <p:nvSpPr>
            <p:cNvPr id="29" name="Segment 4 - GNC">
              <a:extLst>
                <a:ext uri="{FF2B5EF4-FFF2-40B4-BE49-F238E27FC236}">
                  <a16:creationId xmlns:a16="http://schemas.microsoft.com/office/drawing/2014/main" id="{8505B03D-DD9F-E87F-AF4E-34E649B282FB}"/>
                </a:ext>
              </a:extLst>
            </p:cNvPr>
            <p:cNvSpPr/>
            <p:nvPr/>
          </p:nvSpPr>
          <p:spPr>
            <a:xfrm>
              <a:off x="785136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GNC</a:t>
              </a:r>
            </a:p>
          </p:txBody>
        </p:sp>
        <p:sp>
          <p:nvSpPr>
            <p:cNvPr id="30" name="Segment 5 - Avionics">
              <a:extLst>
                <a:ext uri="{FF2B5EF4-FFF2-40B4-BE49-F238E27FC236}">
                  <a16:creationId xmlns:a16="http://schemas.microsoft.com/office/drawing/2014/main" id="{66E573C5-7D10-75EA-1D3C-C71E0FD09CB0}"/>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
        <p:nvSpPr>
          <p:cNvPr id="31" name="Slide Number Placeholder 23">
            <a:extLst>
              <a:ext uri="{FF2B5EF4-FFF2-40B4-BE49-F238E27FC236}">
                <a16:creationId xmlns:a16="http://schemas.microsoft.com/office/drawing/2014/main" id="{CCDEB461-2D5A-BB8A-3F6E-0B72797E888C}"/>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t>58</a:t>
            </a:fld>
            <a:endParaRPr lang="en-US"/>
          </a:p>
        </p:txBody>
      </p:sp>
    </p:spTree>
    <p:extLst>
      <p:ext uri="{BB962C8B-B14F-4D97-AF65-F5344CB8AC3E}">
        <p14:creationId xmlns:p14="http://schemas.microsoft.com/office/powerpoint/2010/main" val="389049755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8D549-FD5F-F36B-DA96-1B9B7DD9A03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E3FEC54-F5FB-52D5-8CDD-0DCCF97957A5}"/>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0BDDAD1A-B0F5-39DA-92CF-BBC669B86F28}"/>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81ADC63A-BBDF-A8DB-9228-CE9B3A4C9519}"/>
              </a:ext>
            </a:extLst>
          </p:cNvPr>
          <p:cNvSpPr txBox="1"/>
          <p:nvPr/>
        </p:nvSpPr>
        <p:spPr>
          <a:xfrm>
            <a:off x="1281749" y="368854"/>
            <a:ext cx="9094965" cy="627956"/>
          </a:xfrm>
          <a:prstGeom prst="rect">
            <a:avLst/>
          </a:prstGeom>
          <a:noFill/>
          <a:ln/>
        </p:spPr>
        <p:txBody>
          <a:bodyPr wrap="square" lIns="0" tIns="0" rIns="0" bIns="0" rtlCol="0" anchor="ctr"/>
          <a:lstStyle/>
          <a:p>
            <a:r>
              <a:rPr lang="en-US" sz="2800" b="1" kern="0" spc="100">
                <a:solidFill>
                  <a:srgbClr val="2B2A28"/>
                </a:solidFill>
                <a:latin typeface="Arial"/>
                <a:cs typeface="Arial"/>
              </a:rPr>
              <a:t>Materials Trade Study: Summary</a:t>
            </a:r>
          </a:p>
        </p:txBody>
      </p:sp>
      <p:sp>
        <p:nvSpPr>
          <p:cNvPr id="5" name="Shape 2">
            <a:extLst>
              <a:ext uri="{FF2B5EF4-FFF2-40B4-BE49-F238E27FC236}">
                <a16:creationId xmlns:a16="http://schemas.microsoft.com/office/drawing/2014/main" id="{431C96CA-E99E-9632-C38C-19C17A3A8E77}"/>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5CBE6A22-EF62-D9F1-E5C1-7B4BF06CD832}"/>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graphicFrame>
        <p:nvGraphicFramePr>
          <p:cNvPr id="11" name="Table 10">
            <a:extLst>
              <a:ext uri="{FF2B5EF4-FFF2-40B4-BE49-F238E27FC236}">
                <a16:creationId xmlns:a16="http://schemas.microsoft.com/office/drawing/2014/main" id="{435790FB-B8D8-41A3-7A82-B1FD41EFC1FB}"/>
              </a:ext>
            </a:extLst>
          </p:cNvPr>
          <p:cNvGraphicFramePr>
            <a:graphicFrameLocks noGrp="1"/>
          </p:cNvGraphicFramePr>
          <p:nvPr>
            <p:extLst>
              <p:ext uri="{D42A27DB-BD31-4B8C-83A1-F6EECF244321}">
                <p14:modId xmlns:p14="http://schemas.microsoft.com/office/powerpoint/2010/main" val="4127367390"/>
              </p:ext>
            </p:extLst>
          </p:nvPr>
        </p:nvGraphicFramePr>
        <p:xfrm>
          <a:off x="6108992" y="1503112"/>
          <a:ext cx="5845111" cy="3124199"/>
        </p:xfrm>
        <a:graphic>
          <a:graphicData uri="http://schemas.openxmlformats.org/drawingml/2006/table">
            <a:tbl>
              <a:tblPr firstRow="1" bandRow="1">
                <a:tableStyleId>{5C22544A-7EE6-4342-B048-85BDC9FD1C3A}</a:tableStyleId>
              </a:tblPr>
              <a:tblGrid>
                <a:gridCol w="1169022">
                  <a:extLst>
                    <a:ext uri="{9D8B030D-6E8A-4147-A177-3AD203B41FA5}">
                      <a16:colId xmlns:a16="http://schemas.microsoft.com/office/drawing/2014/main" val="3104734447"/>
                    </a:ext>
                  </a:extLst>
                </a:gridCol>
                <a:gridCol w="1169022">
                  <a:extLst>
                    <a:ext uri="{9D8B030D-6E8A-4147-A177-3AD203B41FA5}">
                      <a16:colId xmlns:a16="http://schemas.microsoft.com/office/drawing/2014/main" val="2328440495"/>
                    </a:ext>
                  </a:extLst>
                </a:gridCol>
                <a:gridCol w="1169022">
                  <a:extLst>
                    <a:ext uri="{9D8B030D-6E8A-4147-A177-3AD203B41FA5}">
                      <a16:colId xmlns:a16="http://schemas.microsoft.com/office/drawing/2014/main" val="2562253008"/>
                    </a:ext>
                  </a:extLst>
                </a:gridCol>
                <a:gridCol w="1324131">
                  <a:extLst>
                    <a:ext uri="{9D8B030D-6E8A-4147-A177-3AD203B41FA5}">
                      <a16:colId xmlns:a16="http://schemas.microsoft.com/office/drawing/2014/main" val="995947395"/>
                    </a:ext>
                  </a:extLst>
                </a:gridCol>
                <a:gridCol w="1013914">
                  <a:extLst>
                    <a:ext uri="{9D8B030D-6E8A-4147-A177-3AD203B41FA5}">
                      <a16:colId xmlns:a16="http://schemas.microsoft.com/office/drawing/2014/main" val="4246409607"/>
                    </a:ext>
                  </a:extLst>
                </a:gridCol>
              </a:tblGrid>
              <a:tr h="370840">
                <a:tc>
                  <a:txBody>
                    <a:bodyPr/>
                    <a:lstStyle/>
                    <a:p>
                      <a:r>
                        <a:rPr lang="en-US"/>
                        <a:t>Factor</a:t>
                      </a:r>
                    </a:p>
                  </a:txBody>
                  <a:tcPr/>
                </a:tc>
                <a:tc>
                  <a:txBody>
                    <a:bodyPr/>
                    <a:lstStyle/>
                    <a:p>
                      <a:pPr lvl="0">
                        <a:buNone/>
                      </a:pPr>
                      <a:r>
                        <a:rPr lang="en-US"/>
                        <a:t>Factor Weight</a:t>
                      </a:r>
                    </a:p>
                  </a:txBody>
                  <a:tcPr/>
                </a:tc>
                <a:tc>
                  <a:txBody>
                    <a:bodyPr/>
                    <a:lstStyle/>
                    <a:p>
                      <a:r>
                        <a:rPr lang="en-US"/>
                        <a:t>ASA </a:t>
                      </a:r>
                    </a:p>
                  </a:txBody>
                  <a:tcPr/>
                </a:tc>
                <a:tc>
                  <a:txBody>
                    <a:bodyPr/>
                    <a:lstStyle/>
                    <a:p>
                      <a:r>
                        <a:rPr lang="en-US"/>
                        <a:t>Aluminum 6061-T6 </a:t>
                      </a:r>
                    </a:p>
                  </a:txBody>
                  <a:tcPr/>
                </a:tc>
                <a:tc>
                  <a:txBody>
                    <a:bodyPr/>
                    <a:lstStyle/>
                    <a:p>
                      <a:r>
                        <a:rPr lang="en-US"/>
                        <a:t>Carbon Fiber </a:t>
                      </a:r>
                    </a:p>
                  </a:txBody>
                  <a:tcPr/>
                </a:tc>
                <a:extLst>
                  <a:ext uri="{0D108BD9-81ED-4DB2-BD59-A6C34878D82A}">
                    <a16:rowId xmlns:a16="http://schemas.microsoft.com/office/drawing/2014/main" val="3279813073"/>
                  </a:ext>
                </a:extLst>
              </a:tr>
              <a:tr h="370839">
                <a:tc>
                  <a:txBody>
                    <a:bodyPr/>
                    <a:lstStyle/>
                    <a:p>
                      <a:pPr lvl="0">
                        <a:buNone/>
                      </a:pPr>
                      <a:r>
                        <a:rPr lang="en-US" sz="1200"/>
                        <a:t>Mission Reliability</a:t>
                      </a:r>
                    </a:p>
                  </a:txBody>
                  <a:tcPr/>
                </a:tc>
                <a:tc>
                  <a:txBody>
                    <a:bodyPr/>
                    <a:lstStyle/>
                    <a:p>
                      <a:pPr lvl="0">
                        <a:buNone/>
                      </a:pPr>
                      <a:r>
                        <a:rPr lang="en-US" sz="1200"/>
                        <a:t>35%</a:t>
                      </a:r>
                    </a:p>
                  </a:txBody>
                  <a:tcPr/>
                </a:tc>
                <a:tc>
                  <a:txBody>
                    <a:bodyPr/>
                    <a:lstStyle/>
                    <a:p>
                      <a:pPr lvl="0">
                        <a:buNone/>
                      </a:pPr>
                      <a:r>
                        <a:rPr lang="en-US" sz="1200"/>
                        <a:t>3</a:t>
                      </a:r>
                    </a:p>
                  </a:txBody>
                  <a:tcPr/>
                </a:tc>
                <a:tc>
                  <a:txBody>
                    <a:bodyPr/>
                    <a:lstStyle/>
                    <a:p>
                      <a:pPr lvl="0">
                        <a:buNone/>
                      </a:pPr>
                      <a:r>
                        <a:rPr lang="en-US" sz="1200"/>
                        <a:t>5</a:t>
                      </a:r>
                    </a:p>
                  </a:txBody>
                  <a:tcPr/>
                </a:tc>
                <a:tc>
                  <a:txBody>
                    <a:bodyPr/>
                    <a:lstStyle/>
                    <a:p>
                      <a:pPr lvl="0">
                        <a:buNone/>
                      </a:pPr>
                      <a:r>
                        <a:rPr lang="en-US" sz="1200"/>
                        <a:t>5</a:t>
                      </a:r>
                    </a:p>
                  </a:txBody>
                  <a:tcPr/>
                </a:tc>
                <a:extLst>
                  <a:ext uri="{0D108BD9-81ED-4DB2-BD59-A6C34878D82A}">
                    <a16:rowId xmlns:a16="http://schemas.microsoft.com/office/drawing/2014/main" val="941097326"/>
                  </a:ext>
                </a:extLst>
              </a:tr>
              <a:tr h="370840">
                <a:tc>
                  <a:txBody>
                    <a:bodyPr/>
                    <a:lstStyle/>
                    <a:p>
                      <a:pPr lvl="0">
                        <a:buNone/>
                      </a:pPr>
                      <a:r>
                        <a:rPr lang="en-US" sz="1200"/>
                        <a:t>Ease of Verification</a:t>
                      </a:r>
                    </a:p>
                  </a:txBody>
                  <a:tcPr/>
                </a:tc>
                <a:tc>
                  <a:txBody>
                    <a:bodyPr/>
                    <a:lstStyle/>
                    <a:p>
                      <a:r>
                        <a:rPr lang="en-US" sz="1200"/>
                        <a:t>20%</a:t>
                      </a:r>
                    </a:p>
                  </a:txBody>
                  <a:tcPr/>
                </a:tc>
                <a:tc>
                  <a:txBody>
                    <a:bodyPr/>
                    <a:lstStyle/>
                    <a:p>
                      <a:r>
                        <a:rPr lang="en-US" sz="1200"/>
                        <a:t>5</a:t>
                      </a:r>
                    </a:p>
                  </a:txBody>
                  <a:tcPr/>
                </a:tc>
                <a:tc>
                  <a:txBody>
                    <a:bodyPr/>
                    <a:lstStyle/>
                    <a:p>
                      <a:r>
                        <a:rPr lang="en-US" sz="1200"/>
                        <a:t>5</a:t>
                      </a:r>
                    </a:p>
                  </a:txBody>
                  <a:tcPr/>
                </a:tc>
                <a:tc>
                  <a:txBody>
                    <a:bodyPr/>
                    <a:lstStyle/>
                    <a:p>
                      <a:r>
                        <a:rPr lang="en-US" sz="1200"/>
                        <a:t>4</a:t>
                      </a:r>
                    </a:p>
                  </a:txBody>
                  <a:tcPr/>
                </a:tc>
                <a:extLst>
                  <a:ext uri="{0D108BD9-81ED-4DB2-BD59-A6C34878D82A}">
                    <a16:rowId xmlns:a16="http://schemas.microsoft.com/office/drawing/2014/main" val="3521831916"/>
                  </a:ext>
                </a:extLst>
              </a:tr>
              <a:tr h="370840">
                <a:tc>
                  <a:txBody>
                    <a:bodyPr/>
                    <a:lstStyle/>
                    <a:p>
                      <a:r>
                        <a:rPr lang="en-US" sz="1200"/>
                        <a:t>Schedule</a:t>
                      </a:r>
                    </a:p>
                  </a:txBody>
                  <a:tcPr/>
                </a:tc>
                <a:tc>
                  <a:txBody>
                    <a:bodyPr/>
                    <a:lstStyle/>
                    <a:p>
                      <a:r>
                        <a:rPr lang="en-US" sz="1200"/>
                        <a:t>25%</a:t>
                      </a:r>
                    </a:p>
                  </a:txBody>
                  <a:tcPr/>
                </a:tc>
                <a:tc>
                  <a:txBody>
                    <a:bodyPr/>
                    <a:lstStyle/>
                    <a:p>
                      <a:r>
                        <a:rPr lang="en-US" sz="1200"/>
                        <a:t>5</a:t>
                      </a:r>
                    </a:p>
                  </a:txBody>
                  <a:tcPr/>
                </a:tc>
                <a:tc>
                  <a:txBody>
                    <a:bodyPr/>
                    <a:lstStyle/>
                    <a:p>
                      <a:r>
                        <a:rPr lang="en-US" sz="1200"/>
                        <a:t>4</a:t>
                      </a:r>
                    </a:p>
                  </a:txBody>
                  <a:tcPr/>
                </a:tc>
                <a:tc>
                  <a:txBody>
                    <a:bodyPr/>
                    <a:lstStyle/>
                    <a:p>
                      <a:r>
                        <a:rPr lang="en-US" sz="1200"/>
                        <a:t>4</a:t>
                      </a:r>
                    </a:p>
                  </a:txBody>
                  <a:tcPr/>
                </a:tc>
                <a:extLst>
                  <a:ext uri="{0D108BD9-81ED-4DB2-BD59-A6C34878D82A}">
                    <a16:rowId xmlns:a16="http://schemas.microsoft.com/office/drawing/2014/main" val="2094351048"/>
                  </a:ext>
                </a:extLst>
              </a:tr>
              <a:tr h="370840">
                <a:tc>
                  <a:txBody>
                    <a:bodyPr/>
                    <a:lstStyle/>
                    <a:p>
                      <a:r>
                        <a:rPr lang="en-US" sz="1200"/>
                        <a:t>Cost</a:t>
                      </a:r>
                    </a:p>
                  </a:txBody>
                  <a:tcPr/>
                </a:tc>
                <a:tc>
                  <a:txBody>
                    <a:bodyPr/>
                    <a:lstStyle/>
                    <a:p>
                      <a:r>
                        <a:rPr lang="en-US" sz="1200"/>
                        <a:t>20%</a:t>
                      </a:r>
                    </a:p>
                  </a:txBody>
                  <a:tcPr/>
                </a:tc>
                <a:tc>
                  <a:txBody>
                    <a:bodyPr/>
                    <a:lstStyle/>
                    <a:p>
                      <a:r>
                        <a:rPr lang="en-US" sz="1200"/>
                        <a:t>5</a:t>
                      </a:r>
                    </a:p>
                  </a:txBody>
                  <a:tcPr/>
                </a:tc>
                <a:tc>
                  <a:txBody>
                    <a:bodyPr/>
                    <a:lstStyle/>
                    <a:p>
                      <a:r>
                        <a:rPr lang="en-US" sz="1200"/>
                        <a:t>4</a:t>
                      </a:r>
                    </a:p>
                  </a:txBody>
                  <a:tcPr/>
                </a:tc>
                <a:tc>
                  <a:txBody>
                    <a:bodyPr/>
                    <a:lstStyle/>
                    <a:p>
                      <a:r>
                        <a:rPr lang="en-US" sz="1200"/>
                        <a:t>3</a:t>
                      </a:r>
                    </a:p>
                  </a:txBody>
                  <a:tcPr/>
                </a:tc>
                <a:extLst>
                  <a:ext uri="{0D108BD9-81ED-4DB2-BD59-A6C34878D82A}">
                    <a16:rowId xmlns:a16="http://schemas.microsoft.com/office/drawing/2014/main" val="3167725053"/>
                  </a:ext>
                </a:extLst>
              </a:tr>
              <a:tr h="370839">
                <a:tc>
                  <a:txBody>
                    <a:bodyPr/>
                    <a:lstStyle/>
                    <a:p>
                      <a:pPr lvl="0">
                        <a:buNone/>
                      </a:pPr>
                      <a:endParaRPr lang="en-US" sz="1200" b="1"/>
                    </a:p>
                  </a:txBody>
                  <a:tcPr/>
                </a:tc>
                <a:tc>
                  <a:txBody>
                    <a:bodyPr/>
                    <a:lstStyle/>
                    <a:p>
                      <a:pPr lvl="0">
                        <a:buNone/>
                      </a:pPr>
                      <a:r>
                        <a:rPr lang="en-US" sz="1200" b="1"/>
                        <a:t>/100%</a:t>
                      </a:r>
                    </a:p>
                  </a:txBody>
                  <a:tcPr/>
                </a:tc>
                <a:tc>
                  <a:txBody>
                    <a:bodyPr/>
                    <a:lstStyle/>
                    <a:p>
                      <a:pPr lvl="0">
                        <a:buNone/>
                      </a:pPr>
                      <a:endParaRPr lang="en-US" sz="1200"/>
                    </a:p>
                  </a:txBody>
                  <a:tcPr/>
                </a:tc>
                <a:tc>
                  <a:txBody>
                    <a:bodyPr/>
                    <a:lstStyle/>
                    <a:p>
                      <a:pPr lvl="0">
                        <a:buNone/>
                      </a:pPr>
                      <a:endParaRPr lang="en-US" sz="1200"/>
                    </a:p>
                  </a:txBody>
                  <a:tcPr/>
                </a:tc>
                <a:tc>
                  <a:txBody>
                    <a:bodyPr/>
                    <a:lstStyle/>
                    <a:p>
                      <a:pPr lvl="0">
                        <a:buNone/>
                      </a:pPr>
                      <a:endParaRPr lang="en-US" sz="1200"/>
                    </a:p>
                  </a:txBody>
                  <a:tcPr/>
                </a:tc>
                <a:extLst>
                  <a:ext uri="{0D108BD9-81ED-4DB2-BD59-A6C34878D82A}">
                    <a16:rowId xmlns:a16="http://schemas.microsoft.com/office/drawing/2014/main" val="1397109210"/>
                  </a:ext>
                </a:extLst>
              </a:tr>
              <a:tr h="370838">
                <a:tc>
                  <a:txBody>
                    <a:bodyPr/>
                    <a:lstStyle/>
                    <a:p>
                      <a:pPr lvl="0">
                        <a:buNone/>
                      </a:pPr>
                      <a:r>
                        <a:rPr lang="en-US" sz="1200" b="1"/>
                        <a:t>Weighted Score / 5</a:t>
                      </a:r>
                    </a:p>
                  </a:txBody>
                  <a:tcPr/>
                </a:tc>
                <a:tc>
                  <a:txBody>
                    <a:bodyPr/>
                    <a:lstStyle/>
                    <a:p>
                      <a:pPr lvl="0">
                        <a:buNone/>
                      </a:pPr>
                      <a:endParaRPr lang="en-US" sz="1200" b="1"/>
                    </a:p>
                  </a:txBody>
                  <a:tcPr/>
                </a:tc>
                <a:tc>
                  <a:txBody>
                    <a:bodyPr/>
                    <a:lstStyle/>
                    <a:p>
                      <a:pPr lvl="0">
                        <a:buNone/>
                      </a:pPr>
                      <a:r>
                        <a:rPr lang="en-US" sz="1200" b="1"/>
                        <a:t>4.30</a:t>
                      </a:r>
                    </a:p>
                  </a:txBody>
                  <a:tcPr/>
                </a:tc>
                <a:tc>
                  <a:txBody>
                    <a:bodyPr/>
                    <a:lstStyle/>
                    <a:p>
                      <a:pPr lvl="0">
                        <a:buNone/>
                      </a:pPr>
                      <a:r>
                        <a:rPr lang="en-US" sz="1200" b="1"/>
                        <a:t>4.55</a:t>
                      </a:r>
                    </a:p>
                  </a:txBody>
                  <a:tcPr>
                    <a:solidFill>
                      <a:schemeClr val="accent6"/>
                    </a:solidFill>
                  </a:tcPr>
                </a:tc>
                <a:tc>
                  <a:txBody>
                    <a:bodyPr/>
                    <a:lstStyle/>
                    <a:p>
                      <a:pPr lvl="0">
                        <a:buNone/>
                      </a:pPr>
                      <a:r>
                        <a:rPr lang="en-US" sz="1200" b="1"/>
                        <a:t>4.10</a:t>
                      </a:r>
                    </a:p>
                  </a:txBody>
                  <a:tcPr>
                    <a:solidFill>
                      <a:schemeClr val="bg2"/>
                    </a:solidFill>
                  </a:tcPr>
                </a:tc>
                <a:extLst>
                  <a:ext uri="{0D108BD9-81ED-4DB2-BD59-A6C34878D82A}">
                    <a16:rowId xmlns:a16="http://schemas.microsoft.com/office/drawing/2014/main" val="3471619563"/>
                  </a:ext>
                </a:extLst>
              </a:tr>
            </a:tbl>
          </a:graphicData>
        </a:graphic>
      </p:graphicFrame>
      <p:sp>
        <p:nvSpPr>
          <p:cNvPr id="12" name="TextBox 11">
            <a:extLst>
              <a:ext uri="{FF2B5EF4-FFF2-40B4-BE49-F238E27FC236}">
                <a16:creationId xmlns:a16="http://schemas.microsoft.com/office/drawing/2014/main" id="{3E508F93-5C54-1F4A-9D0B-9AB09D90343E}"/>
              </a:ext>
            </a:extLst>
          </p:cNvPr>
          <p:cNvSpPr txBox="1"/>
          <p:nvPr/>
        </p:nvSpPr>
        <p:spPr>
          <a:xfrm>
            <a:off x="1124262" y="1036819"/>
            <a:ext cx="392242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Material Properties</a:t>
            </a:r>
          </a:p>
        </p:txBody>
      </p:sp>
      <p:sp>
        <p:nvSpPr>
          <p:cNvPr id="13" name="TextBox 12">
            <a:extLst>
              <a:ext uri="{FF2B5EF4-FFF2-40B4-BE49-F238E27FC236}">
                <a16:creationId xmlns:a16="http://schemas.microsoft.com/office/drawing/2014/main" id="{48617320-C488-415A-5781-2B654410EBCD}"/>
              </a:ext>
            </a:extLst>
          </p:cNvPr>
          <p:cNvSpPr txBox="1"/>
          <p:nvPr/>
        </p:nvSpPr>
        <p:spPr>
          <a:xfrm>
            <a:off x="7107836" y="1061803"/>
            <a:ext cx="389744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External Factors </a:t>
            </a:r>
          </a:p>
        </p:txBody>
      </p:sp>
      <p:sp>
        <p:nvSpPr>
          <p:cNvPr id="21" name="Slide Number Placeholder 23">
            <a:extLst>
              <a:ext uri="{FF2B5EF4-FFF2-40B4-BE49-F238E27FC236}">
                <a16:creationId xmlns:a16="http://schemas.microsoft.com/office/drawing/2014/main" id="{BE4C4170-41A0-631A-BEAA-6075D8C45942}"/>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t>59</a:t>
            </a:fld>
            <a:endParaRPr lang="en-US"/>
          </a:p>
        </p:txBody>
      </p:sp>
      <p:graphicFrame>
        <p:nvGraphicFramePr>
          <p:cNvPr id="10" name="Table 9">
            <a:extLst>
              <a:ext uri="{FF2B5EF4-FFF2-40B4-BE49-F238E27FC236}">
                <a16:creationId xmlns:a16="http://schemas.microsoft.com/office/drawing/2014/main" id="{C6D2E71E-BA47-2D98-9985-1EC331ADA6E4}"/>
              </a:ext>
            </a:extLst>
          </p:cNvPr>
          <p:cNvGraphicFramePr>
            <a:graphicFrameLocks noGrp="1"/>
          </p:cNvGraphicFramePr>
          <p:nvPr>
            <p:extLst>
              <p:ext uri="{D42A27DB-BD31-4B8C-83A1-F6EECF244321}">
                <p14:modId xmlns:p14="http://schemas.microsoft.com/office/powerpoint/2010/main" val="1889870990"/>
              </p:ext>
            </p:extLst>
          </p:nvPr>
        </p:nvGraphicFramePr>
        <p:xfrm>
          <a:off x="281066" y="1505262"/>
          <a:ext cx="5720270" cy="5307519"/>
        </p:xfrm>
        <a:graphic>
          <a:graphicData uri="http://schemas.openxmlformats.org/drawingml/2006/table">
            <a:tbl>
              <a:tblPr firstRow="1" bandRow="1">
                <a:tableStyleId>{5C22544A-7EE6-4342-B048-85BDC9FD1C3A}</a:tableStyleId>
              </a:tblPr>
              <a:tblGrid>
                <a:gridCol w="1144054">
                  <a:extLst>
                    <a:ext uri="{9D8B030D-6E8A-4147-A177-3AD203B41FA5}">
                      <a16:colId xmlns:a16="http://schemas.microsoft.com/office/drawing/2014/main" val="3104734447"/>
                    </a:ext>
                  </a:extLst>
                </a:gridCol>
                <a:gridCol w="1144054">
                  <a:extLst>
                    <a:ext uri="{9D8B030D-6E8A-4147-A177-3AD203B41FA5}">
                      <a16:colId xmlns:a16="http://schemas.microsoft.com/office/drawing/2014/main" val="2328440495"/>
                    </a:ext>
                  </a:extLst>
                </a:gridCol>
                <a:gridCol w="1144054">
                  <a:extLst>
                    <a:ext uri="{9D8B030D-6E8A-4147-A177-3AD203B41FA5}">
                      <a16:colId xmlns:a16="http://schemas.microsoft.com/office/drawing/2014/main" val="2562253008"/>
                    </a:ext>
                  </a:extLst>
                </a:gridCol>
                <a:gridCol w="1144054">
                  <a:extLst>
                    <a:ext uri="{9D8B030D-6E8A-4147-A177-3AD203B41FA5}">
                      <a16:colId xmlns:a16="http://schemas.microsoft.com/office/drawing/2014/main" val="995947395"/>
                    </a:ext>
                  </a:extLst>
                </a:gridCol>
                <a:gridCol w="1144054">
                  <a:extLst>
                    <a:ext uri="{9D8B030D-6E8A-4147-A177-3AD203B41FA5}">
                      <a16:colId xmlns:a16="http://schemas.microsoft.com/office/drawing/2014/main" val="4246409607"/>
                    </a:ext>
                  </a:extLst>
                </a:gridCol>
              </a:tblGrid>
              <a:tr h="1019625">
                <a:tc>
                  <a:txBody>
                    <a:bodyPr/>
                    <a:lstStyle/>
                    <a:p>
                      <a:r>
                        <a:rPr lang="en-US"/>
                        <a:t>Factor</a:t>
                      </a:r>
                    </a:p>
                  </a:txBody>
                  <a:tcPr/>
                </a:tc>
                <a:tc>
                  <a:txBody>
                    <a:bodyPr/>
                    <a:lstStyle/>
                    <a:p>
                      <a:pPr lvl="0">
                        <a:buNone/>
                      </a:pPr>
                      <a:r>
                        <a:rPr lang="en-US"/>
                        <a:t>Factor Weight</a:t>
                      </a:r>
                    </a:p>
                  </a:txBody>
                  <a:tcPr/>
                </a:tc>
                <a:tc>
                  <a:txBody>
                    <a:bodyPr/>
                    <a:lstStyle/>
                    <a:p>
                      <a:r>
                        <a:rPr lang="en-US"/>
                        <a:t>ASA </a:t>
                      </a:r>
                    </a:p>
                  </a:txBody>
                  <a:tcPr/>
                </a:tc>
                <a:tc>
                  <a:txBody>
                    <a:bodyPr/>
                    <a:lstStyle/>
                    <a:p>
                      <a:r>
                        <a:rPr lang="en-US"/>
                        <a:t>Aluminum 6061-T6 </a:t>
                      </a:r>
                    </a:p>
                  </a:txBody>
                  <a:tcPr/>
                </a:tc>
                <a:tc>
                  <a:txBody>
                    <a:bodyPr/>
                    <a:lstStyle/>
                    <a:p>
                      <a:r>
                        <a:rPr lang="en-US"/>
                        <a:t>Carbon Fiber </a:t>
                      </a:r>
                    </a:p>
                  </a:txBody>
                  <a:tcPr/>
                </a:tc>
                <a:extLst>
                  <a:ext uri="{0D108BD9-81ED-4DB2-BD59-A6C34878D82A}">
                    <a16:rowId xmlns:a16="http://schemas.microsoft.com/office/drawing/2014/main" val="3279813073"/>
                  </a:ext>
                </a:extLst>
              </a:tr>
              <a:tr h="397117">
                <a:tc>
                  <a:txBody>
                    <a:bodyPr/>
                    <a:lstStyle/>
                    <a:p>
                      <a:pPr lvl="0">
                        <a:buNone/>
                      </a:pPr>
                      <a:r>
                        <a:rPr lang="en-US" sz="1200"/>
                        <a:t>Stiffness/ Density </a:t>
                      </a:r>
                    </a:p>
                  </a:txBody>
                  <a:tcPr/>
                </a:tc>
                <a:tc>
                  <a:txBody>
                    <a:bodyPr/>
                    <a:lstStyle/>
                    <a:p>
                      <a:pPr lvl="0">
                        <a:buNone/>
                      </a:pPr>
                      <a:r>
                        <a:rPr lang="en-US" sz="1200"/>
                        <a:t>20%</a:t>
                      </a:r>
                    </a:p>
                  </a:txBody>
                  <a:tcPr/>
                </a:tc>
                <a:tc>
                  <a:txBody>
                    <a:bodyPr/>
                    <a:lstStyle/>
                    <a:p>
                      <a:pPr lvl="0">
                        <a:buNone/>
                      </a:pPr>
                      <a:r>
                        <a:rPr lang="en-US" sz="1200"/>
                        <a:t>2</a:t>
                      </a:r>
                    </a:p>
                  </a:txBody>
                  <a:tcPr/>
                </a:tc>
                <a:tc>
                  <a:txBody>
                    <a:bodyPr/>
                    <a:lstStyle/>
                    <a:p>
                      <a:pPr lvl="0">
                        <a:buNone/>
                      </a:pPr>
                      <a:r>
                        <a:rPr lang="en-US" sz="1200"/>
                        <a:t>3</a:t>
                      </a:r>
                    </a:p>
                  </a:txBody>
                  <a:tcPr/>
                </a:tc>
                <a:tc>
                  <a:txBody>
                    <a:bodyPr/>
                    <a:lstStyle/>
                    <a:p>
                      <a:pPr lvl="0">
                        <a:buNone/>
                      </a:pPr>
                      <a:r>
                        <a:rPr lang="en-US" sz="1200"/>
                        <a:t>5</a:t>
                      </a:r>
                    </a:p>
                  </a:txBody>
                  <a:tcPr/>
                </a:tc>
                <a:extLst>
                  <a:ext uri="{0D108BD9-81ED-4DB2-BD59-A6C34878D82A}">
                    <a16:rowId xmlns:a16="http://schemas.microsoft.com/office/drawing/2014/main" val="941097326"/>
                  </a:ext>
                </a:extLst>
              </a:tr>
              <a:tr h="558110">
                <a:tc>
                  <a:txBody>
                    <a:bodyPr/>
                    <a:lstStyle/>
                    <a:p>
                      <a:r>
                        <a:rPr lang="en-US" sz="1200"/>
                        <a:t>Environmental Limitations</a:t>
                      </a:r>
                    </a:p>
                  </a:txBody>
                  <a:tcPr/>
                </a:tc>
                <a:tc>
                  <a:txBody>
                    <a:bodyPr/>
                    <a:lstStyle/>
                    <a:p>
                      <a:r>
                        <a:rPr lang="en-US" sz="1200"/>
                        <a:t>10%</a:t>
                      </a:r>
                    </a:p>
                  </a:txBody>
                  <a:tcPr/>
                </a:tc>
                <a:tc>
                  <a:txBody>
                    <a:bodyPr/>
                    <a:lstStyle/>
                    <a:p>
                      <a:r>
                        <a:rPr lang="en-US" sz="1200"/>
                        <a:t>3</a:t>
                      </a:r>
                    </a:p>
                  </a:txBody>
                  <a:tcPr/>
                </a:tc>
                <a:tc>
                  <a:txBody>
                    <a:bodyPr/>
                    <a:lstStyle/>
                    <a:p>
                      <a:r>
                        <a:rPr lang="en-US" sz="1200"/>
                        <a:t>5</a:t>
                      </a:r>
                    </a:p>
                  </a:txBody>
                  <a:tcPr/>
                </a:tc>
                <a:tc>
                  <a:txBody>
                    <a:bodyPr/>
                    <a:lstStyle/>
                    <a:p>
                      <a:r>
                        <a:rPr lang="en-US" sz="1200"/>
                        <a:t>4</a:t>
                      </a:r>
                    </a:p>
                  </a:txBody>
                  <a:tcPr/>
                </a:tc>
                <a:extLst>
                  <a:ext uri="{0D108BD9-81ED-4DB2-BD59-A6C34878D82A}">
                    <a16:rowId xmlns:a16="http://schemas.microsoft.com/office/drawing/2014/main" val="3521831916"/>
                  </a:ext>
                </a:extLst>
              </a:tr>
              <a:tr h="558110">
                <a:tc>
                  <a:txBody>
                    <a:bodyPr/>
                    <a:lstStyle/>
                    <a:p>
                      <a:r>
                        <a:rPr lang="en-US" sz="1200"/>
                        <a:t>Thermal Performance</a:t>
                      </a:r>
                    </a:p>
                  </a:txBody>
                  <a:tcPr/>
                </a:tc>
                <a:tc>
                  <a:txBody>
                    <a:bodyPr/>
                    <a:lstStyle/>
                    <a:p>
                      <a:r>
                        <a:rPr lang="en-US" sz="1200"/>
                        <a:t>5%</a:t>
                      </a:r>
                    </a:p>
                  </a:txBody>
                  <a:tcPr/>
                </a:tc>
                <a:tc>
                  <a:txBody>
                    <a:bodyPr/>
                    <a:lstStyle/>
                    <a:p>
                      <a:r>
                        <a:rPr lang="en-US" sz="1200"/>
                        <a:t>2</a:t>
                      </a:r>
                    </a:p>
                  </a:txBody>
                  <a:tcPr/>
                </a:tc>
                <a:tc>
                  <a:txBody>
                    <a:bodyPr/>
                    <a:lstStyle/>
                    <a:p>
                      <a:r>
                        <a:rPr lang="en-US" sz="1200"/>
                        <a:t>5</a:t>
                      </a:r>
                    </a:p>
                  </a:txBody>
                  <a:tcPr/>
                </a:tc>
                <a:tc>
                  <a:txBody>
                    <a:bodyPr/>
                    <a:lstStyle/>
                    <a:p>
                      <a:r>
                        <a:rPr lang="en-US" sz="1200"/>
                        <a:t>3</a:t>
                      </a:r>
                    </a:p>
                  </a:txBody>
                  <a:tcPr/>
                </a:tc>
                <a:extLst>
                  <a:ext uri="{0D108BD9-81ED-4DB2-BD59-A6C34878D82A}">
                    <a16:rowId xmlns:a16="http://schemas.microsoft.com/office/drawing/2014/main" val="2094351048"/>
                  </a:ext>
                </a:extLst>
              </a:tr>
              <a:tr h="397117">
                <a:tc>
                  <a:txBody>
                    <a:bodyPr/>
                    <a:lstStyle/>
                    <a:p>
                      <a:r>
                        <a:rPr lang="en-US" sz="1200"/>
                        <a:t>MAX Impact resistance</a:t>
                      </a:r>
                    </a:p>
                  </a:txBody>
                  <a:tcPr/>
                </a:tc>
                <a:tc>
                  <a:txBody>
                    <a:bodyPr/>
                    <a:lstStyle/>
                    <a:p>
                      <a:r>
                        <a:rPr lang="en-US" sz="1200"/>
                        <a:t>10%</a:t>
                      </a:r>
                    </a:p>
                  </a:txBody>
                  <a:tcPr/>
                </a:tc>
                <a:tc>
                  <a:txBody>
                    <a:bodyPr/>
                    <a:lstStyle/>
                    <a:p>
                      <a:r>
                        <a:rPr lang="en-US" sz="1200"/>
                        <a:t>3</a:t>
                      </a:r>
                    </a:p>
                  </a:txBody>
                  <a:tcPr/>
                </a:tc>
                <a:tc>
                  <a:txBody>
                    <a:bodyPr/>
                    <a:lstStyle/>
                    <a:p>
                      <a:r>
                        <a:rPr lang="en-US" sz="1200"/>
                        <a:t>4</a:t>
                      </a:r>
                    </a:p>
                  </a:txBody>
                  <a:tcPr/>
                </a:tc>
                <a:tc>
                  <a:txBody>
                    <a:bodyPr/>
                    <a:lstStyle/>
                    <a:p>
                      <a:r>
                        <a:rPr lang="en-US" sz="1200"/>
                        <a:t>3</a:t>
                      </a:r>
                    </a:p>
                  </a:txBody>
                  <a:tcPr/>
                </a:tc>
                <a:extLst>
                  <a:ext uri="{0D108BD9-81ED-4DB2-BD59-A6C34878D82A}">
                    <a16:rowId xmlns:a16="http://schemas.microsoft.com/office/drawing/2014/main" val="3167725053"/>
                  </a:ext>
                </a:extLst>
              </a:tr>
              <a:tr h="246856">
                <a:tc>
                  <a:txBody>
                    <a:bodyPr/>
                    <a:lstStyle/>
                    <a:p>
                      <a:r>
                        <a:rPr lang="en-US" sz="1200"/>
                        <a:t>Repairability</a:t>
                      </a:r>
                    </a:p>
                  </a:txBody>
                  <a:tcPr/>
                </a:tc>
                <a:tc>
                  <a:txBody>
                    <a:bodyPr/>
                    <a:lstStyle/>
                    <a:p>
                      <a:r>
                        <a:rPr lang="en-US" sz="1200"/>
                        <a:t>10%</a:t>
                      </a:r>
                    </a:p>
                  </a:txBody>
                  <a:tcPr/>
                </a:tc>
                <a:tc>
                  <a:txBody>
                    <a:bodyPr/>
                    <a:lstStyle/>
                    <a:p>
                      <a:r>
                        <a:rPr lang="en-US" sz="1200"/>
                        <a:t>5</a:t>
                      </a:r>
                    </a:p>
                  </a:txBody>
                  <a:tcPr/>
                </a:tc>
                <a:tc>
                  <a:txBody>
                    <a:bodyPr/>
                    <a:lstStyle/>
                    <a:p>
                      <a:r>
                        <a:rPr lang="en-US" sz="1200"/>
                        <a:t>4</a:t>
                      </a:r>
                    </a:p>
                  </a:txBody>
                  <a:tcPr/>
                </a:tc>
                <a:tc>
                  <a:txBody>
                    <a:bodyPr/>
                    <a:lstStyle/>
                    <a:p>
                      <a:r>
                        <a:rPr lang="en-US" sz="1200"/>
                        <a:t>3</a:t>
                      </a:r>
                    </a:p>
                  </a:txBody>
                  <a:tcPr/>
                </a:tc>
                <a:extLst>
                  <a:ext uri="{0D108BD9-81ED-4DB2-BD59-A6C34878D82A}">
                    <a16:rowId xmlns:a16="http://schemas.microsoft.com/office/drawing/2014/main" val="2928073897"/>
                  </a:ext>
                </a:extLst>
              </a:tr>
              <a:tr h="397117">
                <a:tc>
                  <a:txBody>
                    <a:bodyPr/>
                    <a:lstStyle/>
                    <a:p>
                      <a:r>
                        <a:rPr lang="en-US" sz="1200"/>
                        <a:t>Machinability</a:t>
                      </a:r>
                    </a:p>
                  </a:txBody>
                  <a:tcPr/>
                </a:tc>
                <a:tc>
                  <a:txBody>
                    <a:bodyPr/>
                    <a:lstStyle/>
                    <a:p>
                      <a:r>
                        <a:rPr lang="en-US" sz="1200"/>
                        <a:t>10%</a:t>
                      </a:r>
                    </a:p>
                  </a:txBody>
                  <a:tcPr/>
                </a:tc>
                <a:tc>
                  <a:txBody>
                    <a:bodyPr/>
                    <a:lstStyle/>
                    <a:p>
                      <a:r>
                        <a:rPr lang="en-US" sz="1200"/>
                        <a:t>5</a:t>
                      </a:r>
                    </a:p>
                  </a:txBody>
                  <a:tcPr/>
                </a:tc>
                <a:tc>
                  <a:txBody>
                    <a:bodyPr/>
                    <a:lstStyle/>
                    <a:p>
                      <a:r>
                        <a:rPr lang="en-US" sz="1200"/>
                        <a:t>4</a:t>
                      </a:r>
                    </a:p>
                  </a:txBody>
                  <a:tcPr/>
                </a:tc>
                <a:tc>
                  <a:txBody>
                    <a:bodyPr/>
                    <a:lstStyle/>
                    <a:p>
                      <a:r>
                        <a:rPr lang="en-US" sz="1200"/>
                        <a:t>3</a:t>
                      </a:r>
                    </a:p>
                  </a:txBody>
                  <a:tcPr/>
                </a:tc>
                <a:extLst>
                  <a:ext uri="{0D108BD9-81ED-4DB2-BD59-A6C34878D82A}">
                    <a16:rowId xmlns:a16="http://schemas.microsoft.com/office/drawing/2014/main" val="3743886163"/>
                  </a:ext>
                </a:extLst>
              </a:tr>
              <a:tr h="397117">
                <a:tc>
                  <a:txBody>
                    <a:bodyPr/>
                    <a:lstStyle/>
                    <a:p>
                      <a:r>
                        <a:rPr lang="en-US" sz="1200"/>
                        <a:t>Mechanical Complexity</a:t>
                      </a:r>
                    </a:p>
                  </a:txBody>
                  <a:tcPr/>
                </a:tc>
                <a:tc>
                  <a:txBody>
                    <a:bodyPr/>
                    <a:lstStyle/>
                    <a:p>
                      <a:r>
                        <a:rPr lang="en-US" sz="1200"/>
                        <a:t>10%</a:t>
                      </a:r>
                    </a:p>
                  </a:txBody>
                  <a:tcPr/>
                </a:tc>
                <a:tc>
                  <a:txBody>
                    <a:bodyPr/>
                    <a:lstStyle/>
                    <a:p>
                      <a:r>
                        <a:rPr lang="en-US" sz="1200"/>
                        <a:t>5</a:t>
                      </a:r>
                    </a:p>
                  </a:txBody>
                  <a:tcPr/>
                </a:tc>
                <a:tc>
                  <a:txBody>
                    <a:bodyPr/>
                    <a:lstStyle/>
                    <a:p>
                      <a:r>
                        <a:rPr lang="en-US" sz="1200"/>
                        <a:t>4</a:t>
                      </a:r>
                    </a:p>
                  </a:txBody>
                  <a:tcPr/>
                </a:tc>
                <a:tc>
                  <a:txBody>
                    <a:bodyPr/>
                    <a:lstStyle/>
                    <a:p>
                      <a:r>
                        <a:rPr lang="en-US" sz="1200"/>
                        <a:t>4</a:t>
                      </a:r>
                    </a:p>
                  </a:txBody>
                  <a:tcPr/>
                </a:tc>
                <a:extLst>
                  <a:ext uri="{0D108BD9-81ED-4DB2-BD59-A6C34878D82A}">
                    <a16:rowId xmlns:a16="http://schemas.microsoft.com/office/drawing/2014/main" val="84589029"/>
                  </a:ext>
                </a:extLst>
              </a:tr>
              <a:tr h="397117">
                <a:tc>
                  <a:txBody>
                    <a:bodyPr/>
                    <a:lstStyle/>
                    <a:p>
                      <a:r>
                        <a:rPr lang="en-US" sz="1200"/>
                        <a:t>Mass/Volume</a:t>
                      </a:r>
                    </a:p>
                  </a:txBody>
                  <a:tcPr/>
                </a:tc>
                <a:tc>
                  <a:txBody>
                    <a:bodyPr/>
                    <a:lstStyle/>
                    <a:p>
                      <a:r>
                        <a:rPr lang="en-US" sz="1200"/>
                        <a:t>25%</a:t>
                      </a:r>
                    </a:p>
                  </a:txBody>
                  <a:tcPr/>
                </a:tc>
                <a:tc>
                  <a:txBody>
                    <a:bodyPr/>
                    <a:lstStyle/>
                    <a:p>
                      <a:r>
                        <a:rPr lang="en-US" sz="1200"/>
                        <a:t>4</a:t>
                      </a:r>
                    </a:p>
                  </a:txBody>
                  <a:tcPr/>
                </a:tc>
                <a:tc>
                  <a:txBody>
                    <a:bodyPr/>
                    <a:lstStyle/>
                    <a:p>
                      <a:r>
                        <a:rPr lang="en-US" sz="1200"/>
                        <a:t>3</a:t>
                      </a:r>
                    </a:p>
                  </a:txBody>
                  <a:tcPr/>
                </a:tc>
                <a:tc>
                  <a:txBody>
                    <a:bodyPr/>
                    <a:lstStyle/>
                    <a:p>
                      <a:r>
                        <a:rPr lang="en-US" sz="1200"/>
                        <a:t>5</a:t>
                      </a:r>
                    </a:p>
                  </a:txBody>
                  <a:tcPr/>
                </a:tc>
                <a:extLst>
                  <a:ext uri="{0D108BD9-81ED-4DB2-BD59-A6C34878D82A}">
                    <a16:rowId xmlns:a16="http://schemas.microsoft.com/office/drawing/2014/main" val="4030350181"/>
                  </a:ext>
                </a:extLst>
              </a:tr>
              <a:tr h="236123">
                <a:tc>
                  <a:txBody>
                    <a:bodyPr/>
                    <a:lstStyle/>
                    <a:p>
                      <a:pPr lvl="0">
                        <a:buNone/>
                      </a:pPr>
                      <a:endParaRPr lang="en-US" sz="1200" b="1"/>
                    </a:p>
                  </a:txBody>
                  <a:tcPr/>
                </a:tc>
                <a:tc>
                  <a:txBody>
                    <a:bodyPr/>
                    <a:lstStyle/>
                    <a:p>
                      <a:pPr lvl="0">
                        <a:buNone/>
                      </a:pPr>
                      <a:r>
                        <a:rPr lang="en-US" sz="1200" b="1"/>
                        <a:t>/100%</a:t>
                      </a:r>
                    </a:p>
                  </a:txBody>
                  <a:tcPr/>
                </a:tc>
                <a:tc>
                  <a:txBody>
                    <a:bodyPr/>
                    <a:lstStyle/>
                    <a:p>
                      <a:pPr lvl="0">
                        <a:buNone/>
                      </a:pPr>
                      <a:endParaRPr lang="en-US" sz="1200"/>
                    </a:p>
                  </a:txBody>
                  <a:tcPr/>
                </a:tc>
                <a:tc>
                  <a:txBody>
                    <a:bodyPr/>
                    <a:lstStyle/>
                    <a:p>
                      <a:pPr lvl="0">
                        <a:buNone/>
                      </a:pPr>
                      <a:endParaRPr lang="en-US" sz="1200"/>
                    </a:p>
                  </a:txBody>
                  <a:tcPr/>
                </a:tc>
                <a:tc>
                  <a:txBody>
                    <a:bodyPr/>
                    <a:lstStyle/>
                    <a:p>
                      <a:pPr lvl="0">
                        <a:buNone/>
                      </a:pPr>
                      <a:endParaRPr lang="en-US" sz="1200"/>
                    </a:p>
                  </a:txBody>
                  <a:tcPr/>
                </a:tc>
                <a:extLst>
                  <a:ext uri="{0D108BD9-81ED-4DB2-BD59-A6C34878D82A}">
                    <a16:rowId xmlns:a16="http://schemas.microsoft.com/office/drawing/2014/main" val="1397109210"/>
                  </a:ext>
                </a:extLst>
              </a:tr>
              <a:tr h="397117">
                <a:tc>
                  <a:txBody>
                    <a:bodyPr/>
                    <a:lstStyle/>
                    <a:p>
                      <a:pPr lvl="0">
                        <a:buNone/>
                      </a:pPr>
                      <a:r>
                        <a:rPr lang="en-US" sz="1200" b="1"/>
                        <a:t>Weighted Score / 5</a:t>
                      </a:r>
                    </a:p>
                  </a:txBody>
                  <a:tcPr/>
                </a:tc>
                <a:tc>
                  <a:txBody>
                    <a:bodyPr/>
                    <a:lstStyle/>
                    <a:p>
                      <a:pPr lvl="0">
                        <a:buNone/>
                      </a:pPr>
                      <a:endParaRPr lang="en-US" sz="1200" b="1"/>
                    </a:p>
                  </a:txBody>
                  <a:tcPr/>
                </a:tc>
                <a:tc>
                  <a:txBody>
                    <a:bodyPr/>
                    <a:lstStyle/>
                    <a:p>
                      <a:pPr lvl="0">
                        <a:buNone/>
                      </a:pPr>
                      <a:r>
                        <a:rPr lang="en-US" sz="1200" b="1"/>
                        <a:t>3.55</a:t>
                      </a:r>
                    </a:p>
                  </a:txBody>
                  <a:tcPr/>
                </a:tc>
                <a:tc>
                  <a:txBody>
                    <a:bodyPr/>
                    <a:lstStyle/>
                    <a:p>
                      <a:pPr lvl="0">
                        <a:buNone/>
                      </a:pPr>
                      <a:r>
                        <a:rPr lang="en-US" sz="1200" b="1"/>
                        <a:t>3.65</a:t>
                      </a:r>
                    </a:p>
                  </a:txBody>
                  <a:tcPr/>
                </a:tc>
                <a:tc>
                  <a:txBody>
                    <a:bodyPr/>
                    <a:lstStyle/>
                    <a:p>
                      <a:pPr lvl="0">
                        <a:buNone/>
                      </a:pPr>
                      <a:r>
                        <a:rPr lang="en-US" sz="1200" b="1"/>
                        <a:t>4.25</a:t>
                      </a:r>
                    </a:p>
                  </a:txBody>
                  <a:tcPr>
                    <a:solidFill>
                      <a:schemeClr val="accent6"/>
                    </a:solidFill>
                  </a:tcPr>
                </a:tc>
                <a:extLst>
                  <a:ext uri="{0D108BD9-81ED-4DB2-BD59-A6C34878D82A}">
                    <a16:rowId xmlns:a16="http://schemas.microsoft.com/office/drawing/2014/main" val="3471619563"/>
                  </a:ext>
                </a:extLst>
              </a:tr>
            </a:tbl>
          </a:graphicData>
        </a:graphic>
      </p:graphicFrame>
    </p:spTree>
    <p:extLst>
      <p:ext uri="{BB962C8B-B14F-4D97-AF65-F5344CB8AC3E}">
        <p14:creationId xmlns:p14="http://schemas.microsoft.com/office/powerpoint/2010/main" val="35969601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8F2A8-4D27-89AE-89D3-8333E9597F7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31A3024-8D2E-04EC-E455-CF8C439011CA}"/>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D4C2B37A-33D4-A30A-14EA-0EBC6A0AEA7A}"/>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F70D709F-87E9-B1FB-9C1F-13B9430711CB}"/>
              </a:ext>
            </a:extLst>
          </p:cNvPr>
          <p:cNvSpPr txBox="1"/>
          <p:nvPr/>
        </p:nvSpPr>
        <p:spPr>
          <a:xfrm>
            <a:off x="1281748" y="353648"/>
            <a:ext cx="7680960" cy="658368"/>
          </a:xfrm>
          <a:prstGeom prst="rect">
            <a:avLst/>
          </a:prstGeom>
          <a:noFill/>
          <a:ln/>
        </p:spPr>
        <p:txBody>
          <a:bodyPr wrap="square" lIns="0" tIns="0" rIns="0" bIns="0" rtlCol="0" anchor="ctr"/>
          <a:lstStyle/>
          <a:p>
            <a:r>
              <a:rPr lang="en-US" sz="2800" b="1" kern="0" spc="100">
                <a:solidFill>
                  <a:srgbClr val="2B2A28"/>
                </a:solidFill>
                <a:latin typeface="Arial"/>
                <a:cs typeface="Arial"/>
              </a:rPr>
              <a:t>Path Forward</a:t>
            </a:r>
          </a:p>
        </p:txBody>
      </p:sp>
      <p:sp>
        <p:nvSpPr>
          <p:cNvPr id="5" name="Shape 2">
            <a:extLst>
              <a:ext uri="{FF2B5EF4-FFF2-40B4-BE49-F238E27FC236}">
                <a16:creationId xmlns:a16="http://schemas.microsoft.com/office/drawing/2014/main" id="{2CAC1514-2BDA-E5BC-274A-DFB40C6D4863}"/>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9C53B904-F404-D144-F125-8BCC55CE52A8}"/>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14" name="TextBox 13">
            <a:extLst>
              <a:ext uri="{FF2B5EF4-FFF2-40B4-BE49-F238E27FC236}">
                <a16:creationId xmlns:a16="http://schemas.microsoft.com/office/drawing/2014/main" id="{ACF85A86-D8F3-5963-0623-BF1F5E52ABD4}"/>
              </a:ext>
            </a:extLst>
          </p:cNvPr>
          <p:cNvSpPr txBox="1"/>
          <p:nvPr/>
        </p:nvSpPr>
        <p:spPr>
          <a:xfrm>
            <a:off x="1058724" y="1347136"/>
            <a:ext cx="9200793"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solidFill>
                  <a:srgbClr val="FF0000"/>
                </a:solidFill>
                <a:latin typeface="Arial"/>
                <a:ea typeface="Calibri"/>
                <a:cs typeface="Arial"/>
              </a:rPr>
              <a:t>Decided Result and decided path forward: </a:t>
            </a:r>
          </a:p>
        </p:txBody>
      </p:sp>
      <p:graphicFrame>
        <p:nvGraphicFramePr>
          <p:cNvPr id="8" name="Table 7">
            <a:extLst>
              <a:ext uri="{FF2B5EF4-FFF2-40B4-BE49-F238E27FC236}">
                <a16:creationId xmlns:a16="http://schemas.microsoft.com/office/drawing/2014/main" id="{2D833F99-4268-D3DE-DE27-CDF9FAD2C6E9}"/>
              </a:ext>
            </a:extLst>
          </p:cNvPr>
          <p:cNvGraphicFramePr>
            <a:graphicFrameLocks noGrp="1"/>
          </p:cNvGraphicFramePr>
          <p:nvPr/>
        </p:nvGraphicFramePr>
        <p:xfrm>
          <a:off x="1059661" y="1913089"/>
          <a:ext cx="9554524" cy="4118693"/>
        </p:xfrm>
        <a:graphic>
          <a:graphicData uri="http://schemas.openxmlformats.org/drawingml/2006/table">
            <a:tbl>
              <a:tblPr bandRow="1">
                <a:tableStyleId>{5C22544A-7EE6-4342-B048-85BDC9FD1C3A}</a:tableStyleId>
              </a:tblPr>
              <a:tblGrid>
                <a:gridCol w="3316855">
                  <a:extLst>
                    <a:ext uri="{9D8B030D-6E8A-4147-A177-3AD203B41FA5}">
                      <a16:colId xmlns:a16="http://schemas.microsoft.com/office/drawing/2014/main" val="2753146721"/>
                    </a:ext>
                  </a:extLst>
                </a:gridCol>
                <a:gridCol w="2079223">
                  <a:extLst>
                    <a:ext uri="{9D8B030D-6E8A-4147-A177-3AD203B41FA5}">
                      <a16:colId xmlns:a16="http://schemas.microsoft.com/office/drawing/2014/main" val="227563140"/>
                    </a:ext>
                  </a:extLst>
                </a:gridCol>
                <a:gridCol w="2079223">
                  <a:extLst>
                    <a:ext uri="{9D8B030D-6E8A-4147-A177-3AD203B41FA5}">
                      <a16:colId xmlns:a16="http://schemas.microsoft.com/office/drawing/2014/main" val="12834235"/>
                    </a:ext>
                  </a:extLst>
                </a:gridCol>
                <a:gridCol w="2079223">
                  <a:extLst>
                    <a:ext uri="{9D8B030D-6E8A-4147-A177-3AD203B41FA5}">
                      <a16:colId xmlns:a16="http://schemas.microsoft.com/office/drawing/2014/main" val="418012683"/>
                    </a:ext>
                  </a:extLst>
                </a:gridCol>
              </a:tblGrid>
              <a:tr h="816638">
                <a:tc>
                  <a:txBody>
                    <a:bodyPr/>
                    <a:lstStyle/>
                    <a:p>
                      <a:pPr marL="0" indent="0" algn="l" fontAlgn="base">
                        <a:buNone/>
                      </a:pPr>
                      <a:r>
                        <a:rPr lang="en-US" sz="1050" b="1" i="0">
                          <a:solidFill>
                            <a:srgbClr val="C6890F"/>
                          </a:solidFill>
                          <a:effectLst/>
                          <a:latin typeface="Arial"/>
                        </a:rPr>
                        <a:t>PENDING ITEMS</a:t>
                      </a:r>
                      <a:endParaRPr lang="en-US" b="0" i="0">
                        <a:solidFill>
                          <a:srgbClr val="000000"/>
                        </a:solidFill>
                        <a:effectLst/>
                        <a:latin typeface="Arial"/>
                      </a:endParaRP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2B2A28"/>
                    </a:solidFill>
                  </a:tcPr>
                </a:tc>
                <a:tc>
                  <a:txBody>
                    <a:bodyPr/>
                    <a:lstStyle/>
                    <a:p>
                      <a:pPr marL="0" indent="0" algn="ctr" fontAlgn="base">
                        <a:buNone/>
                      </a:pPr>
                      <a:r>
                        <a:rPr lang="en-US" sz="1050" b="1" i="0">
                          <a:solidFill>
                            <a:srgbClr val="C6890F"/>
                          </a:solidFill>
                          <a:effectLst/>
                          <a:latin typeface="Arial"/>
                        </a:rPr>
                        <a:t>PLANNED</a:t>
                      </a:r>
                      <a:endParaRPr lang="en-US" b="0" i="0">
                        <a:solidFill>
                          <a:srgbClr val="000000"/>
                        </a:solidFill>
                        <a:effectLst/>
                        <a:latin typeface="Arial"/>
                      </a:endParaRP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2B2A28"/>
                    </a:solidFill>
                  </a:tcPr>
                </a:tc>
                <a:tc>
                  <a:txBody>
                    <a:bodyPr/>
                    <a:lstStyle/>
                    <a:p>
                      <a:pPr marL="0" indent="0" algn="ctr" fontAlgn="base">
                        <a:buNone/>
                      </a:pPr>
                      <a:r>
                        <a:rPr lang="en-US" sz="1050" b="1" i="0">
                          <a:solidFill>
                            <a:srgbClr val="C6890F"/>
                          </a:solidFill>
                          <a:effectLst/>
                          <a:latin typeface="Arial"/>
                        </a:rPr>
                        <a:t>REVISED</a:t>
                      </a:r>
                      <a:endParaRPr lang="en-US" b="0" i="0">
                        <a:solidFill>
                          <a:srgbClr val="000000"/>
                        </a:solidFill>
                        <a:effectLst/>
                        <a:latin typeface="Arial"/>
                      </a:endParaRP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2B2A28"/>
                    </a:solidFill>
                  </a:tcPr>
                </a:tc>
                <a:tc>
                  <a:txBody>
                    <a:bodyPr/>
                    <a:lstStyle/>
                    <a:p>
                      <a:pPr marL="0" indent="0" algn="ctr" fontAlgn="base">
                        <a:buNone/>
                      </a:pPr>
                      <a:r>
                        <a:rPr lang="en-US" sz="1050" b="1" i="0">
                          <a:solidFill>
                            <a:srgbClr val="C6890F"/>
                          </a:solidFill>
                          <a:effectLst/>
                          <a:latin typeface="Arial"/>
                        </a:rPr>
                        <a:t>COMPLETED</a:t>
                      </a:r>
                      <a:endParaRPr lang="en-US" b="0" i="0">
                        <a:solidFill>
                          <a:srgbClr val="000000"/>
                        </a:solidFill>
                        <a:effectLst/>
                        <a:latin typeface="Arial"/>
                      </a:endParaRP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2B2A28"/>
                    </a:solidFill>
                  </a:tcPr>
                </a:tc>
                <a:extLst>
                  <a:ext uri="{0D108BD9-81ED-4DB2-BD59-A6C34878D82A}">
                    <a16:rowId xmlns:a16="http://schemas.microsoft.com/office/drawing/2014/main" val="999613101"/>
                  </a:ext>
                </a:extLst>
              </a:tr>
              <a:tr h="1100685">
                <a:tc>
                  <a:txBody>
                    <a:bodyPr/>
                    <a:lstStyle/>
                    <a:p>
                      <a:pPr marL="0" indent="0" algn="l" fontAlgn="base">
                        <a:buNone/>
                      </a:pPr>
                      <a:r>
                        <a:rPr lang="en-US" sz="1100" b="0" i="0">
                          <a:solidFill>
                            <a:srgbClr val="000000"/>
                          </a:solidFill>
                          <a:effectLst/>
                          <a:latin typeface="Arial"/>
                        </a:rPr>
                        <a:t>CAD Models</a:t>
                      </a:r>
                      <a:endParaRPr lang="en-US" b="0" i="0">
                        <a:solidFill>
                          <a:srgbClr val="000000"/>
                        </a:solidFill>
                        <a:effectLst/>
                        <a:latin typeface="Arial"/>
                      </a:endParaRP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tc>
                  <a:txBody>
                    <a:bodyPr/>
                    <a:lstStyle/>
                    <a:p>
                      <a:pPr marL="285750" indent="-285750" algn="ctr" fontAlgn="base">
                        <a:buFont typeface="Arial" panose="020B0604020202020204" pitchFamily="34" charset="0"/>
                        <a:buChar char="•"/>
                      </a:pPr>
                      <a:r>
                        <a:rPr lang="en-US" sz="1100" b="0" i="0">
                          <a:solidFill>
                            <a:srgbClr val="000000"/>
                          </a:solidFill>
                          <a:effectLst/>
                          <a:latin typeface="Arial"/>
                        </a:rPr>
                        <a:t>Rotor arm</a:t>
                      </a:r>
                    </a:p>
                    <a:p>
                      <a:pPr marL="285750" indent="-285750" algn="ctr" fontAlgn="base">
                        <a:buFont typeface="Arial" panose="020B0604020202020204" pitchFamily="34" charset="0"/>
                        <a:buChar char="•"/>
                      </a:pPr>
                      <a:r>
                        <a:rPr lang="en-US" sz="1100" b="0" i="0">
                          <a:solidFill>
                            <a:srgbClr val="000000"/>
                          </a:solidFill>
                          <a:effectLst/>
                          <a:latin typeface="Arial"/>
                        </a:rPr>
                        <a:t>Full Main Body Shell</a:t>
                      </a:r>
                    </a:p>
                    <a:p>
                      <a:pPr marL="285750" lvl="0" indent="-285750" algn="ctr">
                        <a:buClr>
                          <a:srgbClr val="000000"/>
                        </a:buClr>
                        <a:buFont typeface="Arial,Sans-Serif" panose="020B0604020202020204" pitchFamily="34" charset="0"/>
                        <a:buChar char="•"/>
                      </a:pPr>
                      <a:r>
                        <a:rPr lang="en-US" sz="1100" b="0" i="0" u="none" strike="noStrike" noProof="0">
                          <a:solidFill>
                            <a:srgbClr val="000000"/>
                          </a:solidFill>
                          <a:effectLst/>
                          <a:latin typeface="Arial"/>
                          <a:cs typeface="Arial"/>
                        </a:rPr>
                        <a:t>Iterations on Structural Frame</a:t>
                      </a:r>
                    </a:p>
                    <a:p>
                      <a:pPr marL="285750" lvl="0" indent="-285750" algn="ctr">
                        <a:buFont typeface="Arial" panose="020B0604020202020204" pitchFamily="34" charset="0"/>
                        <a:buChar char="•"/>
                      </a:pPr>
                      <a:endParaRPr lang="en-US" sz="1100" b="0" i="0">
                        <a:solidFill>
                          <a:srgbClr val="000000"/>
                        </a:solidFill>
                        <a:effectLst/>
                        <a:latin typeface="Arial"/>
                      </a:endParaRP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tc>
                  <a:txBody>
                    <a:bodyPr/>
                    <a:lstStyle/>
                    <a:p>
                      <a:pPr fontAlgn="ctr">
                        <a:buNone/>
                      </a:pPr>
                      <a:endParaRPr lang="en-US">
                        <a:effectLst/>
                      </a:endParaRP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tc>
                  <a:txBody>
                    <a:bodyPr/>
                    <a:lstStyle/>
                    <a:p>
                      <a:pPr marL="285750" lvl="0" indent="-285750" algn="ctr">
                        <a:buClr>
                          <a:srgbClr val="000000"/>
                        </a:buClr>
                        <a:buFont typeface="Arial,Sans-Serif"/>
                        <a:buChar char="•"/>
                      </a:pPr>
                      <a:endParaRPr lang="en-US" sz="1100" b="0" i="0" u="none" strike="noStrike" noProof="0">
                        <a:solidFill>
                          <a:srgbClr val="000000"/>
                        </a:solidFill>
                        <a:effectLst/>
                        <a:latin typeface="Arial"/>
                        <a:cs typeface="Arial"/>
                      </a:endParaRP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extLst>
                  <a:ext uri="{0D108BD9-81ED-4DB2-BD59-A6C34878D82A}">
                    <a16:rowId xmlns:a16="http://schemas.microsoft.com/office/drawing/2014/main" val="1765898286"/>
                  </a:ext>
                </a:extLst>
              </a:tr>
              <a:tr h="1100685">
                <a:tc>
                  <a:txBody>
                    <a:bodyPr/>
                    <a:lstStyle/>
                    <a:p>
                      <a:pPr marL="0" indent="0" algn="l" fontAlgn="base">
                        <a:buNone/>
                      </a:pPr>
                      <a:r>
                        <a:rPr lang="en-US" sz="1100" b="0" i="0">
                          <a:solidFill>
                            <a:srgbClr val="000000"/>
                          </a:solidFill>
                          <a:effectLst/>
                          <a:latin typeface="Arial"/>
                        </a:rPr>
                        <a:t>Trade Studies</a:t>
                      </a:r>
                      <a:endParaRPr lang="en-US" b="0" i="0">
                        <a:solidFill>
                          <a:srgbClr val="000000"/>
                        </a:solidFill>
                        <a:effectLst/>
                        <a:latin typeface="Arial"/>
                      </a:endParaRP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tc>
                  <a:txBody>
                    <a:bodyPr/>
                    <a:lstStyle/>
                    <a:p>
                      <a:pPr marL="285750" indent="-285750" algn="ctr" fontAlgn="base">
                        <a:buFont typeface="Arial" panose="020B0604020202020204" pitchFamily="34" charset="0"/>
                        <a:buChar char="•"/>
                      </a:pPr>
                      <a:r>
                        <a:rPr lang="en-US" sz="1100" b="0" i="0">
                          <a:solidFill>
                            <a:srgbClr val="000000"/>
                          </a:solidFill>
                          <a:effectLst/>
                          <a:latin typeface="Arial"/>
                        </a:rPr>
                        <a:t>Airframe CFD</a:t>
                      </a:r>
                    </a:p>
                    <a:p>
                      <a:pPr marL="285750" indent="-285750" algn="ctr" fontAlgn="base">
                        <a:buFont typeface="Arial" panose="020B0604020202020204" pitchFamily="34" charset="0"/>
                        <a:buChar char="•"/>
                      </a:pPr>
                      <a:r>
                        <a:rPr lang="en-US" sz="1100" b="0" i="0">
                          <a:solidFill>
                            <a:srgbClr val="000000"/>
                          </a:solidFill>
                          <a:effectLst/>
                          <a:latin typeface="Arial"/>
                        </a:rPr>
                        <a:t>Vibration frequencies</a:t>
                      </a: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tc>
                  <a:txBody>
                    <a:bodyPr/>
                    <a:lstStyle/>
                    <a:p>
                      <a:pPr marL="171450" lvl="0" indent="-171450" algn="ctr">
                        <a:buClr>
                          <a:srgbClr val="000000"/>
                        </a:buClr>
                        <a:buFont typeface="Arial,Sans-Serif"/>
                        <a:buChar char="•"/>
                      </a:pPr>
                      <a:r>
                        <a:rPr lang="en-US" sz="1100" b="0" i="0" u="none" strike="noStrike" noProof="0">
                          <a:solidFill>
                            <a:srgbClr val="000000"/>
                          </a:solidFill>
                          <a:effectLst/>
                          <a:latin typeface="Arial"/>
                          <a:cs typeface="Arial"/>
                        </a:rPr>
                        <a:t>Arm &amp; Chassis Material</a:t>
                      </a:r>
                    </a:p>
                    <a:p>
                      <a:pPr marL="171450" lvl="0" indent="-171450" algn="ctr">
                        <a:buClr>
                          <a:srgbClr val="000000"/>
                        </a:buClr>
                        <a:buFont typeface="Arial,Sans-Serif"/>
                        <a:buChar char="•"/>
                      </a:pPr>
                      <a:r>
                        <a:rPr lang="en-US" sz="1100" b="0" i="0" u="none" strike="noStrike" noProof="0">
                          <a:solidFill>
                            <a:srgbClr val="000000"/>
                          </a:solidFill>
                          <a:effectLst/>
                          <a:latin typeface="Arial"/>
                          <a:cs typeface="Arial"/>
                        </a:rPr>
                        <a:t>Structural Frame</a:t>
                      </a:r>
                    </a:p>
                    <a:p>
                      <a:pPr lvl="0">
                        <a:buNone/>
                      </a:pPr>
                      <a:endParaRPr lang="en-US">
                        <a:effectLst/>
                      </a:endParaRP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tc>
                  <a:txBody>
                    <a:bodyPr/>
                    <a:lstStyle/>
                    <a:p>
                      <a:pPr marL="171450" indent="-171450" algn="ctr" fontAlgn="ctr">
                        <a:buFont typeface="Arial" panose="020B0604020202020204" pitchFamily="34" charset="0"/>
                        <a:buChar char="•"/>
                      </a:pPr>
                      <a:endParaRPr lang="en-US" sz="1100">
                        <a:effectLst/>
                        <a:latin typeface="Arial"/>
                        <a:cs typeface="Arial"/>
                      </a:endParaRP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extLst>
                  <a:ext uri="{0D108BD9-81ED-4DB2-BD59-A6C34878D82A}">
                    <a16:rowId xmlns:a16="http://schemas.microsoft.com/office/drawing/2014/main" val="1042683526"/>
                  </a:ext>
                </a:extLst>
              </a:tr>
              <a:tr h="1100685">
                <a:tc>
                  <a:txBody>
                    <a:bodyPr/>
                    <a:lstStyle/>
                    <a:p>
                      <a:pPr fontAlgn="ctr">
                        <a:buNone/>
                      </a:pPr>
                      <a:r>
                        <a:rPr lang="en-US" sz="1100">
                          <a:effectLst/>
                          <a:latin typeface="Arial"/>
                          <a:cs typeface="Arial"/>
                        </a:rPr>
                        <a:t>Simulation Models</a:t>
                      </a: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tc>
                  <a:txBody>
                    <a:bodyPr/>
                    <a:lstStyle/>
                    <a:p>
                      <a:pPr marL="285750" indent="-285750" algn="ctr" fontAlgn="ctr">
                        <a:buFont typeface="Arial" panose="020B0604020202020204" pitchFamily="34" charset="0"/>
                        <a:buChar char="•"/>
                      </a:pPr>
                      <a:r>
                        <a:rPr lang="en-US" sz="1100">
                          <a:effectLst/>
                          <a:latin typeface="Arial"/>
                          <a:cs typeface="Arial"/>
                        </a:rPr>
                        <a:t>Dynamics</a:t>
                      </a:r>
                    </a:p>
                    <a:p>
                      <a:pPr marL="285750" indent="-285750" algn="ctr" fontAlgn="ctr">
                        <a:buFont typeface="Arial" panose="020B0604020202020204" pitchFamily="34" charset="0"/>
                        <a:buChar char="•"/>
                      </a:pPr>
                      <a:r>
                        <a:rPr lang="en-US" sz="1100">
                          <a:effectLst/>
                          <a:latin typeface="Arial"/>
                          <a:cs typeface="Arial"/>
                        </a:rPr>
                        <a:t>Thermal Conductivity</a:t>
                      </a: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tc>
                  <a:txBody>
                    <a:bodyPr/>
                    <a:lstStyle/>
                    <a:p>
                      <a:pPr fontAlgn="ctr">
                        <a:buNone/>
                      </a:pPr>
                      <a:endParaRPr lang="en-US">
                        <a:effectLst/>
                      </a:endParaRP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tc>
                  <a:txBody>
                    <a:bodyPr/>
                    <a:lstStyle/>
                    <a:p>
                      <a:pPr fontAlgn="ctr">
                        <a:buNone/>
                      </a:pPr>
                      <a:endParaRPr lang="en-US">
                        <a:effectLst/>
                      </a:endParaRP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extLst>
                  <a:ext uri="{0D108BD9-81ED-4DB2-BD59-A6C34878D82A}">
                    <a16:rowId xmlns:a16="http://schemas.microsoft.com/office/drawing/2014/main" val="709927647"/>
                  </a:ext>
                </a:extLst>
              </a:tr>
            </a:tbl>
          </a:graphicData>
        </a:graphic>
      </p:graphicFrame>
      <p:grpSp>
        <p:nvGrpSpPr>
          <p:cNvPr id="9" name="Trade Studies Bar - 3 Airframe">
            <a:extLst>
              <a:ext uri="{FF2B5EF4-FFF2-40B4-BE49-F238E27FC236}">
                <a16:creationId xmlns:a16="http://schemas.microsoft.com/office/drawing/2014/main" id="{7860EA3F-5C31-3A7E-D35A-ED7C5A8EEF2D}"/>
              </a:ext>
            </a:extLst>
          </p:cNvPr>
          <p:cNvGrpSpPr/>
          <p:nvPr/>
        </p:nvGrpSpPr>
        <p:grpSpPr>
          <a:xfrm>
            <a:off x="814349" y="6569571"/>
            <a:ext cx="10563301" cy="276999"/>
            <a:chOff x="790698" y="5902391"/>
            <a:chExt cx="10563301" cy="276999"/>
          </a:xfrm>
        </p:grpSpPr>
        <p:sp>
          <p:nvSpPr>
            <p:cNvPr id="10" name="Segment 0 - Trade Studies">
              <a:extLst>
                <a:ext uri="{FF2B5EF4-FFF2-40B4-BE49-F238E27FC236}">
                  <a16:creationId xmlns:a16="http://schemas.microsoft.com/office/drawing/2014/main" id="{70B89E59-6C92-0654-AD5B-D4B9937BB1E5}"/>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1" name="Segment 1 - Propulsion">
              <a:extLst>
                <a:ext uri="{FF2B5EF4-FFF2-40B4-BE49-F238E27FC236}">
                  <a16:creationId xmlns:a16="http://schemas.microsoft.com/office/drawing/2014/main" id="{9E23FF52-7D71-C5F2-922C-53E1CB86E40D}"/>
                </a:ext>
              </a:extLst>
            </p:cNvPr>
            <p:cNvSpPr/>
            <p:nvPr/>
          </p:nvSpPr>
          <p:spPr>
            <a:xfrm>
              <a:off x="268951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Propulsion</a:t>
              </a:r>
            </a:p>
          </p:txBody>
        </p:sp>
        <p:sp>
          <p:nvSpPr>
            <p:cNvPr id="12" name="Segment 2 - Power Systems">
              <a:extLst>
                <a:ext uri="{FF2B5EF4-FFF2-40B4-BE49-F238E27FC236}">
                  <a16:creationId xmlns:a16="http://schemas.microsoft.com/office/drawing/2014/main" id="{E1DC1FD2-D671-EED2-BF8B-83274C48D2F8}"/>
                </a:ext>
              </a:extLst>
            </p:cNvPr>
            <p:cNvSpPr/>
            <p:nvPr/>
          </p:nvSpPr>
          <p:spPr>
            <a:xfrm>
              <a:off x="441013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Power Systems</a:t>
              </a:r>
            </a:p>
          </p:txBody>
        </p:sp>
        <p:sp>
          <p:nvSpPr>
            <p:cNvPr id="13" name="Segment 3 - Airframe">
              <a:extLst>
                <a:ext uri="{FF2B5EF4-FFF2-40B4-BE49-F238E27FC236}">
                  <a16:creationId xmlns:a16="http://schemas.microsoft.com/office/drawing/2014/main" id="{5B0B2736-BE30-D656-2E6F-B462924386CD}"/>
                </a:ext>
              </a:extLst>
            </p:cNvPr>
            <p:cNvSpPr/>
            <p:nvPr/>
          </p:nvSpPr>
          <p:spPr>
            <a:xfrm>
              <a:off x="613074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Airframe</a:t>
              </a:r>
              <a:r>
                <a:rPr lang="en-US" sz="1050" b="1">
                  <a:solidFill>
                    <a:srgbClr val="FFFFFF"/>
                  </a:solidFill>
                  <a:latin typeface="Calibri"/>
                </a:rPr>
                <a:t> &amp; Aerodynamics</a:t>
              </a:r>
              <a:endParaRPr sz="1050" b="1">
                <a:solidFill>
                  <a:srgbClr val="FFFFFF"/>
                </a:solidFill>
                <a:latin typeface="Calibri"/>
              </a:endParaRPr>
            </a:p>
          </p:txBody>
        </p:sp>
        <p:sp>
          <p:nvSpPr>
            <p:cNvPr id="15" name="Segment 4 - GNC">
              <a:extLst>
                <a:ext uri="{FF2B5EF4-FFF2-40B4-BE49-F238E27FC236}">
                  <a16:creationId xmlns:a16="http://schemas.microsoft.com/office/drawing/2014/main" id="{A4D9BFCB-633B-DC32-C2FC-1792F467796B}"/>
                </a:ext>
              </a:extLst>
            </p:cNvPr>
            <p:cNvSpPr/>
            <p:nvPr/>
          </p:nvSpPr>
          <p:spPr>
            <a:xfrm>
              <a:off x="7851360"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GNC</a:t>
              </a:r>
            </a:p>
          </p:txBody>
        </p:sp>
        <p:sp>
          <p:nvSpPr>
            <p:cNvPr id="16" name="Segment 5 - Avionics">
              <a:extLst>
                <a:ext uri="{FF2B5EF4-FFF2-40B4-BE49-F238E27FC236}">
                  <a16:creationId xmlns:a16="http://schemas.microsoft.com/office/drawing/2014/main" id="{2342BFB6-2793-9B2A-DED2-A7D2B94FCA0F}"/>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
        <p:nvSpPr>
          <p:cNvPr id="17" name="Slide Number Placeholder 23">
            <a:extLst>
              <a:ext uri="{FF2B5EF4-FFF2-40B4-BE49-F238E27FC236}">
                <a16:creationId xmlns:a16="http://schemas.microsoft.com/office/drawing/2014/main" id="{DF6A9A37-C73A-5F68-631D-EBA466DE1BDB}"/>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t>60</a:t>
            </a:fld>
            <a:endParaRPr lang="en-US"/>
          </a:p>
        </p:txBody>
      </p:sp>
    </p:spTree>
    <p:extLst>
      <p:ext uri="{BB962C8B-B14F-4D97-AF65-F5344CB8AC3E}">
        <p14:creationId xmlns:p14="http://schemas.microsoft.com/office/powerpoint/2010/main" val="26721084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2B2A27"/>
        </a:solidFill>
        <a:effectLst/>
      </p:bgPr>
    </p:bg>
    <p:spTree>
      <p:nvGrpSpPr>
        <p:cNvPr id="1" name="">
          <a:extLst>
            <a:ext uri="{FF2B5EF4-FFF2-40B4-BE49-F238E27FC236}">
              <a16:creationId xmlns:a16="http://schemas.microsoft.com/office/drawing/2014/main" id="{9F65B8E3-F8D2-646E-C7AB-9A4F1E1294D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CD9E6F7-45EE-AB52-04C7-67B9D8A5112A}"/>
              </a:ext>
            </a:extLst>
          </p:cNvPr>
          <p:cNvSpPr/>
          <p:nvPr/>
        </p:nvSpPr>
        <p:spPr>
          <a:xfrm>
            <a:off x="9648508" y="4754880"/>
            <a:ext cx="408920" cy="408920"/>
          </a:xfrm>
          <a:prstGeom prst="rect">
            <a:avLst/>
          </a:prstGeom>
          <a:ln w="12700">
            <a:solidFill>
              <a:srgbClr val="C6890F">
                <a:alpha val="14000"/>
              </a:srgbClr>
            </a:solidFill>
            <a:prstDash val="solid"/>
          </a:ln>
        </p:spPr>
        <p:txBody>
          <a:bodyPr/>
          <a:lstStyle/>
          <a:p>
            <a:endParaRPr lang="en-US" sz="1800"/>
          </a:p>
        </p:txBody>
      </p:sp>
      <p:sp>
        <p:nvSpPr>
          <p:cNvPr id="3" name="Shape 1">
            <a:extLst>
              <a:ext uri="{FF2B5EF4-FFF2-40B4-BE49-F238E27FC236}">
                <a16:creationId xmlns:a16="http://schemas.microsoft.com/office/drawing/2014/main" id="{707C2050-BEC7-75F5-4CDF-12D1A738BF67}"/>
              </a:ext>
            </a:extLst>
          </p:cNvPr>
          <p:cNvSpPr/>
          <p:nvPr/>
        </p:nvSpPr>
        <p:spPr>
          <a:xfrm>
            <a:off x="10123996" y="4754880"/>
            <a:ext cx="408920" cy="408920"/>
          </a:xfrm>
          <a:prstGeom prst="rect">
            <a:avLst/>
          </a:prstGeom>
          <a:ln w="12700">
            <a:solidFill>
              <a:srgbClr val="C6890F">
                <a:alpha val="14000"/>
              </a:srgbClr>
            </a:solidFill>
            <a:prstDash val="solid"/>
          </a:ln>
        </p:spPr>
        <p:txBody>
          <a:bodyPr/>
          <a:lstStyle/>
          <a:p>
            <a:endParaRPr lang="en-US" sz="1800"/>
          </a:p>
        </p:txBody>
      </p:sp>
      <p:sp>
        <p:nvSpPr>
          <p:cNvPr id="4" name="Shape 2">
            <a:extLst>
              <a:ext uri="{FF2B5EF4-FFF2-40B4-BE49-F238E27FC236}">
                <a16:creationId xmlns:a16="http://schemas.microsoft.com/office/drawing/2014/main" id="{7261AE81-AE31-4C48-8888-47B11F865F06}"/>
              </a:ext>
            </a:extLst>
          </p:cNvPr>
          <p:cNvSpPr/>
          <p:nvPr/>
        </p:nvSpPr>
        <p:spPr>
          <a:xfrm>
            <a:off x="10599484" y="4754880"/>
            <a:ext cx="408920" cy="408920"/>
          </a:xfrm>
          <a:prstGeom prst="rect">
            <a:avLst/>
          </a:prstGeom>
          <a:ln w="12700">
            <a:solidFill>
              <a:srgbClr val="C6890F">
                <a:alpha val="14000"/>
              </a:srgbClr>
            </a:solidFill>
            <a:prstDash val="solid"/>
          </a:ln>
        </p:spPr>
        <p:txBody>
          <a:bodyPr/>
          <a:lstStyle/>
          <a:p>
            <a:endParaRPr lang="en-US" sz="1800"/>
          </a:p>
        </p:txBody>
      </p:sp>
      <p:sp>
        <p:nvSpPr>
          <p:cNvPr id="5" name="Shape 3">
            <a:extLst>
              <a:ext uri="{FF2B5EF4-FFF2-40B4-BE49-F238E27FC236}">
                <a16:creationId xmlns:a16="http://schemas.microsoft.com/office/drawing/2014/main" id="{8BCE89A6-A0B3-CDB7-826D-B1D1BDC7EEF8}"/>
              </a:ext>
            </a:extLst>
          </p:cNvPr>
          <p:cNvSpPr/>
          <p:nvPr/>
        </p:nvSpPr>
        <p:spPr>
          <a:xfrm>
            <a:off x="11074972" y="4754880"/>
            <a:ext cx="408920" cy="408920"/>
          </a:xfrm>
          <a:prstGeom prst="rect">
            <a:avLst/>
          </a:prstGeom>
          <a:ln w="12700">
            <a:solidFill>
              <a:srgbClr val="C6890F">
                <a:alpha val="14000"/>
              </a:srgbClr>
            </a:solidFill>
            <a:prstDash val="solid"/>
          </a:ln>
        </p:spPr>
        <p:txBody>
          <a:bodyPr/>
          <a:lstStyle/>
          <a:p>
            <a:endParaRPr lang="en-US" sz="1800"/>
          </a:p>
        </p:txBody>
      </p:sp>
      <p:sp>
        <p:nvSpPr>
          <p:cNvPr id="6" name="Shape 4">
            <a:extLst>
              <a:ext uri="{FF2B5EF4-FFF2-40B4-BE49-F238E27FC236}">
                <a16:creationId xmlns:a16="http://schemas.microsoft.com/office/drawing/2014/main" id="{44D25925-B63C-D614-5152-37EDC2BD7B39}"/>
              </a:ext>
            </a:extLst>
          </p:cNvPr>
          <p:cNvSpPr/>
          <p:nvPr/>
        </p:nvSpPr>
        <p:spPr>
          <a:xfrm>
            <a:off x="9648508" y="5230368"/>
            <a:ext cx="408920" cy="408920"/>
          </a:xfrm>
          <a:prstGeom prst="rect">
            <a:avLst/>
          </a:prstGeom>
          <a:ln w="12700">
            <a:solidFill>
              <a:srgbClr val="C6890F">
                <a:alpha val="14000"/>
              </a:srgbClr>
            </a:solidFill>
            <a:prstDash val="solid"/>
          </a:ln>
        </p:spPr>
        <p:txBody>
          <a:bodyPr/>
          <a:lstStyle/>
          <a:p>
            <a:endParaRPr lang="en-US" sz="1800"/>
          </a:p>
        </p:txBody>
      </p:sp>
      <p:sp>
        <p:nvSpPr>
          <p:cNvPr id="7" name="Shape 5">
            <a:extLst>
              <a:ext uri="{FF2B5EF4-FFF2-40B4-BE49-F238E27FC236}">
                <a16:creationId xmlns:a16="http://schemas.microsoft.com/office/drawing/2014/main" id="{37527B88-8A3B-4DD1-A0AF-3BD6FD7DDFEC}"/>
              </a:ext>
            </a:extLst>
          </p:cNvPr>
          <p:cNvSpPr/>
          <p:nvPr/>
        </p:nvSpPr>
        <p:spPr>
          <a:xfrm>
            <a:off x="10123996" y="5230368"/>
            <a:ext cx="408920" cy="408920"/>
          </a:xfrm>
          <a:prstGeom prst="rect">
            <a:avLst/>
          </a:prstGeom>
          <a:ln w="12700">
            <a:solidFill>
              <a:srgbClr val="C6890F">
                <a:alpha val="14000"/>
              </a:srgbClr>
            </a:solidFill>
            <a:prstDash val="solid"/>
          </a:ln>
        </p:spPr>
        <p:txBody>
          <a:bodyPr/>
          <a:lstStyle/>
          <a:p>
            <a:endParaRPr lang="en-US" sz="1800"/>
          </a:p>
        </p:txBody>
      </p:sp>
      <p:sp>
        <p:nvSpPr>
          <p:cNvPr id="8" name="Shape 6">
            <a:extLst>
              <a:ext uri="{FF2B5EF4-FFF2-40B4-BE49-F238E27FC236}">
                <a16:creationId xmlns:a16="http://schemas.microsoft.com/office/drawing/2014/main" id="{7A44CF6D-D203-D7D1-B04A-5A8FAB42BBBF}"/>
              </a:ext>
            </a:extLst>
          </p:cNvPr>
          <p:cNvSpPr/>
          <p:nvPr/>
        </p:nvSpPr>
        <p:spPr>
          <a:xfrm>
            <a:off x="10599484" y="5230368"/>
            <a:ext cx="408920" cy="408920"/>
          </a:xfrm>
          <a:prstGeom prst="rect">
            <a:avLst/>
          </a:prstGeom>
          <a:ln w="12700">
            <a:solidFill>
              <a:srgbClr val="C6890F">
                <a:alpha val="14000"/>
              </a:srgbClr>
            </a:solidFill>
            <a:prstDash val="solid"/>
          </a:ln>
        </p:spPr>
        <p:txBody>
          <a:bodyPr/>
          <a:lstStyle/>
          <a:p>
            <a:endParaRPr lang="en-US" sz="1800"/>
          </a:p>
        </p:txBody>
      </p:sp>
      <p:sp>
        <p:nvSpPr>
          <p:cNvPr id="9" name="Shape 7">
            <a:extLst>
              <a:ext uri="{FF2B5EF4-FFF2-40B4-BE49-F238E27FC236}">
                <a16:creationId xmlns:a16="http://schemas.microsoft.com/office/drawing/2014/main" id="{497FAF2A-3364-22C3-FFE0-B1C985965F2B}"/>
              </a:ext>
            </a:extLst>
          </p:cNvPr>
          <p:cNvSpPr/>
          <p:nvPr/>
        </p:nvSpPr>
        <p:spPr>
          <a:xfrm>
            <a:off x="11074972" y="5230368"/>
            <a:ext cx="408920" cy="408920"/>
          </a:xfrm>
          <a:prstGeom prst="rect">
            <a:avLst/>
          </a:prstGeom>
          <a:ln w="12700">
            <a:solidFill>
              <a:srgbClr val="C6890F">
                <a:alpha val="14000"/>
              </a:srgbClr>
            </a:solidFill>
            <a:prstDash val="solid"/>
          </a:ln>
        </p:spPr>
        <p:txBody>
          <a:bodyPr/>
          <a:lstStyle/>
          <a:p>
            <a:endParaRPr lang="en-US" sz="1800"/>
          </a:p>
        </p:txBody>
      </p:sp>
      <p:sp>
        <p:nvSpPr>
          <p:cNvPr id="10" name="Shape 8">
            <a:extLst>
              <a:ext uri="{FF2B5EF4-FFF2-40B4-BE49-F238E27FC236}">
                <a16:creationId xmlns:a16="http://schemas.microsoft.com/office/drawing/2014/main" id="{5AF4D822-DA43-EC80-932F-8AB7180795A6}"/>
              </a:ext>
            </a:extLst>
          </p:cNvPr>
          <p:cNvSpPr/>
          <p:nvPr/>
        </p:nvSpPr>
        <p:spPr>
          <a:xfrm>
            <a:off x="9648508" y="5705856"/>
            <a:ext cx="408920" cy="408920"/>
          </a:xfrm>
          <a:prstGeom prst="rect">
            <a:avLst/>
          </a:prstGeom>
          <a:ln w="12700">
            <a:solidFill>
              <a:srgbClr val="C6890F">
                <a:alpha val="14000"/>
              </a:srgbClr>
            </a:solidFill>
            <a:prstDash val="solid"/>
          </a:ln>
        </p:spPr>
        <p:txBody>
          <a:bodyPr/>
          <a:lstStyle/>
          <a:p>
            <a:endParaRPr lang="en-US" sz="1800"/>
          </a:p>
        </p:txBody>
      </p:sp>
      <p:sp>
        <p:nvSpPr>
          <p:cNvPr id="11" name="Shape 9">
            <a:extLst>
              <a:ext uri="{FF2B5EF4-FFF2-40B4-BE49-F238E27FC236}">
                <a16:creationId xmlns:a16="http://schemas.microsoft.com/office/drawing/2014/main" id="{AAEB8060-5902-1ED4-2ED1-F18D5C9CEA25}"/>
              </a:ext>
            </a:extLst>
          </p:cNvPr>
          <p:cNvSpPr/>
          <p:nvPr/>
        </p:nvSpPr>
        <p:spPr>
          <a:xfrm>
            <a:off x="10123996" y="5705856"/>
            <a:ext cx="408920" cy="408920"/>
          </a:xfrm>
          <a:prstGeom prst="rect">
            <a:avLst/>
          </a:prstGeom>
          <a:ln w="12700">
            <a:solidFill>
              <a:srgbClr val="C6890F">
                <a:alpha val="14000"/>
              </a:srgbClr>
            </a:solidFill>
            <a:prstDash val="solid"/>
          </a:ln>
        </p:spPr>
        <p:txBody>
          <a:bodyPr/>
          <a:lstStyle/>
          <a:p>
            <a:endParaRPr lang="en-US" sz="1800"/>
          </a:p>
        </p:txBody>
      </p:sp>
      <p:sp>
        <p:nvSpPr>
          <p:cNvPr id="12" name="Shape 10">
            <a:extLst>
              <a:ext uri="{FF2B5EF4-FFF2-40B4-BE49-F238E27FC236}">
                <a16:creationId xmlns:a16="http://schemas.microsoft.com/office/drawing/2014/main" id="{7C2DE4FA-FA1F-922B-8EB3-315AF22B75E0}"/>
              </a:ext>
            </a:extLst>
          </p:cNvPr>
          <p:cNvSpPr/>
          <p:nvPr/>
        </p:nvSpPr>
        <p:spPr>
          <a:xfrm>
            <a:off x="10599484" y="5705856"/>
            <a:ext cx="408920" cy="408920"/>
          </a:xfrm>
          <a:prstGeom prst="rect">
            <a:avLst/>
          </a:prstGeom>
          <a:ln w="12700">
            <a:solidFill>
              <a:srgbClr val="C6890F">
                <a:alpha val="14000"/>
              </a:srgbClr>
            </a:solidFill>
            <a:prstDash val="solid"/>
          </a:ln>
        </p:spPr>
        <p:txBody>
          <a:bodyPr/>
          <a:lstStyle/>
          <a:p>
            <a:endParaRPr lang="en-US" sz="1800"/>
          </a:p>
        </p:txBody>
      </p:sp>
      <p:sp>
        <p:nvSpPr>
          <p:cNvPr id="13" name="Shape 11">
            <a:extLst>
              <a:ext uri="{FF2B5EF4-FFF2-40B4-BE49-F238E27FC236}">
                <a16:creationId xmlns:a16="http://schemas.microsoft.com/office/drawing/2014/main" id="{F8C616B3-E23B-FBCA-04F3-6FDB7CE41168}"/>
              </a:ext>
            </a:extLst>
          </p:cNvPr>
          <p:cNvSpPr/>
          <p:nvPr/>
        </p:nvSpPr>
        <p:spPr>
          <a:xfrm>
            <a:off x="11074972" y="5705856"/>
            <a:ext cx="408920" cy="408920"/>
          </a:xfrm>
          <a:prstGeom prst="rect">
            <a:avLst/>
          </a:prstGeom>
          <a:ln w="12700">
            <a:solidFill>
              <a:srgbClr val="C6890F">
                <a:alpha val="14000"/>
              </a:srgbClr>
            </a:solidFill>
            <a:prstDash val="solid"/>
          </a:ln>
        </p:spPr>
        <p:txBody>
          <a:bodyPr/>
          <a:lstStyle/>
          <a:p>
            <a:endParaRPr lang="en-US" sz="1800"/>
          </a:p>
        </p:txBody>
      </p:sp>
      <p:sp>
        <p:nvSpPr>
          <p:cNvPr id="14" name="Shape 12">
            <a:extLst>
              <a:ext uri="{FF2B5EF4-FFF2-40B4-BE49-F238E27FC236}">
                <a16:creationId xmlns:a16="http://schemas.microsoft.com/office/drawing/2014/main" id="{DEF81962-3434-9B2A-5559-FBF89CB8C916}"/>
              </a:ext>
            </a:extLst>
          </p:cNvPr>
          <p:cNvSpPr/>
          <p:nvPr/>
        </p:nvSpPr>
        <p:spPr>
          <a:xfrm>
            <a:off x="9785668"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5" name="Shape 13">
            <a:extLst>
              <a:ext uri="{FF2B5EF4-FFF2-40B4-BE49-F238E27FC236}">
                <a16:creationId xmlns:a16="http://schemas.microsoft.com/office/drawing/2014/main" id="{1C7FD081-641B-F32A-F544-22115D5B5ED2}"/>
              </a:ext>
            </a:extLst>
          </p:cNvPr>
          <p:cNvSpPr/>
          <p:nvPr/>
        </p:nvSpPr>
        <p:spPr>
          <a:xfrm>
            <a:off x="9944408" y="798820"/>
            <a:ext cx="249448" cy="249448"/>
          </a:xfrm>
          <a:prstGeom prst="ellipse">
            <a:avLst/>
          </a:prstGeom>
          <a:ln w="28575">
            <a:solidFill>
              <a:srgbClr val="C6890F">
                <a:alpha val="85000"/>
              </a:srgbClr>
            </a:solidFill>
            <a:prstDash val="solid"/>
          </a:ln>
        </p:spPr>
        <p:txBody>
          <a:bodyPr/>
          <a:lstStyle/>
          <a:p>
            <a:endParaRPr lang="en-US" sz="1800"/>
          </a:p>
        </p:txBody>
      </p:sp>
      <p:sp>
        <p:nvSpPr>
          <p:cNvPr id="16" name="Shape 14">
            <a:extLst>
              <a:ext uri="{FF2B5EF4-FFF2-40B4-BE49-F238E27FC236}">
                <a16:creationId xmlns:a16="http://schemas.microsoft.com/office/drawing/2014/main" id="{50769071-E2E1-F1D4-EC9A-44B68A2CDB11}"/>
              </a:ext>
            </a:extLst>
          </p:cNvPr>
          <p:cNvSpPr/>
          <p:nvPr/>
        </p:nvSpPr>
        <p:spPr>
          <a:xfrm>
            <a:off x="10511336"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7" name="Shape 15">
            <a:extLst>
              <a:ext uri="{FF2B5EF4-FFF2-40B4-BE49-F238E27FC236}">
                <a16:creationId xmlns:a16="http://schemas.microsoft.com/office/drawing/2014/main" id="{43D53873-708D-44CC-5287-E968EE9B9790}"/>
              </a:ext>
            </a:extLst>
          </p:cNvPr>
          <p:cNvSpPr/>
          <p:nvPr/>
        </p:nvSpPr>
        <p:spPr>
          <a:xfrm>
            <a:off x="10670076" y="798820"/>
            <a:ext cx="249448" cy="249448"/>
          </a:xfrm>
          <a:prstGeom prst="ellipse">
            <a:avLst/>
          </a:prstGeom>
          <a:ln w="28575">
            <a:solidFill>
              <a:srgbClr val="C6890F">
                <a:alpha val="85000"/>
              </a:srgbClr>
            </a:solidFill>
            <a:prstDash val="solid"/>
          </a:ln>
        </p:spPr>
        <p:txBody>
          <a:bodyPr/>
          <a:lstStyle/>
          <a:p>
            <a:endParaRPr lang="en-US" sz="1800"/>
          </a:p>
        </p:txBody>
      </p:sp>
      <p:sp>
        <p:nvSpPr>
          <p:cNvPr id="18" name="Shape 16">
            <a:extLst>
              <a:ext uri="{FF2B5EF4-FFF2-40B4-BE49-F238E27FC236}">
                <a16:creationId xmlns:a16="http://schemas.microsoft.com/office/drawing/2014/main" id="{33853A32-A3BA-28DF-7A53-597ADD81A2B5}"/>
              </a:ext>
            </a:extLst>
          </p:cNvPr>
          <p:cNvSpPr/>
          <p:nvPr/>
        </p:nvSpPr>
        <p:spPr>
          <a:xfrm>
            <a:off x="10749446" y="878190"/>
            <a:ext cx="90708" cy="90708"/>
          </a:xfrm>
          <a:prstGeom prst="ellipse">
            <a:avLst/>
          </a:prstGeom>
          <a:solidFill>
            <a:srgbClr val="2E9BC4">
              <a:alpha val="85000"/>
            </a:srgbClr>
          </a:solidFill>
          <a:ln/>
        </p:spPr>
        <p:txBody>
          <a:bodyPr/>
          <a:lstStyle/>
          <a:p>
            <a:endParaRPr lang="en-US" sz="1800"/>
          </a:p>
        </p:txBody>
      </p:sp>
      <p:sp>
        <p:nvSpPr>
          <p:cNvPr id="22" name="Text 20">
            <a:extLst>
              <a:ext uri="{FF2B5EF4-FFF2-40B4-BE49-F238E27FC236}">
                <a16:creationId xmlns:a16="http://schemas.microsoft.com/office/drawing/2014/main" id="{2B9F7427-5404-785B-B86E-4B17927312F3}"/>
              </a:ext>
            </a:extLst>
          </p:cNvPr>
          <p:cNvSpPr txBox="1"/>
          <p:nvPr/>
        </p:nvSpPr>
        <p:spPr>
          <a:xfrm>
            <a:off x="605092" y="2651760"/>
            <a:ext cx="10515600" cy="1097280"/>
          </a:xfrm>
          <a:prstGeom prst="rect">
            <a:avLst/>
          </a:prstGeom>
          <a:noFill/>
          <a:ln/>
        </p:spPr>
        <p:txBody>
          <a:bodyPr wrap="square" lIns="0" tIns="0" rIns="0" bIns="0" rtlCol="0" anchor="ctr"/>
          <a:lstStyle/>
          <a:p>
            <a:r>
              <a:rPr lang="en-US" sz="5000" b="1">
                <a:solidFill>
                  <a:srgbClr val="C6890F"/>
                </a:solidFill>
                <a:latin typeface="Arial"/>
                <a:cs typeface="Arial"/>
              </a:rPr>
              <a:t>Guidance, Nav. &amp; Controls</a:t>
            </a:r>
            <a:endParaRPr lang="en-US"/>
          </a:p>
        </p:txBody>
      </p:sp>
      <p:sp>
        <p:nvSpPr>
          <p:cNvPr id="23" name="Shape 21">
            <a:extLst>
              <a:ext uri="{FF2B5EF4-FFF2-40B4-BE49-F238E27FC236}">
                <a16:creationId xmlns:a16="http://schemas.microsoft.com/office/drawing/2014/main" id="{E713EAEE-7760-D888-CE50-111D5F18C097}"/>
              </a:ext>
            </a:extLst>
          </p:cNvPr>
          <p:cNvSpPr/>
          <p:nvPr/>
        </p:nvSpPr>
        <p:spPr>
          <a:xfrm>
            <a:off x="659956" y="3886200"/>
            <a:ext cx="3108960" cy="0"/>
          </a:xfrm>
          <a:prstGeom prst="line">
            <a:avLst/>
          </a:prstGeom>
          <a:noFill/>
          <a:ln w="25400">
            <a:solidFill>
              <a:srgbClr val="C6890F"/>
            </a:solidFill>
            <a:prstDash val="solid"/>
          </a:ln>
        </p:spPr>
        <p:txBody>
          <a:bodyPr/>
          <a:lstStyle/>
          <a:p>
            <a:endParaRPr lang="en-US" sz="1800"/>
          </a:p>
        </p:txBody>
      </p:sp>
      <p:sp>
        <p:nvSpPr>
          <p:cNvPr id="24" name="Text 22">
            <a:extLst>
              <a:ext uri="{FF2B5EF4-FFF2-40B4-BE49-F238E27FC236}">
                <a16:creationId xmlns:a16="http://schemas.microsoft.com/office/drawing/2014/main" id="{9DDAB516-8DBF-D586-9AE8-30726F495BC9}"/>
              </a:ext>
            </a:extLst>
          </p:cNvPr>
          <p:cNvSpPr txBox="1"/>
          <p:nvPr/>
        </p:nvSpPr>
        <p:spPr>
          <a:xfrm>
            <a:off x="641668" y="4114800"/>
            <a:ext cx="8686800" cy="548640"/>
          </a:xfrm>
          <a:prstGeom prst="rect">
            <a:avLst/>
          </a:prstGeom>
          <a:noFill/>
          <a:ln/>
        </p:spPr>
        <p:txBody>
          <a:bodyPr wrap="square" lIns="0" tIns="0" rIns="0" bIns="0" rtlCol="0" anchor="ctr"/>
          <a:lstStyle/>
          <a:p>
            <a:r>
              <a:rPr lang="en-US" sz="1600">
                <a:solidFill>
                  <a:srgbClr val="E9E3D6"/>
                </a:solidFill>
                <a:latin typeface="Arial"/>
                <a:cs typeface="Arial"/>
              </a:rPr>
              <a:t>Trade-studies</a:t>
            </a:r>
            <a:endParaRPr lang="en-US" sz="1800"/>
          </a:p>
        </p:txBody>
      </p:sp>
      <p:sp>
        <p:nvSpPr>
          <p:cNvPr id="19" name="Text 19">
            <a:extLst>
              <a:ext uri="{FF2B5EF4-FFF2-40B4-BE49-F238E27FC236}">
                <a16:creationId xmlns:a16="http://schemas.microsoft.com/office/drawing/2014/main" id="{8AAC3DFE-C84D-5F24-2FA7-91254C7DCF28}"/>
              </a:ext>
            </a:extLst>
          </p:cNvPr>
          <p:cNvSpPr txBox="1"/>
          <p:nvPr/>
        </p:nvSpPr>
        <p:spPr>
          <a:xfrm>
            <a:off x="641500" y="2194881"/>
            <a:ext cx="8227457" cy="36566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kern="0" spc="300">
                <a:solidFill>
                  <a:srgbClr val="2E9BC4"/>
                </a:solidFill>
                <a:latin typeface="Arial"/>
                <a:ea typeface="Arial" pitchFamily="34" charset="-122"/>
                <a:cs typeface="Arial"/>
              </a:rPr>
              <a:t>ASEN 4018-013</a:t>
            </a:r>
            <a:endParaRPr lang="en-US" sz="1400">
              <a:latin typeface="Arial"/>
              <a:cs typeface="Arial"/>
            </a:endParaRPr>
          </a:p>
        </p:txBody>
      </p:sp>
      <p:sp>
        <p:nvSpPr>
          <p:cNvPr id="31" name="Slide Number Placeholder 23">
            <a:extLst>
              <a:ext uri="{FF2B5EF4-FFF2-40B4-BE49-F238E27FC236}">
                <a16:creationId xmlns:a16="http://schemas.microsoft.com/office/drawing/2014/main" id="{1554E47D-E9CE-C9A4-21F9-6E300A51B72C}"/>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solidFill>
                  <a:schemeClr val="bg1"/>
                </a:solidFill>
              </a:rPr>
              <a:t>61</a:t>
            </a:fld>
            <a:endParaRPr lang="en-US">
              <a:solidFill>
                <a:schemeClr val="bg1"/>
              </a:solidFill>
            </a:endParaRPr>
          </a:p>
        </p:txBody>
      </p:sp>
    </p:spTree>
    <p:extLst>
      <p:ext uri="{BB962C8B-B14F-4D97-AF65-F5344CB8AC3E}">
        <p14:creationId xmlns:p14="http://schemas.microsoft.com/office/powerpoint/2010/main" val="19680795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p:cNvPicPr>
            <a:picLocks noChangeAspect="1"/>
          </p:cNvPicPr>
          <p:nvPr/>
        </p:nvPicPr>
        <p:blipFill>
          <a:blip r:embed="rId3"/>
          <a:stretch>
            <a:fillRect/>
          </a:stretch>
        </p:blipFill>
        <p:spPr>
          <a:xfrm>
            <a:off x="579489" y="504749"/>
            <a:ext cx="362102" cy="362102"/>
          </a:xfrm>
          <a:prstGeom prst="rect">
            <a:avLst/>
          </a:prstGeom>
        </p:spPr>
      </p:pic>
      <p:sp>
        <p:nvSpPr>
          <p:cNvPr id="4" name="Text 1"/>
          <p:cNvSpPr txBox="1"/>
          <p:nvPr/>
        </p:nvSpPr>
        <p:spPr>
          <a:xfrm>
            <a:off x="1281748" y="353648"/>
            <a:ext cx="7680960" cy="658368"/>
          </a:xfrm>
          <a:prstGeom prst="rect">
            <a:avLst/>
          </a:prstGeom>
          <a:noFill/>
          <a:ln/>
        </p:spPr>
        <p:txBody>
          <a:bodyPr wrap="square" lIns="0" tIns="0" rIns="0" bIns="0" rtlCol="0" anchor="ctr"/>
          <a:lstStyle/>
          <a:p>
            <a:r>
              <a:rPr lang="en-US" sz="2800" b="1" kern="0" spc="100">
                <a:solidFill>
                  <a:srgbClr val="2B2A28"/>
                </a:solidFill>
                <a:latin typeface="Arial"/>
                <a:ea typeface="Calibri"/>
                <a:cs typeface="Arial"/>
              </a:rPr>
              <a:t>Subsystem Background</a:t>
            </a:r>
          </a:p>
        </p:txBody>
      </p:sp>
      <p:sp>
        <p:nvSpPr>
          <p:cNvPr id="5" name="Shape 2"/>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7" name="Text 4"/>
          <p:cNvSpPr txBox="1"/>
          <p:nvPr/>
        </p:nvSpPr>
        <p:spPr>
          <a:xfrm>
            <a:off x="758724" y="1554480"/>
            <a:ext cx="10796729" cy="4206240"/>
          </a:xfrm>
          <a:prstGeom prst="rect">
            <a:avLst/>
          </a:prstGeom>
          <a:noFill/>
          <a:ln/>
        </p:spPr>
        <p:txBody>
          <a:bodyPr wrap="square" lIns="0" tIns="0" rIns="0" bIns="0" rtlCol="0" anchor="t"/>
          <a:lstStyle/>
          <a:p>
            <a:pPr>
              <a:lnSpc>
                <a:spcPct val="105000"/>
              </a:lnSpc>
              <a:spcAft>
                <a:spcPts val="600"/>
              </a:spcAft>
              <a:buSzPct val="100000"/>
            </a:pPr>
            <a:r>
              <a:rPr lang="en-US" sz="2800" b="1" u="sng">
                <a:solidFill>
                  <a:srgbClr val="000000"/>
                </a:solidFill>
                <a:latin typeface="Arial"/>
                <a:ea typeface="Calibri"/>
                <a:cs typeface="Arial"/>
              </a:rPr>
              <a:t>Guidance &amp; Navigation</a:t>
            </a:r>
          </a:p>
          <a:p>
            <a:pPr marL="342900" indent="-342900">
              <a:lnSpc>
                <a:spcPct val="105000"/>
              </a:lnSpc>
              <a:spcAft>
                <a:spcPts val="600"/>
              </a:spcAft>
              <a:buSzPct val="100000"/>
              <a:buFont typeface="Arial"/>
              <a:buChar char="•"/>
            </a:pPr>
            <a:r>
              <a:rPr lang="en-US" sz="1600" b="1">
                <a:solidFill>
                  <a:srgbClr val="000000"/>
                </a:solidFill>
                <a:latin typeface="Arial"/>
                <a:ea typeface="Calibri"/>
                <a:cs typeface="Arial"/>
              </a:rPr>
              <a:t>Drone requires autonomous guidance and navigation to AOI and for search patterns</a:t>
            </a:r>
            <a:endParaRPr lang="en-US" sz="2400">
              <a:solidFill>
                <a:srgbClr val="000000"/>
              </a:solidFill>
            </a:endParaRPr>
          </a:p>
          <a:p>
            <a:pPr marL="800100" lvl="1" indent="-342900">
              <a:lnSpc>
                <a:spcPct val="105000"/>
              </a:lnSpc>
              <a:spcAft>
                <a:spcPts val="600"/>
              </a:spcAft>
              <a:buSzPct val="100000"/>
              <a:buFont typeface="Courier New"/>
              <a:buChar char="o"/>
            </a:pPr>
            <a:r>
              <a:rPr lang="en-US" sz="1600">
                <a:solidFill>
                  <a:srgbClr val="000000"/>
                </a:solidFill>
                <a:latin typeface="Arial"/>
                <a:ea typeface="Calibri"/>
                <a:cs typeface="Arial"/>
              </a:rPr>
              <a:t>Autonomously reach point on AOI border</a:t>
            </a:r>
          </a:p>
          <a:p>
            <a:pPr marL="800100" lvl="1" indent="-342900">
              <a:lnSpc>
                <a:spcPct val="105000"/>
              </a:lnSpc>
              <a:spcAft>
                <a:spcPts val="600"/>
              </a:spcAft>
              <a:buSzPct val="100000"/>
              <a:buFont typeface="Courier New"/>
              <a:buChar char="o"/>
            </a:pPr>
            <a:r>
              <a:rPr lang="en-US" sz="1600">
                <a:solidFill>
                  <a:srgbClr val="000000"/>
                </a:solidFill>
                <a:latin typeface="Arial"/>
                <a:ea typeface="Calibri"/>
                <a:cs typeface="Arial"/>
              </a:rPr>
              <a:t>Search AOI efficiently to find </a:t>
            </a:r>
            <a:r>
              <a:rPr lang="en-US" sz="1600" err="1">
                <a:solidFill>
                  <a:srgbClr val="000000"/>
                </a:solidFill>
                <a:latin typeface="Arial"/>
                <a:ea typeface="Calibri"/>
                <a:cs typeface="Arial"/>
              </a:rPr>
              <a:t>ArUco</a:t>
            </a:r>
            <a:r>
              <a:rPr lang="en-US" sz="1600">
                <a:solidFill>
                  <a:srgbClr val="000000"/>
                </a:solidFill>
                <a:latin typeface="Arial"/>
                <a:ea typeface="Calibri"/>
                <a:cs typeface="Arial"/>
              </a:rPr>
              <a:t> marker</a:t>
            </a:r>
          </a:p>
          <a:p>
            <a:pPr marL="800100" lvl="1" indent="-342900">
              <a:lnSpc>
                <a:spcPct val="105000"/>
              </a:lnSpc>
              <a:spcAft>
                <a:spcPts val="600"/>
              </a:spcAft>
              <a:buSzPct val="100000"/>
              <a:buFont typeface="Courier New"/>
              <a:buChar char="o"/>
            </a:pPr>
            <a:r>
              <a:rPr lang="en-US" sz="1600">
                <a:solidFill>
                  <a:srgbClr val="000000"/>
                </a:solidFill>
                <a:latin typeface="Arial"/>
                <a:ea typeface="Calibri"/>
                <a:cs typeface="Arial"/>
              </a:rPr>
              <a:t>Autonomously return to starting position</a:t>
            </a:r>
          </a:p>
          <a:p>
            <a:pPr marL="342900" indent="-342900">
              <a:lnSpc>
                <a:spcPct val="105000"/>
              </a:lnSpc>
              <a:spcAft>
                <a:spcPts val="600"/>
              </a:spcAft>
              <a:buSzPct val="100000"/>
              <a:buFont typeface="Courier New"/>
              <a:buChar char="•"/>
            </a:pPr>
            <a:r>
              <a:rPr lang="en-US" sz="1600">
                <a:solidFill>
                  <a:srgbClr val="000000"/>
                </a:solidFill>
                <a:latin typeface="Arial"/>
                <a:ea typeface="Calibri"/>
                <a:cs typeface="Arial"/>
              </a:rPr>
              <a:t>Pathfinding algorithms define efficiency of drone trajectory</a:t>
            </a:r>
          </a:p>
          <a:p>
            <a:pPr>
              <a:lnSpc>
                <a:spcPct val="105000"/>
              </a:lnSpc>
              <a:spcAft>
                <a:spcPts val="600"/>
              </a:spcAft>
              <a:buSzPct val="100000"/>
            </a:pPr>
            <a:endParaRPr lang="en-US" sz="1600">
              <a:solidFill>
                <a:srgbClr val="000000"/>
              </a:solidFill>
              <a:latin typeface="Arial"/>
              <a:ea typeface="Calibri"/>
              <a:cs typeface="Arial"/>
            </a:endParaRPr>
          </a:p>
          <a:p>
            <a:pPr>
              <a:lnSpc>
                <a:spcPct val="105000"/>
              </a:lnSpc>
              <a:spcAft>
                <a:spcPts val="600"/>
              </a:spcAft>
            </a:pPr>
            <a:r>
              <a:rPr lang="en-US" sz="2800" b="1" u="sng">
                <a:solidFill>
                  <a:srgbClr val="000000"/>
                </a:solidFill>
                <a:latin typeface="Arial"/>
                <a:ea typeface="Calibri"/>
                <a:cs typeface="Arial"/>
              </a:rPr>
              <a:t>Dynamics &amp; Control</a:t>
            </a:r>
          </a:p>
          <a:p>
            <a:pPr marL="342900" indent="-342900">
              <a:lnSpc>
                <a:spcPct val="105000"/>
              </a:lnSpc>
              <a:spcAft>
                <a:spcPts val="600"/>
              </a:spcAft>
              <a:buSzPct val="100000"/>
              <a:buFont typeface="Courier New"/>
              <a:buChar char="•"/>
            </a:pPr>
            <a:r>
              <a:rPr lang="en-US" sz="1600" b="1">
                <a:solidFill>
                  <a:srgbClr val="000000"/>
                </a:solidFill>
                <a:latin typeface="Arial"/>
                <a:ea typeface="Calibri"/>
                <a:cs typeface="Arial"/>
              </a:rPr>
              <a:t>Drone must correctly control propellor thrusts to navigate properly</a:t>
            </a:r>
          </a:p>
          <a:p>
            <a:pPr marL="800100" lvl="1" indent="-342900">
              <a:lnSpc>
                <a:spcPct val="105000"/>
              </a:lnSpc>
              <a:spcAft>
                <a:spcPts val="600"/>
              </a:spcAft>
              <a:buSzPct val="100000"/>
              <a:buFont typeface="Courier New"/>
              <a:buChar char="o"/>
            </a:pPr>
            <a:r>
              <a:rPr lang="en-US" sz="1600">
                <a:solidFill>
                  <a:srgbClr val="000000"/>
                </a:solidFill>
                <a:latin typeface="Arial"/>
                <a:ea typeface="Calibri"/>
                <a:cs typeface="Arial"/>
              </a:rPr>
              <a:t>Need to maintain SLUF during search patterns</a:t>
            </a:r>
          </a:p>
          <a:p>
            <a:pPr marL="800100" lvl="1" indent="-342900">
              <a:lnSpc>
                <a:spcPct val="105000"/>
              </a:lnSpc>
              <a:spcAft>
                <a:spcPts val="600"/>
              </a:spcAft>
              <a:buSzPct val="100000"/>
              <a:buFont typeface="Courier New"/>
              <a:buChar char="o"/>
            </a:pPr>
            <a:r>
              <a:rPr lang="en-US" sz="1600">
                <a:solidFill>
                  <a:srgbClr val="000000"/>
                </a:solidFill>
                <a:latin typeface="Arial"/>
                <a:ea typeface="Calibri"/>
                <a:cs typeface="Arial"/>
              </a:rPr>
              <a:t>Control laws (PID, LQR, etc.) used to keep drone on simulated trajectory</a:t>
            </a:r>
          </a:p>
          <a:p>
            <a:pPr marL="800100" lvl="1" indent="-342900">
              <a:lnSpc>
                <a:spcPct val="105000"/>
              </a:lnSpc>
              <a:spcAft>
                <a:spcPts val="600"/>
              </a:spcAft>
              <a:buSzPct val="100000"/>
              <a:buFont typeface="Courier New"/>
              <a:buChar char="o"/>
            </a:pPr>
            <a:r>
              <a:rPr lang="en-US" sz="1600">
                <a:solidFill>
                  <a:srgbClr val="000000"/>
                </a:solidFill>
                <a:latin typeface="Arial"/>
                <a:ea typeface="Calibri"/>
                <a:cs typeface="Arial"/>
              </a:rPr>
              <a:t>Quadrotor dynamics define control laws</a:t>
            </a:r>
          </a:p>
          <a:p>
            <a:pPr marL="342900" indent="-342900">
              <a:lnSpc>
                <a:spcPct val="105000"/>
              </a:lnSpc>
              <a:spcAft>
                <a:spcPts val="600"/>
              </a:spcAft>
              <a:buSzPct val="100000"/>
              <a:buFont typeface="Courier New"/>
              <a:buChar char="•"/>
            </a:pPr>
            <a:r>
              <a:rPr lang="en-US" sz="1600">
                <a:solidFill>
                  <a:srgbClr val="000000"/>
                </a:solidFill>
                <a:latin typeface="Arial"/>
                <a:ea typeface="Calibri"/>
                <a:cs typeface="Arial"/>
              </a:rPr>
              <a:t>Control laws maintain accuracy of drone positioning for precise operation</a:t>
            </a:r>
          </a:p>
        </p:txBody>
      </p:sp>
      <p:sp>
        <p:nvSpPr>
          <p:cNvPr id="16" name="Slide Number Placeholder 23">
            <a:extLst>
              <a:ext uri="{FF2B5EF4-FFF2-40B4-BE49-F238E27FC236}">
                <a16:creationId xmlns:a16="http://schemas.microsoft.com/office/drawing/2014/main" id="{C893DF1A-F409-F562-E14D-24A2ED139309}"/>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t>62</a:t>
            </a:fld>
            <a:endParaRPr lang="en-US"/>
          </a:p>
        </p:txBody>
      </p:sp>
      <p:grpSp>
        <p:nvGrpSpPr>
          <p:cNvPr id="17" name="Trade Studies Bar - 4 GNC">
            <a:extLst>
              <a:ext uri="{FF2B5EF4-FFF2-40B4-BE49-F238E27FC236}">
                <a16:creationId xmlns:a16="http://schemas.microsoft.com/office/drawing/2014/main" id="{ABC926A9-CE08-D635-6874-A82ADF2E41D8}"/>
              </a:ext>
            </a:extLst>
          </p:cNvPr>
          <p:cNvGrpSpPr/>
          <p:nvPr/>
        </p:nvGrpSpPr>
        <p:grpSpPr>
          <a:xfrm>
            <a:off x="814349" y="6570020"/>
            <a:ext cx="10563301" cy="276999"/>
            <a:chOff x="790698" y="5902391"/>
            <a:chExt cx="10563301" cy="276999"/>
          </a:xfrm>
        </p:grpSpPr>
        <p:sp>
          <p:nvSpPr>
            <p:cNvPr id="18" name="Segment 0 - Trade Studies">
              <a:extLst>
                <a:ext uri="{FF2B5EF4-FFF2-40B4-BE49-F238E27FC236}">
                  <a16:creationId xmlns:a16="http://schemas.microsoft.com/office/drawing/2014/main" id="{BA24465B-29DA-73AD-5291-8F451A93CD45}"/>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9" name="Segment 1 - Propulsion">
              <a:extLst>
                <a:ext uri="{FF2B5EF4-FFF2-40B4-BE49-F238E27FC236}">
                  <a16:creationId xmlns:a16="http://schemas.microsoft.com/office/drawing/2014/main" id="{03BD3355-F413-9A1D-A792-8C8C136779FF}"/>
                </a:ext>
              </a:extLst>
            </p:cNvPr>
            <p:cNvSpPr/>
            <p:nvPr/>
          </p:nvSpPr>
          <p:spPr>
            <a:xfrm>
              <a:off x="268951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Propulsion</a:t>
              </a:r>
            </a:p>
          </p:txBody>
        </p:sp>
        <p:sp>
          <p:nvSpPr>
            <p:cNvPr id="20" name="Segment 2 - Power Systems">
              <a:extLst>
                <a:ext uri="{FF2B5EF4-FFF2-40B4-BE49-F238E27FC236}">
                  <a16:creationId xmlns:a16="http://schemas.microsoft.com/office/drawing/2014/main" id="{2BCF352D-CE34-7005-FCC7-26102EA9DC53}"/>
                </a:ext>
              </a:extLst>
            </p:cNvPr>
            <p:cNvSpPr/>
            <p:nvPr/>
          </p:nvSpPr>
          <p:spPr>
            <a:xfrm>
              <a:off x="441013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Power Systems</a:t>
              </a:r>
            </a:p>
          </p:txBody>
        </p:sp>
        <p:sp>
          <p:nvSpPr>
            <p:cNvPr id="21" name="Segment 3 - Airframe">
              <a:extLst>
                <a:ext uri="{FF2B5EF4-FFF2-40B4-BE49-F238E27FC236}">
                  <a16:creationId xmlns:a16="http://schemas.microsoft.com/office/drawing/2014/main" id="{A04489C5-0E02-2F64-CF57-A2B9E2DF0A63}"/>
                </a:ext>
              </a:extLst>
            </p:cNvPr>
            <p:cNvSpPr/>
            <p:nvPr/>
          </p:nvSpPr>
          <p:spPr>
            <a:xfrm>
              <a:off x="613074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Airframe</a:t>
              </a:r>
              <a:r>
                <a:rPr lang="en-US" sz="1050" b="0">
                  <a:solidFill>
                    <a:srgbClr val="FFFFFF"/>
                  </a:solidFill>
                  <a:latin typeface="Calibri"/>
                </a:rPr>
                <a:t> &amp; Aerodynamics</a:t>
              </a:r>
              <a:endParaRPr sz="1050" b="0">
                <a:solidFill>
                  <a:srgbClr val="FFFFFF"/>
                </a:solidFill>
                <a:latin typeface="Calibri"/>
              </a:endParaRPr>
            </a:p>
          </p:txBody>
        </p:sp>
        <p:sp>
          <p:nvSpPr>
            <p:cNvPr id="22" name="Segment 4 - GNC">
              <a:extLst>
                <a:ext uri="{FF2B5EF4-FFF2-40B4-BE49-F238E27FC236}">
                  <a16:creationId xmlns:a16="http://schemas.microsoft.com/office/drawing/2014/main" id="{C72D35E8-AAC9-F652-6025-60A2CD01BEEB}"/>
                </a:ext>
              </a:extLst>
            </p:cNvPr>
            <p:cNvSpPr/>
            <p:nvPr/>
          </p:nvSpPr>
          <p:spPr>
            <a:xfrm>
              <a:off x="7851360"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GNC</a:t>
              </a:r>
            </a:p>
          </p:txBody>
        </p:sp>
        <p:sp>
          <p:nvSpPr>
            <p:cNvPr id="23" name="Segment 5 - Avionics">
              <a:extLst>
                <a:ext uri="{FF2B5EF4-FFF2-40B4-BE49-F238E27FC236}">
                  <a16:creationId xmlns:a16="http://schemas.microsoft.com/office/drawing/2014/main" id="{7C264E1F-2BA9-1D9E-711D-714BA73E5FD3}"/>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Tree>
    <p:extLst>
      <p:ext uri="{BB962C8B-B14F-4D97-AF65-F5344CB8AC3E}">
        <p14:creationId xmlns:p14="http://schemas.microsoft.com/office/powerpoint/2010/main" val="15422379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2B2A27"/>
        </a:solidFill>
        <a:effectLst/>
      </p:bgPr>
    </p:bg>
    <p:spTree>
      <p:nvGrpSpPr>
        <p:cNvPr id="1" name="">
          <a:extLst>
            <a:ext uri="{FF2B5EF4-FFF2-40B4-BE49-F238E27FC236}">
              <a16:creationId xmlns:a16="http://schemas.microsoft.com/office/drawing/2014/main" id="{EB6AFA0B-02F9-C2C7-12E1-9452065AB8E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AE19A21-A243-4A69-51B7-F39CAFF17172}"/>
              </a:ext>
            </a:extLst>
          </p:cNvPr>
          <p:cNvSpPr/>
          <p:nvPr/>
        </p:nvSpPr>
        <p:spPr>
          <a:xfrm>
            <a:off x="9648508" y="4754880"/>
            <a:ext cx="408920" cy="408920"/>
          </a:xfrm>
          <a:prstGeom prst="rect">
            <a:avLst/>
          </a:prstGeom>
          <a:ln w="12700">
            <a:solidFill>
              <a:srgbClr val="C6890F">
                <a:alpha val="14000"/>
              </a:srgbClr>
            </a:solidFill>
            <a:prstDash val="solid"/>
          </a:ln>
        </p:spPr>
        <p:txBody>
          <a:bodyPr/>
          <a:lstStyle/>
          <a:p>
            <a:endParaRPr lang="en-US" sz="1800"/>
          </a:p>
        </p:txBody>
      </p:sp>
      <p:sp>
        <p:nvSpPr>
          <p:cNvPr id="3" name="Shape 1">
            <a:extLst>
              <a:ext uri="{FF2B5EF4-FFF2-40B4-BE49-F238E27FC236}">
                <a16:creationId xmlns:a16="http://schemas.microsoft.com/office/drawing/2014/main" id="{5474E526-F72B-54CA-258C-F2B2CE8792EA}"/>
              </a:ext>
            </a:extLst>
          </p:cNvPr>
          <p:cNvSpPr/>
          <p:nvPr/>
        </p:nvSpPr>
        <p:spPr>
          <a:xfrm>
            <a:off x="10123996" y="4754880"/>
            <a:ext cx="408920" cy="408920"/>
          </a:xfrm>
          <a:prstGeom prst="rect">
            <a:avLst/>
          </a:prstGeom>
          <a:ln w="12700">
            <a:solidFill>
              <a:srgbClr val="C6890F">
                <a:alpha val="14000"/>
              </a:srgbClr>
            </a:solidFill>
            <a:prstDash val="solid"/>
          </a:ln>
        </p:spPr>
        <p:txBody>
          <a:bodyPr/>
          <a:lstStyle/>
          <a:p>
            <a:endParaRPr lang="en-US" sz="1800"/>
          </a:p>
        </p:txBody>
      </p:sp>
      <p:sp>
        <p:nvSpPr>
          <p:cNvPr id="4" name="Shape 2">
            <a:extLst>
              <a:ext uri="{FF2B5EF4-FFF2-40B4-BE49-F238E27FC236}">
                <a16:creationId xmlns:a16="http://schemas.microsoft.com/office/drawing/2014/main" id="{DBC757AB-A610-32AF-4EAC-5D4D216F3137}"/>
              </a:ext>
            </a:extLst>
          </p:cNvPr>
          <p:cNvSpPr/>
          <p:nvPr/>
        </p:nvSpPr>
        <p:spPr>
          <a:xfrm>
            <a:off x="10599484" y="4754880"/>
            <a:ext cx="408920" cy="408920"/>
          </a:xfrm>
          <a:prstGeom prst="rect">
            <a:avLst/>
          </a:prstGeom>
          <a:ln w="12700">
            <a:solidFill>
              <a:srgbClr val="C6890F">
                <a:alpha val="14000"/>
              </a:srgbClr>
            </a:solidFill>
            <a:prstDash val="solid"/>
          </a:ln>
        </p:spPr>
        <p:txBody>
          <a:bodyPr/>
          <a:lstStyle/>
          <a:p>
            <a:endParaRPr lang="en-US" sz="1800"/>
          </a:p>
        </p:txBody>
      </p:sp>
      <p:sp>
        <p:nvSpPr>
          <p:cNvPr id="5" name="Shape 3">
            <a:extLst>
              <a:ext uri="{FF2B5EF4-FFF2-40B4-BE49-F238E27FC236}">
                <a16:creationId xmlns:a16="http://schemas.microsoft.com/office/drawing/2014/main" id="{5E02C97F-E22E-C623-EDA7-A3019B55D8F0}"/>
              </a:ext>
            </a:extLst>
          </p:cNvPr>
          <p:cNvSpPr/>
          <p:nvPr/>
        </p:nvSpPr>
        <p:spPr>
          <a:xfrm>
            <a:off x="11074972" y="4754880"/>
            <a:ext cx="408920" cy="408920"/>
          </a:xfrm>
          <a:prstGeom prst="rect">
            <a:avLst/>
          </a:prstGeom>
          <a:ln w="12700">
            <a:solidFill>
              <a:srgbClr val="C6890F">
                <a:alpha val="14000"/>
              </a:srgbClr>
            </a:solidFill>
            <a:prstDash val="solid"/>
          </a:ln>
        </p:spPr>
        <p:txBody>
          <a:bodyPr/>
          <a:lstStyle/>
          <a:p>
            <a:endParaRPr lang="en-US" sz="1800"/>
          </a:p>
        </p:txBody>
      </p:sp>
      <p:sp>
        <p:nvSpPr>
          <p:cNvPr id="6" name="Shape 4">
            <a:extLst>
              <a:ext uri="{FF2B5EF4-FFF2-40B4-BE49-F238E27FC236}">
                <a16:creationId xmlns:a16="http://schemas.microsoft.com/office/drawing/2014/main" id="{639444F9-F080-4BE4-7468-7C41965EB592}"/>
              </a:ext>
            </a:extLst>
          </p:cNvPr>
          <p:cNvSpPr/>
          <p:nvPr/>
        </p:nvSpPr>
        <p:spPr>
          <a:xfrm>
            <a:off x="9648508" y="5230368"/>
            <a:ext cx="408920" cy="408920"/>
          </a:xfrm>
          <a:prstGeom prst="rect">
            <a:avLst/>
          </a:prstGeom>
          <a:ln w="12700">
            <a:solidFill>
              <a:srgbClr val="C6890F">
                <a:alpha val="14000"/>
              </a:srgbClr>
            </a:solidFill>
            <a:prstDash val="solid"/>
          </a:ln>
        </p:spPr>
        <p:txBody>
          <a:bodyPr/>
          <a:lstStyle/>
          <a:p>
            <a:endParaRPr lang="en-US" sz="1800"/>
          </a:p>
        </p:txBody>
      </p:sp>
      <p:sp>
        <p:nvSpPr>
          <p:cNvPr id="7" name="Shape 5">
            <a:extLst>
              <a:ext uri="{FF2B5EF4-FFF2-40B4-BE49-F238E27FC236}">
                <a16:creationId xmlns:a16="http://schemas.microsoft.com/office/drawing/2014/main" id="{68F7413B-A8EA-58BF-3E11-A5E86C70FDF8}"/>
              </a:ext>
            </a:extLst>
          </p:cNvPr>
          <p:cNvSpPr/>
          <p:nvPr/>
        </p:nvSpPr>
        <p:spPr>
          <a:xfrm>
            <a:off x="10123996" y="5230368"/>
            <a:ext cx="408920" cy="408920"/>
          </a:xfrm>
          <a:prstGeom prst="rect">
            <a:avLst/>
          </a:prstGeom>
          <a:ln w="12700">
            <a:solidFill>
              <a:srgbClr val="C6890F">
                <a:alpha val="14000"/>
              </a:srgbClr>
            </a:solidFill>
            <a:prstDash val="solid"/>
          </a:ln>
        </p:spPr>
        <p:txBody>
          <a:bodyPr/>
          <a:lstStyle/>
          <a:p>
            <a:endParaRPr lang="en-US" sz="1800"/>
          </a:p>
        </p:txBody>
      </p:sp>
      <p:sp>
        <p:nvSpPr>
          <p:cNvPr id="8" name="Shape 6">
            <a:extLst>
              <a:ext uri="{FF2B5EF4-FFF2-40B4-BE49-F238E27FC236}">
                <a16:creationId xmlns:a16="http://schemas.microsoft.com/office/drawing/2014/main" id="{BFC1A1ED-DE52-B8A7-FB47-A07CA75A9965}"/>
              </a:ext>
            </a:extLst>
          </p:cNvPr>
          <p:cNvSpPr/>
          <p:nvPr/>
        </p:nvSpPr>
        <p:spPr>
          <a:xfrm>
            <a:off x="10599484" y="5230368"/>
            <a:ext cx="408920" cy="408920"/>
          </a:xfrm>
          <a:prstGeom prst="rect">
            <a:avLst/>
          </a:prstGeom>
          <a:ln w="12700">
            <a:solidFill>
              <a:srgbClr val="C6890F">
                <a:alpha val="14000"/>
              </a:srgbClr>
            </a:solidFill>
            <a:prstDash val="solid"/>
          </a:ln>
        </p:spPr>
        <p:txBody>
          <a:bodyPr/>
          <a:lstStyle/>
          <a:p>
            <a:endParaRPr lang="en-US" sz="1800"/>
          </a:p>
        </p:txBody>
      </p:sp>
      <p:sp>
        <p:nvSpPr>
          <p:cNvPr id="9" name="Shape 7">
            <a:extLst>
              <a:ext uri="{FF2B5EF4-FFF2-40B4-BE49-F238E27FC236}">
                <a16:creationId xmlns:a16="http://schemas.microsoft.com/office/drawing/2014/main" id="{65830511-1D40-5DE4-284C-62CFC2503A82}"/>
              </a:ext>
            </a:extLst>
          </p:cNvPr>
          <p:cNvSpPr/>
          <p:nvPr/>
        </p:nvSpPr>
        <p:spPr>
          <a:xfrm>
            <a:off x="11074972" y="5230368"/>
            <a:ext cx="408920" cy="408920"/>
          </a:xfrm>
          <a:prstGeom prst="rect">
            <a:avLst/>
          </a:prstGeom>
          <a:ln w="12700">
            <a:solidFill>
              <a:srgbClr val="C6890F">
                <a:alpha val="14000"/>
              </a:srgbClr>
            </a:solidFill>
            <a:prstDash val="solid"/>
          </a:ln>
        </p:spPr>
        <p:txBody>
          <a:bodyPr/>
          <a:lstStyle/>
          <a:p>
            <a:endParaRPr lang="en-US" sz="1800"/>
          </a:p>
        </p:txBody>
      </p:sp>
      <p:sp>
        <p:nvSpPr>
          <p:cNvPr id="10" name="Shape 8">
            <a:extLst>
              <a:ext uri="{FF2B5EF4-FFF2-40B4-BE49-F238E27FC236}">
                <a16:creationId xmlns:a16="http://schemas.microsoft.com/office/drawing/2014/main" id="{A56676D9-B98E-572B-E7E0-4A6FF8743516}"/>
              </a:ext>
            </a:extLst>
          </p:cNvPr>
          <p:cNvSpPr/>
          <p:nvPr/>
        </p:nvSpPr>
        <p:spPr>
          <a:xfrm>
            <a:off x="9648508" y="5705856"/>
            <a:ext cx="408920" cy="408920"/>
          </a:xfrm>
          <a:prstGeom prst="rect">
            <a:avLst/>
          </a:prstGeom>
          <a:ln w="12700">
            <a:solidFill>
              <a:srgbClr val="C6890F">
                <a:alpha val="14000"/>
              </a:srgbClr>
            </a:solidFill>
            <a:prstDash val="solid"/>
          </a:ln>
        </p:spPr>
        <p:txBody>
          <a:bodyPr/>
          <a:lstStyle/>
          <a:p>
            <a:endParaRPr lang="en-US" sz="1800"/>
          </a:p>
        </p:txBody>
      </p:sp>
      <p:sp>
        <p:nvSpPr>
          <p:cNvPr id="11" name="Shape 9">
            <a:extLst>
              <a:ext uri="{FF2B5EF4-FFF2-40B4-BE49-F238E27FC236}">
                <a16:creationId xmlns:a16="http://schemas.microsoft.com/office/drawing/2014/main" id="{88443C02-98BC-0F89-51B5-D4CE68A5D3F0}"/>
              </a:ext>
            </a:extLst>
          </p:cNvPr>
          <p:cNvSpPr/>
          <p:nvPr/>
        </p:nvSpPr>
        <p:spPr>
          <a:xfrm>
            <a:off x="10123996" y="5705856"/>
            <a:ext cx="408920" cy="408920"/>
          </a:xfrm>
          <a:prstGeom prst="rect">
            <a:avLst/>
          </a:prstGeom>
          <a:ln w="12700">
            <a:solidFill>
              <a:srgbClr val="C6890F">
                <a:alpha val="14000"/>
              </a:srgbClr>
            </a:solidFill>
            <a:prstDash val="solid"/>
          </a:ln>
        </p:spPr>
        <p:txBody>
          <a:bodyPr/>
          <a:lstStyle/>
          <a:p>
            <a:endParaRPr lang="en-US" sz="1800"/>
          </a:p>
        </p:txBody>
      </p:sp>
      <p:sp>
        <p:nvSpPr>
          <p:cNvPr id="12" name="Shape 10">
            <a:extLst>
              <a:ext uri="{FF2B5EF4-FFF2-40B4-BE49-F238E27FC236}">
                <a16:creationId xmlns:a16="http://schemas.microsoft.com/office/drawing/2014/main" id="{AF89E4EB-278C-748B-9F94-63F8853FDECE}"/>
              </a:ext>
            </a:extLst>
          </p:cNvPr>
          <p:cNvSpPr/>
          <p:nvPr/>
        </p:nvSpPr>
        <p:spPr>
          <a:xfrm>
            <a:off x="10599484" y="5705856"/>
            <a:ext cx="408920" cy="408920"/>
          </a:xfrm>
          <a:prstGeom prst="rect">
            <a:avLst/>
          </a:prstGeom>
          <a:ln w="12700">
            <a:solidFill>
              <a:srgbClr val="C6890F">
                <a:alpha val="14000"/>
              </a:srgbClr>
            </a:solidFill>
            <a:prstDash val="solid"/>
          </a:ln>
        </p:spPr>
        <p:txBody>
          <a:bodyPr/>
          <a:lstStyle/>
          <a:p>
            <a:endParaRPr lang="en-US" sz="1800"/>
          </a:p>
        </p:txBody>
      </p:sp>
      <p:sp>
        <p:nvSpPr>
          <p:cNvPr id="13" name="Shape 11">
            <a:extLst>
              <a:ext uri="{FF2B5EF4-FFF2-40B4-BE49-F238E27FC236}">
                <a16:creationId xmlns:a16="http://schemas.microsoft.com/office/drawing/2014/main" id="{7228ED40-2F67-34EE-856E-1608944E2028}"/>
              </a:ext>
            </a:extLst>
          </p:cNvPr>
          <p:cNvSpPr/>
          <p:nvPr/>
        </p:nvSpPr>
        <p:spPr>
          <a:xfrm>
            <a:off x="11074972" y="5705856"/>
            <a:ext cx="408920" cy="408920"/>
          </a:xfrm>
          <a:prstGeom prst="rect">
            <a:avLst/>
          </a:prstGeom>
          <a:ln w="12700">
            <a:solidFill>
              <a:srgbClr val="C6890F">
                <a:alpha val="14000"/>
              </a:srgbClr>
            </a:solidFill>
            <a:prstDash val="solid"/>
          </a:ln>
        </p:spPr>
        <p:txBody>
          <a:bodyPr/>
          <a:lstStyle/>
          <a:p>
            <a:endParaRPr lang="en-US" sz="1800"/>
          </a:p>
        </p:txBody>
      </p:sp>
      <p:sp>
        <p:nvSpPr>
          <p:cNvPr id="14" name="Shape 12">
            <a:extLst>
              <a:ext uri="{FF2B5EF4-FFF2-40B4-BE49-F238E27FC236}">
                <a16:creationId xmlns:a16="http://schemas.microsoft.com/office/drawing/2014/main" id="{6F0291D7-82DD-05B2-FC7B-52380A9B0517}"/>
              </a:ext>
            </a:extLst>
          </p:cNvPr>
          <p:cNvSpPr/>
          <p:nvPr/>
        </p:nvSpPr>
        <p:spPr>
          <a:xfrm>
            <a:off x="9785668"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5" name="Shape 13">
            <a:extLst>
              <a:ext uri="{FF2B5EF4-FFF2-40B4-BE49-F238E27FC236}">
                <a16:creationId xmlns:a16="http://schemas.microsoft.com/office/drawing/2014/main" id="{39807F2C-4C5F-21C9-7C97-A61006570207}"/>
              </a:ext>
            </a:extLst>
          </p:cNvPr>
          <p:cNvSpPr/>
          <p:nvPr/>
        </p:nvSpPr>
        <p:spPr>
          <a:xfrm>
            <a:off x="9944408" y="798820"/>
            <a:ext cx="249448" cy="249448"/>
          </a:xfrm>
          <a:prstGeom prst="ellipse">
            <a:avLst/>
          </a:prstGeom>
          <a:ln w="28575">
            <a:solidFill>
              <a:srgbClr val="C6890F">
                <a:alpha val="85000"/>
              </a:srgbClr>
            </a:solidFill>
            <a:prstDash val="solid"/>
          </a:ln>
        </p:spPr>
        <p:txBody>
          <a:bodyPr/>
          <a:lstStyle/>
          <a:p>
            <a:endParaRPr lang="en-US" sz="1800"/>
          </a:p>
        </p:txBody>
      </p:sp>
      <p:sp>
        <p:nvSpPr>
          <p:cNvPr id="16" name="Shape 14">
            <a:extLst>
              <a:ext uri="{FF2B5EF4-FFF2-40B4-BE49-F238E27FC236}">
                <a16:creationId xmlns:a16="http://schemas.microsoft.com/office/drawing/2014/main" id="{25CDA160-967B-38CF-6565-922A5FB34699}"/>
              </a:ext>
            </a:extLst>
          </p:cNvPr>
          <p:cNvSpPr/>
          <p:nvPr/>
        </p:nvSpPr>
        <p:spPr>
          <a:xfrm>
            <a:off x="10511336"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7" name="Shape 15">
            <a:extLst>
              <a:ext uri="{FF2B5EF4-FFF2-40B4-BE49-F238E27FC236}">
                <a16:creationId xmlns:a16="http://schemas.microsoft.com/office/drawing/2014/main" id="{2D7DE291-A6DB-5AC5-E315-728C2AEB7B39}"/>
              </a:ext>
            </a:extLst>
          </p:cNvPr>
          <p:cNvSpPr/>
          <p:nvPr/>
        </p:nvSpPr>
        <p:spPr>
          <a:xfrm>
            <a:off x="10670076" y="798820"/>
            <a:ext cx="249448" cy="249448"/>
          </a:xfrm>
          <a:prstGeom prst="ellipse">
            <a:avLst/>
          </a:prstGeom>
          <a:ln w="28575">
            <a:solidFill>
              <a:srgbClr val="C6890F">
                <a:alpha val="85000"/>
              </a:srgbClr>
            </a:solidFill>
            <a:prstDash val="solid"/>
          </a:ln>
        </p:spPr>
        <p:txBody>
          <a:bodyPr/>
          <a:lstStyle/>
          <a:p>
            <a:endParaRPr lang="en-US" sz="1800"/>
          </a:p>
        </p:txBody>
      </p:sp>
      <p:sp>
        <p:nvSpPr>
          <p:cNvPr id="18" name="Shape 16">
            <a:extLst>
              <a:ext uri="{FF2B5EF4-FFF2-40B4-BE49-F238E27FC236}">
                <a16:creationId xmlns:a16="http://schemas.microsoft.com/office/drawing/2014/main" id="{33C48C8E-1A73-E463-C0DC-35D6B6C31DB8}"/>
              </a:ext>
            </a:extLst>
          </p:cNvPr>
          <p:cNvSpPr/>
          <p:nvPr/>
        </p:nvSpPr>
        <p:spPr>
          <a:xfrm>
            <a:off x="10749446" y="878190"/>
            <a:ext cx="90708" cy="90708"/>
          </a:xfrm>
          <a:prstGeom prst="ellipse">
            <a:avLst/>
          </a:prstGeom>
          <a:solidFill>
            <a:srgbClr val="2E9BC4">
              <a:alpha val="85000"/>
            </a:srgbClr>
          </a:solidFill>
          <a:ln/>
        </p:spPr>
        <p:txBody>
          <a:bodyPr/>
          <a:lstStyle/>
          <a:p>
            <a:endParaRPr lang="en-US" sz="1800"/>
          </a:p>
        </p:txBody>
      </p:sp>
      <p:sp>
        <p:nvSpPr>
          <p:cNvPr id="22" name="Text 20">
            <a:extLst>
              <a:ext uri="{FF2B5EF4-FFF2-40B4-BE49-F238E27FC236}">
                <a16:creationId xmlns:a16="http://schemas.microsoft.com/office/drawing/2014/main" id="{D7522756-4A50-D21C-B5C9-163247808405}"/>
              </a:ext>
            </a:extLst>
          </p:cNvPr>
          <p:cNvSpPr txBox="1"/>
          <p:nvPr/>
        </p:nvSpPr>
        <p:spPr>
          <a:xfrm>
            <a:off x="605092" y="2651760"/>
            <a:ext cx="10515600" cy="1097280"/>
          </a:xfrm>
          <a:prstGeom prst="rect">
            <a:avLst/>
          </a:prstGeom>
          <a:noFill/>
          <a:ln/>
        </p:spPr>
        <p:txBody>
          <a:bodyPr wrap="square" lIns="0" tIns="0" rIns="0" bIns="0" rtlCol="0" anchor="ctr"/>
          <a:lstStyle/>
          <a:p>
            <a:r>
              <a:rPr lang="en-US" sz="5000" b="1">
                <a:solidFill>
                  <a:srgbClr val="C6890F"/>
                </a:solidFill>
                <a:latin typeface="Arial"/>
                <a:cs typeface="Arial"/>
              </a:rPr>
              <a:t>UAS – Dynamics &amp; Controls</a:t>
            </a:r>
          </a:p>
        </p:txBody>
      </p:sp>
      <p:sp>
        <p:nvSpPr>
          <p:cNvPr id="23" name="Shape 21">
            <a:extLst>
              <a:ext uri="{FF2B5EF4-FFF2-40B4-BE49-F238E27FC236}">
                <a16:creationId xmlns:a16="http://schemas.microsoft.com/office/drawing/2014/main" id="{005655E0-9FF4-2127-1A3A-074D5790B5C9}"/>
              </a:ext>
            </a:extLst>
          </p:cNvPr>
          <p:cNvSpPr/>
          <p:nvPr/>
        </p:nvSpPr>
        <p:spPr>
          <a:xfrm>
            <a:off x="659956" y="3886200"/>
            <a:ext cx="3108960" cy="0"/>
          </a:xfrm>
          <a:prstGeom prst="line">
            <a:avLst/>
          </a:prstGeom>
          <a:noFill/>
          <a:ln w="25400">
            <a:solidFill>
              <a:srgbClr val="C6890F"/>
            </a:solidFill>
            <a:prstDash val="solid"/>
          </a:ln>
        </p:spPr>
        <p:txBody>
          <a:bodyPr/>
          <a:lstStyle/>
          <a:p>
            <a:endParaRPr lang="en-US" sz="1800"/>
          </a:p>
        </p:txBody>
      </p:sp>
      <p:sp>
        <p:nvSpPr>
          <p:cNvPr id="24" name="Text 22">
            <a:extLst>
              <a:ext uri="{FF2B5EF4-FFF2-40B4-BE49-F238E27FC236}">
                <a16:creationId xmlns:a16="http://schemas.microsoft.com/office/drawing/2014/main" id="{E34C88E0-E207-86D6-7A75-68C83B2E6EE3}"/>
              </a:ext>
            </a:extLst>
          </p:cNvPr>
          <p:cNvSpPr txBox="1"/>
          <p:nvPr/>
        </p:nvSpPr>
        <p:spPr>
          <a:xfrm>
            <a:off x="641668" y="4114800"/>
            <a:ext cx="8686800" cy="548640"/>
          </a:xfrm>
          <a:prstGeom prst="rect">
            <a:avLst/>
          </a:prstGeom>
          <a:noFill/>
          <a:ln/>
        </p:spPr>
        <p:txBody>
          <a:bodyPr wrap="square" lIns="0" tIns="0" rIns="0" bIns="0" rtlCol="0" anchor="ctr"/>
          <a:lstStyle/>
          <a:p>
            <a:r>
              <a:rPr lang="en-US" sz="1600">
                <a:solidFill>
                  <a:srgbClr val="E9E3D6"/>
                </a:solidFill>
                <a:latin typeface="Arial"/>
                <a:cs typeface="Arial"/>
              </a:rPr>
              <a:t>Trade-studies</a:t>
            </a:r>
            <a:endParaRPr lang="en-US" sz="1800"/>
          </a:p>
        </p:txBody>
      </p:sp>
      <p:sp>
        <p:nvSpPr>
          <p:cNvPr id="19" name="Text 19">
            <a:extLst>
              <a:ext uri="{FF2B5EF4-FFF2-40B4-BE49-F238E27FC236}">
                <a16:creationId xmlns:a16="http://schemas.microsoft.com/office/drawing/2014/main" id="{405E53FD-9BDC-A4C8-8CA9-A8EB4B50E091}"/>
              </a:ext>
            </a:extLst>
          </p:cNvPr>
          <p:cNvSpPr txBox="1"/>
          <p:nvPr/>
        </p:nvSpPr>
        <p:spPr>
          <a:xfrm>
            <a:off x="641500" y="2194881"/>
            <a:ext cx="8227457" cy="36566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kern="0" spc="300">
                <a:solidFill>
                  <a:srgbClr val="2E9BC4"/>
                </a:solidFill>
                <a:latin typeface="Arial"/>
                <a:ea typeface="Arial" pitchFamily="34" charset="-122"/>
                <a:cs typeface="Arial"/>
              </a:rPr>
              <a:t>ASEN 4018-013</a:t>
            </a:r>
            <a:endParaRPr lang="en-US" sz="1400">
              <a:latin typeface="Arial"/>
              <a:cs typeface="Arial"/>
            </a:endParaRPr>
          </a:p>
        </p:txBody>
      </p:sp>
      <p:sp>
        <p:nvSpPr>
          <p:cNvPr id="20" name="Slide Number Placeholder 23">
            <a:extLst>
              <a:ext uri="{FF2B5EF4-FFF2-40B4-BE49-F238E27FC236}">
                <a16:creationId xmlns:a16="http://schemas.microsoft.com/office/drawing/2014/main" id="{37455DC6-E9D9-4F41-6B5B-94C7F75B346F}"/>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solidFill>
                  <a:schemeClr val="bg1"/>
                </a:solidFill>
              </a:rPr>
              <a:t>63</a:t>
            </a:fld>
            <a:endParaRPr lang="en-US">
              <a:solidFill>
                <a:schemeClr val="bg1"/>
              </a:solidFill>
            </a:endParaRPr>
          </a:p>
        </p:txBody>
      </p:sp>
    </p:spTree>
    <p:extLst>
      <p:ext uri="{BB962C8B-B14F-4D97-AF65-F5344CB8AC3E}">
        <p14:creationId xmlns:p14="http://schemas.microsoft.com/office/powerpoint/2010/main" val="20548005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30F96-72B1-FE5A-ACB9-9EDC6A7BB8F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4F6AB10-9DA5-0A23-D568-10A80C3C221E}"/>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6BC9BB7A-FACE-7A7A-DFE5-CFB7E4419AF3}"/>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F5FD7C93-C51F-3D6D-153E-6BF0A56F14FB}"/>
              </a:ext>
            </a:extLst>
          </p:cNvPr>
          <p:cNvSpPr txBox="1"/>
          <p:nvPr/>
        </p:nvSpPr>
        <p:spPr>
          <a:xfrm>
            <a:off x="1281748" y="353648"/>
            <a:ext cx="7680960" cy="658368"/>
          </a:xfrm>
          <a:prstGeom prst="rect">
            <a:avLst/>
          </a:prstGeom>
          <a:noFill/>
          <a:ln/>
        </p:spPr>
        <p:txBody>
          <a:bodyPr wrap="square" lIns="0" tIns="0" rIns="0" bIns="0" rtlCol="0" anchor="ctr"/>
          <a:lstStyle/>
          <a:p>
            <a:r>
              <a:rPr lang="en-US" sz="2800" b="1" kern="0" spc="100">
                <a:solidFill>
                  <a:srgbClr val="2B2A28"/>
                </a:solidFill>
                <a:latin typeface="Arial"/>
                <a:cs typeface="Arial"/>
              </a:rPr>
              <a:t>Summary of Trades Conducted </a:t>
            </a:r>
            <a:endParaRPr lang="en-US" sz="1800"/>
          </a:p>
        </p:txBody>
      </p:sp>
      <p:sp>
        <p:nvSpPr>
          <p:cNvPr id="5" name="Shape 2">
            <a:extLst>
              <a:ext uri="{FF2B5EF4-FFF2-40B4-BE49-F238E27FC236}">
                <a16:creationId xmlns:a16="http://schemas.microsoft.com/office/drawing/2014/main" id="{74FB4618-7B52-7693-14F4-23C87D93E5A3}"/>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C822FFD8-637D-BA0F-7EF9-12A95B41C7BC}"/>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graphicFrame>
        <p:nvGraphicFramePr>
          <p:cNvPr id="9" name="Table 8">
            <a:extLst>
              <a:ext uri="{FF2B5EF4-FFF2-40B4-BE49-F238E27FC236}">
                <a16:creationId xmlns:a16="http://schemas.microsoft.com/office/drawing/2014/main" id="{A36185F4-4F34-9438-5D52-7AC124FA1CD9}"/>
              </a:ext>
            </a:extLst>
          </p:cNvPr>
          <p:cNvGraphicFramePr>
            <a:graphicFrameLocks noGrp="1"/>
          </p:cNvGraphicFramePr>
          <p:nvPr>
            <p:extLst>
              <p:ext uri="{D42A27DB-BD31-4B8C-83A1-F6EECF244321}">
                <p14:modId xmlns:p14="http://schemas.microsoft.com/office/powerpoint/2010/main" val="3140496698"/>
              </p:ext>
            </p:extLst>
          </p:nvPr>
        </p:nvGraphicFramePr>
        <p:xfrm>
          <a:off x="492822" y="1636768"/>
          <a:ext cx="11237391" cy="3571671"/>
        </p:xfrm>
        <a:graphic>
          <a:graphicData uri="http://schemas.openxmlformats.org/drawingml/2006/table">
            <a:tbl>
              <a:tblPr bandRow="1">
                <a:tableStyleId>{5C22544A-7EE6-4342-B048-85BDC9FD1C3A}</a:tableStyleId>
              </a:tblPr>
              <a:tblGrid>
                <a:gridCol w="2446875">
                  <a:extLst>
                    <a:ext uri="{9D8B030D-6E8A-4147-A177-3AD203B41FA5}">
                      <a16:colId xmlns:a16="http://schemas.microsoft.com/office/drawing/2014/main" val="4226704145"/>
                    </a:ext>
                  </a:extLst>
                </a:gridCol>
                <a:gridCol w="3078968">
                  <a:extLst>
                    <a:ext uri="{9D8B030D-6E8A-4147-A177-3AD203B41FA5}">
                      <a16:colId xmlns:a16="http://schemas.microsoft.com/office/drawing/2014/main" val="2555824011"/>
                    </a:ext>
                  </a:extLst>
                </a:gridCol>
                <a:gridCol w="2855774">
                  <a:extLst>
                    <a:ext uri="{9D8B030D-6E8A-4147-A177-3AD203B41FA5}">
                      <a16:colId xmlns:a16="http://schemas.microsoft.com/office/drawing/2014/main" val="3575650190"/>
                    </a:ext>
                  </a:extLst>
                </a:gridCol>
                <a:gridCol w="2855774">
                  <a:extLst>
                    <a:ext uri="{9D8B030D-6E8A-4147-A177-3AD203B41FA5}">
                      <a16:colId xmlns:a16="http://schemas.microsoft.com/office/drawing/2014/main" val="3950367954"/>
                    </a:ext>
                  </a:extLst>
                </a:gridCol>
              </a:tblGrid>
              <a:tr h="645591">
                <a:tc>
                  <a:txBody>
                    <a:bodyPr/>
                    <a:lstStyle/>
                    <a:p>
                      <a:pPr lvl="0">
                        <a:buNone/>
                      </a:pPr>
                      <a:r>
                        <a:rPr lang="en-US" sz="1400" b="1" i="0">
                          <a:effectLst/>
                          <a:latin typeface="Arial"/>
                          <a:ea typeface="Calibri"/>
                          <a:cs typeface="Arial"/>
                        </a:rPr>
                        <a:t>Trades Conducted</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buNone/>
                      </a:pPr>
                      <a:r>
                        <a:rPr lang="en-US" sz="1400" b="1" i="0">
                          <a:effectLst/>
                          <a:latin typeface="Arial"/>
                          <a:ea typeface="Calibri"/>
                          <a:cs typeface="Arial"/>
                        </a:rPr>
                        <a:t>Trade Description</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C0E6F5"/>
                    </a:solidFill>
                  </a:tcPr>
                </a:tc>
                <a:tc>
                  <a:txBody>
                    <a:bodyPr/>
                    <a:lstStyle/>
                    <a:p>
                      <a:pPr lvl="0">
                        <a:buNone/>
                      </a:pPr>
                      <a:r>
                        <a:rPr lang="en-US" sz="1400" b="1" i="0">
                          <a:effectLst/>
                          <a:latin typeface="Arial"/>
                          <a:ea typeface="Calibri"/>
                          <a:cs typeface="Arial"/>
                        </a:rPr>
                        <a:t>Rationale</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rgbClr val="C0E6F5"/>
                    </a:solidFill>
                  </a:tcPr>
                </a:tc>
                <a:tc>
                  <a:txBody>
                    <a:bodyPr/>
                    <a:lstStyle/>
                    <a:p>
                      <a:pPr lvl="0">
                        <a:buNone/>
                      </a:pPr>
                      <a:r>
                        <a:rPr lang="en-US" sz="1400" b="1" i="0">
                          <a:effectLst/>
                          <a:latin typeface="Arial"/>
                          <a:ea typeface="Calibri"/>
                          <a:cs typeface="Arial"/>
                        </a:rPr>
                        <a:t>Results</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40000"/>
                        <a:lumOff val="60000"/>
                      </a:schemeClr>
                    </a:solidFill>
                  </a:tcPr>
                </a:tc>
                <a:extLst>
                  <a:ext uri="{0D108BD9-81ED-4DB2-BD59-A6C34878D82A}">
                    <a16:rowId xmlns:a16="http://schemas.microsoft.com/office/drawing/2014/main" val="2433659630"/>
                  </a:ext>
                </a:extLst>
              </a:tr>
              <a:tr h="645591">
                <a:tc>
                  <a:txBody>
                    <a:bodyPr/>
                    <a:lstStyle/>
                    <a:p>
                      <a:pPr lvl="0">
                        <a:buNone/>
                      </a:pPr>
                      <a:r>
                        <a:rPr lang="en-US" sz="1400" b="0" i="0">
                          <a:effectLst/>
                          <a:latin typeface="Arial"/>
                          <a:ea typeface="Calibri"/>
                          <a:cs typeface="Arial"/>
                        </a:rPr>
                        <a:t>Control Laws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0" i="0">
                          <a:effectLst/>
                          <a:latin typeface="Arial"/>
                          <a:ea typeface="Calibri"/>
                          <a:cs typeface="Arial"/>
                        </a:rPr>
                        <a:t>Conducted a trade study on various Control Laws methods for disturbance responses.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lgn="l">
                        <a:lnSpc>
                          <a:spcPct val="100000"/>
                        </a:lnSpc>
                        <a:spcBef>
                          <a:spcPts val="0"/>
                        </a:spcBef>
                        <a:spcAft>
                          <a:spcPts val="0"/>
                        </a:spcAft>
                        <a:buNone/>
                      </a:pPr>
                      <a:r>
                        <a:rPr lang="en-US" sz="1400" b="0" i="0" u="none" strike="noStrike" noProof="0">
                          <a:solidFill>
                            <a:srgbClr val="000000"/>
                          </a:solidFill>
                          <a:effectLst/>
                          <a:latin typeface="Arial"/>
                          <a:ea typeface="Calibri"/>
                          <a:cs typeface="Arial"/>
                        </a:rPr>
                        <a:t>Determine the efficiency of various control laws due to endurance, accuracy and safety.</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lgn="l">
                        <a:lnSpc>
                          <a:spcPct val="100000"/>
                        </a:lnSpc>
                        <a:spcBef>
                          <a:spcPts val="0"/>
                        </a:spcBef>
                        <a:spcAft>
                          <a:spcPts val="0"/>
                        </a:spcAft>
                        <a:buNone/>
                      </a:pPr>
                      <a:r>
                        <a:rPr lang="en-US" sz="1400" b="0" i="0" u="none" strike="noStrike" noProof="0">
                          <a:solidFill>
                            <a:srgbClr val="000000"/>
                          </a:solidFill>
                          <a:effectLst/>
                          <a:latin typeface="Arial"/>
                          <a:ea typeface="Calibri"/>
                          <a:cs typeface="Arial"/>
                        </a:rPr>
                        <a:t>Cascaded PID</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40000"/>
                        <a:lumOff val="60000"/>
                      </a:schemeClr>
                    </a:solidFill>
                  </a:tcPr>
                </a:tc>
                <a:extLst>
                  <a:ext uri="{0D108BD9-81ED-4DB2-BD59-A6C34878D82A}">
                    <a16:rowId xmlns:a16="http://schemas.microsoft.com/office/drawing/2014/main" val="3884621858"/>
                  </a:ext>
                </a:extLst>
              </a:tr>
              <a:tr h="645591">
                <a:tc>
                  <a:txBody>
                    <a:bodyPr/>
                    <a:lstStyle/>
                    <a:p>
                      <a:pPr lvl="0">
                        <a:buNone/>
                      </a:pPr>
                      <a:r>
                        <a:rPr lang="en-US" sz="1400" b="0" i="0">
                          <a:effectLst/>
                          <a:latin typeface="Arial"/>
                          <a:ea typeface="Calibri"/>
                          <a:cs typeface="Arial"/>
                        </a:rPr>
                        <a:t>Transient Responses</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buNone/>
                      </a:pPr>
                      <a:r>
                        <a:rPr lang="en-US" sz="1400" b="0" i="0">
                          <a:effectLst/>
                          <a:latin typeface="Arial"/>
                          <a:ea typeface="Calibri"/>
                          <a:cs typeface="Arial"/>
                        </a:rPr>
                        <a:t>Conducted a trade study on underdamped vs. overdamped transient responses.</a:t>
                      </a:r>
                      <a:endParaRPr lang="en-US"/>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a:ea typeface="Calibri"/>
                          <a:cs typeface="Arial"/>
                        </a:rPr>
                        <a:t>Determine what kind of damping ratio to prioritize for our gains.</a:t>
                      </a:r>
                      <a:endParaRPr lang="en-US"/>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a:ea typeface="Calibri"/>
                          <a:cs typeface="Arial"/>
                        </a:rPr>
                        <a:t>Underdamped</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40000"/>
                        <a:lumOff val="60000"/>
                      </a:schemeClr>
                    </a:solidFill>
                  </a:tcPr>
                </a:tc>
                <a:extLst>
                  <a:ext uri="{0D108BD9-81ED-4DB2-BD59-A6C34878D82A}">
                    <a16:rowId xmlns:a16="http://schemas.microsoft.com/office/drawing/2014/main" val="3271658159"/>
                  </a:ext>
                </a:extLst>
              </a:tr>
              <a:tr h="645591">
                <a:tc>
                  <a:txBody>
                    <a:bodyPr/>
                    <a:lstStyle/>
                    <a:p>
                      <a:pPr lvl="0">
                        <a:buNone/>
                      </a:pPr>
                      <a:r>
                        <a:rPr lang="en-US" sz="1400" b="0" i="0">
                          <a:effectLst/>
                          <a:latin typeface="Arial"/>
                          <a:ea typeface="Calibri"/>
                          <a:cs typeface="Arial"/>
                        </a:rPr>
                        <a:t>Sensor Fusion Algorithms</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buNone/>
                      </a:pPr>
                      <a:r>
                        <a:rPr lang="en-US" sz="1400" b="0" i="0">
                          <a:effectLst/>
                          <a:latin typeface="Arial"/>
                          <a:ea typeface="Calibri"/>
                          <a:cs typeface="Arial"/>
                        </a:rPr>
                        <a:t>Conducted a trade study on different kinds of Kalman filters for state-estimation and responses.</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a:ea typeface="Calibri"/>
                          <a:cs typeface="Arial"/>
                        </a:rPr>
                        <a:t>Determine what kind of filter to use for safety, accuracy and computations.</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a:ea typeface="Calibri"/>
                          <a:cs typeface="Arial"/>
                        </a:rPr>
                        <a:t>Unscented Kalman Filter</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40000"/>
                        <a:lumOff val="60000"/>
                      </a:schemeClr>
                    </a:solidFill>
                  </a:tcPr>
                </a:tc>
                <a:extLst>
                  <a:ext uri="{0D108BD9-81ED-4DB2-BD59-A6C34878D82A}">
                    <a16:rowId xmlns:a16="http://schemas.microsoft.com/office/drawing/2014/main" val="3675334779"/>
                  </a:ext>
                </a:extLst>
              </a:tr>
              <a:tr h="645591">
                <a:tc>
                  <a:txBody>
                    <a:bodyPr/>
                    <a:lstStyle/>
                    <a:p>
                      <a:pPr lvl="0">
                        <a:buNone/>
                      </a:pPr>
                      <a:r>
                        <a:rPr lang="en-US" sz="1400" b="0" i="0">
                          <a:effectLst/>
                          <a:latin typeface="Arial"/>
                          <a:ea typeface="Calibri"/>
                          <a:cs typeface="Arial"/>
                        </a:rPr>
                        <a:t>Input Types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buNone/>
                      </a:pPr>
                      <a:r>
                        <a:rPr lang="en-US" sz="1400" b="0" i="0">
                          <a:effectLst/>
                          <a:latin typeface="Arial"/>
                          <a:ea typeface="Calibri"/>
                          <a:cs typeface="Arial"/>
                        </a:rPr>
                        <a:t>Conducted a trade study on different input types for packaging, modeling &amp; stability accuracy.</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C0E6F5"/>
                    </a:solidFill>
                  </a:tcPr>
                </a:tc>
                <a:tc>
                  <a:txBody>
                    <a:bodyPr/>
                    <a:lstStyle/>
                    <a:p>
                      <a:pPr lvl="0">
                        <a:buNone/>
                      </a:pPr>
                      <a:r>
                        <a:rPr lang="en-US" sz="1400" b="0" i="0">
                          <a:effectLst/>
                          <a:latin typeface="Arial"/>
                          <a:ea typeface="Calibri"/>
                          <a:cs typeface="Arial"/>
                        </a:rPr>
                        <a:t>Determine what type of motor input would provide the best stability for the integration.</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rgbClr val="C0E6F5"/>
                    </a:solidFill>
                  </a:tcPr>
                </a:tc>
                <a:tc>
                  <a:txBody>
                    <a:bodyPr/>
                    <a:lstStyle/>
                    <a:p>
                      <a:pPr lvl="0">
                        <a:buNone/>
                      </a:pPr>
                      <a:r>
                        <a:rPr lang="en-US" sz="1400" b="0" i="0">
                          <a:effectLst/>
                          <a:latin typeface="Arial"/>
                          <a:ea typeface="Calibri"/>
                          <a:cs typeface="Arial"/>
                        </a:rPr>
                        <a:t>RPM Direct Input</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40000"/>
                        <a:lumOff val="60000"/>
                      </a:schemeClr>
                    </a:solidFill>
                  </a:tcPr>
                </a:tc>
                <a:extLst>
                  <a:ext uri="{0D108BD9-81ED-4DB2-BD59-A6C34878D82A}">
                    <a16:rowId xmlns:a16="http://schemas.microsoft.com/office/drawing/2014/main" val="4247375072"/>
                  </a:ext>
                </a:extLst>
              </a:tr>
            </a:tbl>
          </a:graphicData>
        </a:graphic>
      </p:graphicFrame>
      <p:sp>
        <p:nvSpPr>
          <p:cNvPr id="10" name="TextBox 9">
            <a:extLst>
              <a:ext uri="{FF2B5EF4-FFF2-40B4-BE49-F238E27FC236}">
                <a16:creationId xmlns:a16="http://schemas.microsoft.com/office/drawing/2014/main" id="{A1C46AF8-CB90-A1E3-FD34-ABC91DDD73AE}"/>
              </a:ext>
            </a:extLst>
          </p:cNvPr>
          <p:cNvSpPr txBox="1"/>
          <p:nvPr/>
        </p:nvSpPr>
        <p:spPr>
          <a:xfrm>
            <a:off x="725727" y="5478038"/>
            <a:ext cx="1073347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t>Trade Study Purpose:</a:t>
            </a:r>
            <a:r>
              <a:rPr lang="en-US" sz="2400"/>
              <a:t> Reduce design error by selecting D&amp;C models that best support mission performance, accuracy, reliability, and integration.</a:t>
            </a:r>
          </a:p>
        </p:txBody>
      </p:sp>
      <p:sp>
        <p:nvSpPr>
          <p:cNvPr id="8" name="Slide Number Placeholder 23">
            <a:extLst>
              <a:ext uri="{FF2B5EF4-FFF2-40B4-BE49-F238E27FC236}">
                <a16:creationId xmlns:a16="http://schemas.microsoft.com/office/drawing/2014/main" id="{0807CF73-D941-1664-3076-59F7E85B1D93}"/>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t>64</a:t>
            </a:fld>
            <a:endParaRPr lang="en-US"/>
          </a:p>
        </p:txBody>
      </p:sp>
      <p:grpSp>
        <p:nvGrpSpPr>
          <p:cNvPr id="11" name="Trade Studies Bar - 4 GNC">
            <a:extLst>
              <a:ext uri="{FF2B5EF4-FFF2-40B4-BE49-F238E27FC236}">
                <a16:creationId xmlns:a16="http://schemas.microsoft.com/office/drawing/2014/main" id="{1618CA09-E2BF-D1BD-9ECD-617919C9CF44}"/>
              </a:ext>
            </a:extLst>
          </p:cNvPr>
          <p:cNvGrpSpPr/>
          <p:nvPr/>
        </p:nvGrpSpPr>
        <p:grpSpPr>
          <a:xfrm>
            <a:off x="814349" y="6570020"/>
            <a:ext cx="10563301" cy="276999"/>
            <a:chOff x="790698" y="5902391"/>
            <a:chExt cx="10563301" cy="276999"/>
          </a:xfrm>
        </p:grpSpPr>
        <p:sp>
          <p:nvSpPr>
            <p:cNvPr id="12" name="Segment 0 - Trade Studies">
              <a:extLst>
                <a:ext uri="{FF2B5EF4-FFF2-40B4-BE49-F238E27FC236}">
                  <a16:creationId xmlns:a16="http://schemas.microsoft.com/office/drawing/2014/main" id="{2E80677D-D383-D31D-EEAD-350DEBB1C801}"/>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3" name="Segment 1 - Propulsion">
              <a:extLst>
                <a:ext uri="{FF2B5EF4-FFF2-40B4-BE49-F238E27FC236}">
                  <a16:creationId xmlns:a16="http://schemas.microsoft.com/office/drawing/2014/main" id="{685987FE-6108-AD12-9A63-3567498E815B}"/>
                </a:ext>
              </a:extLst>
            </p:cNvPr>
            <p:cNvSpPr/>
            <p:nvPr/>
          </p:nvSpPr>
          <p:spPr>
            <a:xfrm>
              <a:off x="268951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Propulsion</a:t>
              </a:r>
            </a:p>
          </p:txBody>
        </p:sp>
        <p:sp>
          <p:nvSpPr>
            <p:cNvPr id="14" name="Segment 2 - Power Systems">
              <a:extLst>
                <a:ext uri="{FF2B5EF4-FFF2-40B4-BE49-F238E27FC236}">
                  <a16:creationId xmlns:a16="http://schemas.microsoft.com/office/drawing/2014/main" id="{2E948485-0F08-7632-D5B4-66584F20E80A}"/>
                </a:ext>
              </a:extLst>
            </p:cNvPr>
            <p:cNvSpPr/>
            <p:nvPr/>
          </p:nvSpPr>
          <p:spPr>
            <a:xfrm>
              <a:off x="441013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Power Systems</a:t>
              </a:r>
            </a:p>
          </p:txBody>
        </p:sp>
        <p:sp>
          <p:nvSpPr>
            <p:cNvPr id="15" name="Segment 3 - Airframe">
              <a:extLst>
                <a:ext uri="{FF2B5EF4-FFF2-40B4-BE49-F238E27FC236}">
                  <a16:creationId xmlns:a16="http://schemas.microsoft.com/office/drawing/2014/main" id="{D3CC3B20-E36D-87D3-A41D-727A6D4F59CD}"/>
                </a:ext>
              </a:extLst>
            </p:cNvPr>
            <p:cNvSpPr/>
            <p:nvPr/>
          </p:nvSpPr>
          <p:spPr>
            <a:xfrm>
              <a:off x="613074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Airframe</a:t>
              </a:r>
              <a:r>
                <a:rPr lang="en-US" sz="1050" b="0">
                  <a:solidFill>
                    <a:srgbClr val="FFFFFF"/>
                  </a:solidFill>
                  <a:latin typeface="Calibri"/>
                </a:rPr>
                <a:t> &amp; Aerodynamics</a:t>
              </a:r>
              <a:endParaRPr sz="1050" b="0">
                <a:solidFill>
                  <a:srgbClr val="FFFFFF"/>
                </a:solidFill>
                <a:latin typeface="Calibri"/>
              </a:endParaRPr>
            </a:p>
          </p:txBody>
        </p:sp>
        <p:sp>
          <p:nvSpPr>
            <p:cNvPr id="16" name="Segment 4 - GNC">
              <a:extLst>
                <a:ext uri="{FF2B5EF4-FFF2-40B4-BE49-F238E27FC236}">
                  <a16:creationId xmlns:a16="http://schemas.microsoft.com/office/drawing/2014/main" id="{9BBFD41D-6416-A8D0-9FEC-D9D7E325A38F}"/>
                </a:ext>
              </a:extLst>
            </p:cNvPr>
            <p:cNvSpPr/>
            <p:nvPr/>
          </p:nvSpPr>
          <p:spPr>
            <a:xfrm>
              <a:off x="7851360"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GNC</a:t>
              </a:r>
            </a:p>
          </p:txBody>
        </p:sp>
        <p:sp>
          <p:nvSpPr>
            <p:cNvPr id="17" name="Segment 5 - Avionics">
              <a:extLst>
                <a:ext uri="{FF2B5EF4-FFF2-40B4-BE49-F238E27FC236}">
                  <a16:creationId xmlns:a16="http://schemas.microsoft.com/office/drawing/2014/main" id="{0CAA4C21-BD5C-E26D-7266-1C9049259B99}"/>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Tree>
    <p:extLst>
      <p:ext uri="{BB962C8B-B14F-4D97-AF65-F5344CB8AC3E}">
        <p14:creationId xmlns:p14="http://schemas.microsoft.com/office/powerpoint/2010/main" val="144481395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73A95-5FC6-AB34-41D0-5E27B0A3C4A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B3ECF82-CF98-55A6-16D1-B537F372C04B}"/>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78A00ADB-EF22-DDAE-F43E-B2D60E490B56}"/>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C0ACE928-9B92-AE99-BF4D-5423C19E055D}"/>
              </a:ext>
            </a:extLst>
          </p:cNvPr>
          <p:cNvSpPr txBox="1"/>
          <p:nvPr/>
        </p:nvSpPr>
        <p:spPr>
          <a:xfrm>
            <a:off x="1281748" y="353648"/>
            <a:ext cx="7680960" cy="658368"/>
          </a:xfrm>
          <a:prstGeom prst="rect">
            <a:avLst/>
          </a:prstGeom>
          <a:noFill/>
          <a:ln/>
        </p:spPr>
        <p:txBody>
          <a:bodyPr wrap="square" lIns="0" tIns="0" rIns="0" bIns="0" rtlCol="0" anchor="ctr"/>
          <a:lstStyle/>
          <a:p>
            <a:r>
              <a:rPr lang="en-US" sz="2800" b="1" kern="0" spc="100">
                <a:solidFill>
                  <a:srgbClr val="2B2A28"/>
                </a:solidFill>
                <a:latin typeface="Arial"/>
                <a:cs typeface="Arial"/>
              </a:rPr>
              <a:t>Relevant Requirements for Control Laws</a:t>
            </a:r>
          </a:p>
        </p:txBody>
      </p:sp>
      <p:sp>
        <p:nvSpPr>
          <p:cNvPr id="5" name="Shape 2">
            <a:extLst>
              <a:ext uri="{FF2B5EF4-FFF2-40B4-BE49-F238E27FC236}">
                <a16:creationId xmlns:a16="http://schemas.microsoft.com/office/drawing/2014/main" id="{FE663850-6297-9B89-370D-AAC620E5AA0D}"/>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C8B01871-F55C-DC71-9220-68815F293EB4}"/>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graphicFrame>
        <p:nvGraphicFramePr>
          <p:cNvPr id="9" name="Table 8">
            <a:extLst>
              <a:ext uri="{FF2B5EF4-FFF2-40B4-BE49-F238E27FC236}">
                <a16:creationId xmlns:a16="http://schemas.microsoft.com/office/drawing/2014/main" id="{B3C17548-D674-A613-6A6D-4ACC1A9F24BF}"/>
              </a:ext>
            </a:extLst>
          </p:cNvPr>
          <p:cNvGraphicFramePr>
            <a:graphicFrameLocks noGrp="1"/>
          </p:cNvGraphicFramePr>
          <p:nvPr>
            <p:extLst>
              <p:ext uri="{D42A27DB-BD31-4B8C-83A1-F6EECF244321}">
                <p14:modId xmlns:p14="http://schemas.microsoft.com/office/powerpoint/2010/main" val="815798017"/>
              </p:ext>
            </p:extLst>
          </p:nvPr>
        </p:nvGraphicFramePr>
        <p:xfrm>
          <a:off x="481419" y="1310200"/>
          <a:ext cx="11237392" cy="3926990"/>
        </p:xfrm>
        <a:graphic>
          <a:graphicData uri="http://schemas.openxmlformats.org/drawingml/2006/table">
            <a:tbl>
              <a:tblPr bandRow="1">
                <a:tableStyleId>{5C22544A-7EE6-4342-B048-85BDC9FD1C3A}</a:tableStyleId>
              </a:tblPr>
              <a:tblGrid>
                <a:gridCol w="3280572">
                  <a:extLst>
                    <a:ext uri="{9D8B030D-6E8A-4147-A177-3AD203B41FA5}">
                      <a16:colId xmlns:a16="http://schemas.microsoft.com/office/drawing/2014/main" val="4226704145"/>
                    </a:ext>
                  </a:extLst>
                </a:gridCol>
                <a:gridCol w="4128030">
                  <a:extLst>
                    <a:ext uri="{9D8B030D-6E8A-4147-A177-3AD203B41FA5}">
                      <a16:colId xmlns:a16="http://schemas.microsoft.com/office/drawing/2014/main" val="2555824011"/>
                    </a:ext>
                  </a:extLst>
                </a:gridCol>
                <a:gridCol w="3828790">
                  <a:extLst>
                    <a:ext uri="{9D8B030D-6E8A-4147-A177-3AD203B41FA5}">
                      <a16:colId xmlns:a16="http://schemas.microsoft.com/office/drawing/2014/main" val="3575650190"/>
                    </a:ext>
                  </a:extLst>
                </a:gridCol>
              </a:tblGrid>
              <a:tr h="608486">
                <a:tc>
                  <a:txBody>
                    <a:bodyPr/>
                    <a:lstStyle/>
                    <a:p>
                      <a:pPr lvl="0">
                        <a:buNone/>
                      </a:pPr>
                      <a:r>
                        <a:rPr lang="en-US" sz="1400" b="1" i="0">
                          <a:effectLst/>
                          <a:latin typeface="Arial"/>
                          <a:ea typeface="Calibri"/>
                          <a:cs typeface="Arial"/>
                        </a:rPr>
                        <a:t>Requirement #</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buNone/>
                      </a:pPr>
                      <a:r>
                        <a:rPr lang="en-US" sz="1400" b="1" i="0">
                          <a:effectLst/>
                          <a:latin typeface="Arial"/>
                          <a:ea typeface="Calibri"/>
                          <a:cs typeface="Arial"/>
                        </a:rPr>
                        <a:t>Requirement</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C0E6F5"/>
                    </a:solidFill>
                  </a:tcPr>
                </a:tc>
                <a:tc>
                  <a:txBody>
                    <a:bodyPr/>
                    <a:lstStyle/>
                    <a:p>
                      <a:pPr lvl="0">
                        <a:buNone/>
                      </a:pPr>
                      <a:r>
                        <a:rPr lang="en-US" sz="1400" b="1" i="0">
                          <a:effectLst/>
                          <a:latin typeface="Arial"/>
                          <a:ea typeface="Calibri"/>
                          <a:cs typeface="Arial"/>
                        </a:rPr>
                        <a:t>Rationale for Relevance</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C0E6F5"/>
                    </a:solidFill>
                  </a:tcPr>
                </a:tc>
                <a:extLst>
                  <a:ext uri="{0D108BD9-81ED-4DB2-BD59-A6C34878D82A}">
                    <a16:rowId xmlns:a16="http://schemas.microsoft.com/office/drawing/2014/main" val="2433659630"/>
                  </a:ext>
                </a:extLst>
              </a:tr>
              <a:tr h="697224">
                <a:tc>
                  <a:txBody>
                    <a:bodyPr/>
                    <a:lstStyle/>
                    <a:p>
                      <a:pPr lvl="0">
                        <a:buNone/>
                      </a:pPr>
                      <a:r>
                        <a:rPr lang="en-US" sz="1400" b="0" i="0" kern="1200" noProof="0">
                          <a:solidFill>
                            <a:schemeClr val="dk1"/>
                          </a:solidFill>
                          <a:effectLst/>
                          <a:latin typeface="Arial"/>
                          <a:ea typeface="Calibri"/>
                          <a:cs typeface="Arial"/>
                        </a:rPr>
                        <a:t>UAS-11</a:t>
                      </a:r>
                      <a:endParaRPr lang="en-US" sz="1400" b="0" i="0" kern="1200">
                        <a:solidFill>
                          <a:schemeClr val="dk1"/>
                        </a:solidFill>
                        <a:effectLst/>
                        <a:latin typeface="Arial"/>
                        <a:ea typeface="Calibri"/>
                        <a:cs typeface="Arial"/>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buNone/>
                      </a:pPr>
                      <a:r>
                        <a:rPr lang="en-US" sz="1400" b="0" i="0" u="none" strike="noStrike" kern="1200" noProof="0">
                          <a:solidFill>
                            <a:srgbClr val="242424"/>
                          </a:solidFill>
                          <a:effectLst/>
                          <a:latin typeface="Arial"/>
                          <a:ea typeface="Calibri"/>
                          <a:cs typeface="Arial"/>
                        </a:rPr>
                        <a:t>The UAS shall have autonomous maneuverabiltiy capabilities.</a:t>
                      </a:r>
                      <a:endParaRPr lang="en-US" sz="1400">
                        <a:latin typeface="Arial"/>
                        <a:cs typeface="Arial"/>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a:ea typeface="Calibri"/>
                          <a:cs typeface="Arial"/>
                        </a:rPr>
                        <a:t>The control law must support stable autonomous flight and accurately track commanded attitudes and trajectories.</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extLst>
                  <a:ext uri="{0D108BD9-81ED-4DB2-BD59-A6C34878D82A}">
                    <a16:rowId xmlns:a16="http://schemas.microsoft.com/office/drawing/2014/main" val="3884621858"/>
                  </a:ext>
                </a:extLst>
              </a:tr>
              <a:tr h="900053">
                <a:tc>
                  <a:txBody>
                    <a:bodyPr/>
                    <a:lstStyle/>
                    <a:p>
                      <a:pPr lvl="0">
                        <a:buNone/>
                      </a:pPr>
                      <a:r>
                        <a:rPr lang="en-US" sz="1400" b="0" i="0" kern="1200" noProof="0">
                          <a:solidFill>
                            <a:schemeClr val="dk1"/>
                          </a:solidFill>
                          <a:effectLst/>
                          <a:latin typeface="Arial"/>
                          <a:ea typeface="Calibri"/>
                          <a:cs typeface="Arial"/>
                        </a:rPr>
                        <a:t>UAS-14 &amp; 15</a:t>
                      </a:r>
                      <a:endParaRPr lang="en-US" sz="1400" b="0" i="0" kern="1200">
                        <a:solidFill>
                          <a:schemeClr val="dk1"/>
                        </a:solidFill>
                        <a:effectLst/>
                        <a:latin typeface="Arial"/>
                        <a:ea typeface="Calibri"/>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400" b="0" i="0" u="none" strike="noStrike" kern="1200" noProof="0">
                          <a:solidFill>
                            <a:srgbClr val="242424"/>
                          </a:solidFill>
                          <a:effectLst/>
                          <a:latin typeface="Arial"/>
                          <a:ea typeface="Calibri"/>
                          <a:cs typeface="Arial"/>
                        </a:rPr>
                        <a:t>The UAS shall maneuver at an altitude no greater than 2 m.</a:t>
                      </a:r>
                    </a:p>
                    <a:p>
                      <a:pPr lvl="0" algn="l">
                        <a:lnSpc>
                          <a:spcPct val="100000"/>
                        </a:lnSpc>
                        <a:spcBef>
                          <a:spcPts val="0"/>
                        </a:spcBef>
                        <a:spcAft>
                          <a:spcPts val="0"/>
                        </a:spcAft>
                        <a:buNone/>
                      </a:pPr>
                      <a:r>
                        <a:rPr lang="en-US" sz="1400" b="0" i="0" u="none" strike="noStrike" kern="1200" noProof="0">
                          <a:solidFill>
                            <a:srgbClr val="242424"/>
                          </a:solidFill>
                          <a:effectLst/>
                          <a:latin typeface="Arial"/>
                          <a:ea typeface="Calibri"/>
                          <a:cs typeface="Arial"/>
                        </a:rPr>
                        <a:t>The UAS shall maneuver at a speed no greater than 0.5 m/s</a:t>
                      </a:r>
                      <a:endParaRPr lang="en-US" sz="1400">
                        <a:latin typeface="Arial"/>
                        <a:ea typeface="Calibri"/>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a:ea typeface="Calibri"/>
                          <a:cs typeface="Arial"/>
                        </a:rPr>
                        <a:t>Control law must limit overshoot to stay within the operating constraints for the duration of the search.</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extLst>
                  <a:ext uri="{0D108BD9-81ED-4DB2-BD59-A6C34878D82A}">
                    <a16:rowId xmlns:a16="http://schemas.microsoft.com/office/drawing/2014/main" val="1355369355"/>
                  </a:ext>
                </a:extLst>
              </a:tr>
              <a:tr h="697224">
                <a:tc>
                  <a:txBody>
                    <a:bodyPr/>
                    <a:lstStyle/>
                    <a:p>
                      <a:pPr lvl="0">
                        <a:buNone/>
                      </a:pPr>
                      <a:r>
                        <a:rPr lang="en-US" sz="1400" b="0" i="0" kern="1200" noProof="0">
                          <a:solidFill>
                            <a:schemeClr val="dk1"/>
                          </a:solidFill>
                          <a:effectLst/>
                          <a:latin typeface="Arial"/>
                          <a:ea typeface="Calibri"/>
                          <a:cs typeface="Arial"/>
                        </a:rPr>
                        <a:t>UAS-GNCC-8</a:t>
                      </a:r>
                      <a:endParaRPr lang="en-US" sz="1400" b="0" i="0" kern="1200">
                        <a:solidFill>
                          <a:schemeClr val="dk1"/>
                        </a:solidFill>
                        <a:effectLst/>
                        <a:latin typeface="Arial"/>
                        <a:ea typeface="Calibri"/>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400" b="0" i="0" u="none" strike="noStrike" kern="1200" noProof="0">
                          <a:solidFill>
                            <a:schemeClr val="dk1"/>
                          </a:solidFill>
                          <a:effectLst/>
                          <a:latin typeface="Arial"/>
                          <a:cs typeface="Arial"/>
                        </a:rPr>
                        <a:t>The UAS shall operate using a Closed Control Feedback loop</a:t>
                      </a:r>
                      <a:endParaRPr lang="en-US" sz="1400" b="0" i="0" kern="1200" noProof="0">
                        <a:solidFill>
                          <a:schemeClr val="dk1"/>
                        </a:solidFill>
                        <a:effectLst/>
                        <a:latin typeface="Arial"/>
                        <a:ea typeface="Calibri"/>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a:ea typeface="Calibri"/>
                          <a:cs typeface="Arial"/>
                        </a:rPr>
                        <a:t>How complete does the feedback loop be with regards to integration, efficiency and safety?</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extLst>
                  <a:ext uri="{0D108BD9-81ED-4DB2-BD59-A6C34878D82A}">
                    <a16:rowId xmlns:a16="http://schemas.microsoft.com/office/drawing/2014/main" val="2224957842"/>
                  </a:ext>
                </a:extLst>
              </a:tr>
              <a:tr h="900053">
                <a:tc>
                  <a:txBody>
                    <a:bodyPr/>
                    <a:lstStyle/>
                    <a:p>
                      <a:pPr lvl="0" algn="l">
                        <a:lnSpc>
                          <a:spcPct val="100000"/>
                        </a:lnSpc>
                        <a:spcBef>
                          <a:spcPts val="0"/>
                        </a:spcBef>
                        <a:spcAft>
                          <a:spcPts val="0"/>
                        </a:spcAft>
                        <a:buNone/>
                      </a:pPr>
                      <a:r>
                        <a:rPr lang="en-US" sz="1400" b="0" i="0" u="none" strike="noStrike" noProof="0">
                          <a:solidFill>
                            <a:schemeClr val="dk1"/>
                          </a:solidFill>
                          <a:effectLst/>
                          <a:latin typeface="Arial"/>
                          <a:ea typeface="Calibri"/>
                          <a:cs typeface="Arial"/>
                        </a:rPr>
                        <a:t>UAS-GNCC-9</a:t>
                      </a:r>
                      <a:endParaRPr lang="en-US" sz="1400" b="0" i="0" u="none" strike="noStrike" noProof="0">
                        <a:solidFill>
                          <a:srgbClr val="000000"/>
                        </a:solidFill>
                        <a:effectLst/>
                        <a:latin typeface="Arial"/>
                        <a:ea typeface="Calibri"/>
                        <a:cs typeface="Arial"/>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buNone/>
                      </a:pPr>
                      <a:r>
                        <a:rPr lang="en-US" sz="1400" b="0" i="0" u="none" strike="noStrike" kern="1200" noProof="0">
                          <a:solidFill>
                            <a:srgbClr val="242424"/>
                          </a:solidFill>
                          <a:effectLst/>
                          <a:latin typeface="Arial"/>
                          <a:cs typeface="Arial"/>
                        </a:rPr>
                        <a:t>The UAS shall remain within the feedback response parameters stated in UAS-GNCC-9 sub requirements</a:t>
                      </a:r>
                      <a:endParaRPr lang="en-US" sz="1400">
                        <a:latin typeface="Arial"/>
                        <a:cs typeface="Aria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C0E6F5"/>
                    </a:solidFill>
                  </a:tcPr>
                </a:tc>
                <a:tc>
                  <a:txBody>
                    <a:bodyPr/>
                    <a:lstStyle/>
                    <a:p>
                      <a:pPr lvl="0">
                        <a:buNone/>
                      </a:pPr>
                      <a:r>
                        <a:rPr lang="en-US" sz="1400" b="0" i="0">
                          <a:effectLst/>
                          <a:latin typeface="Arial"/>
                          <a:ea typeface="Calibri"/>
                          <a:cs typeface="Arial"/>
                        </a:rPr>
                        <a:t>How effectively does the controller maintain and goes back to trim state? How sensitive is the controller to noise and does it require additional filtering?</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C0E6F5"/>
                    </a:solidFill>
                  </a:tcPr>
                </a:tc>
                <a:extLst>
                  <a:ext uri="{0D108BD9-81ED-4DB2-BD59-A6C34878D82A}">
                    <a16:rowId xmlns:a16="http://schemas.microsoft.com/office/drawing/2014/main" val="452152920"/>
                  </a:ext>
                </a:extLst>
              </a:tr>
            </a:tbl>
          </a:graphicData>
        </a:graphic>
      </p:graphicFrame>
      <p:sp>
        <p:nvSpPr>
          <p:cNvPr id="10" name="TextBox 9">
            <a:extLst>
              <a:ext uri="{FF2B5EF4-FFF2-40B4-BE49-F238E27FC236}">
                <a16:creationId xmlns:a16="http://schemas.microsoft.com/office/drawing/2014/main" id="{CD3E270C-D0D2-A4CA-59DA-46ADE3A101B1}"/>
              </a:ext>
            </a:extLst>
          </p:cNvPr>
          <p:cNvSpPr txBox="1"/>
          <p:nvPr/>
        </p:nvSpPr>
        <p:spPr>
          <a:xfrm>
            <a:off x="547905" y="5531093"/>
            <a:ext cx="1109938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t>Key Requirement Impact:</a:t>
            </a:r>
            <a:r>
              <a:rPr lang="en-US" sz="2400"/>
              <a:t> Control Law selection must prioritize accuracy and integration while limiting compounding error during path execution.</a:t>
            </a:r>
          </a:p>
        </p:txBody>
      </p:sp>
      <p:sp>
        <p:nvSpPr>
          <p:cNvPr id="8" name="Slide Number Placeholder 23">
            <a:extLst>
              <a:ext uri="{FF2B5EF4-FFF2-40B4-BE49-F238E27FC236}">
                <a16:creationId xmlns:a16="http://schemas.microsoft.com/office/drawing/2014/main" id="{753AF13B-C6E1-3061-DF14-439468B109E9}"/>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t>65</a:t>
            </a:fld>
            <a:endParaRPr lang="en-US"/>
          </a:p>
        </p:txBody>
      </p:sp>
      <p:grpSp>
        <p:nvGrpSpPr>
          <p:cNvPr id="11" name="Trade Studies Bar - 4 GNC">
            <a:extLst>
              <a:ext uri="{FF2B5EF4-FFF2-40B4-BE49-F238E27FC236}">
                <a16:creationId xmlns:a16="http://schemas.microsoft.com/office/drawing/2014/main" id="{0C35FADD-4CB8-ACCA-D4AA-63A575C588EB}"/>
              </a:ext>
            </a:extLst>
          </p:cNvPr>
          <p:cNvGrpSpPr/>
          <p:nvPr/>
        </p:nvGrpSpPr>
        <p:grpSpPr>
          <a:xfrm>
            <a:off x="814349" y="6570020"/>
            <a:ext cx="10563301" cy="276999"/>
            <a:chOff x="790698" y="5902391"/>
            <a:chExt cx="10563301" cy="276999"/>
          </a:xfrm>
        </p:grpSpPr>
        <p:sp>
          <p:nvSpPr>
            <p:cNvPr id="12" name="Segment 0 - Trade Studies">
              <a:extLst>
                <a:ext uri="{FF2B5EF4-FFF2-40B4-BE49-F238E27FC236}">
                  <a16:creationId xmlns:a16="http://schemas.microsoft.com/office/drawing/2014/main" id="{D8C4874B-680A-05FD-130C-37EC5CEC7633}"/>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3" name="Segment 1 - Propulsion">
              <a:extLst>
                <a:ext uri="{FF2B5EF4-FFF2-40B4-BE49-F238E27FC236}">
                  <a16:creationId xmlns:a16="http://schemas.microsoft.com/office/drawing/2014/main" id="{F80D706D-0F92-DF2A-7D2F-17877574296F}"/>
                </a:ext>
              </a:extLst>
            </p:cNvPr>
            <p:cNvSpPr/>
            <p:nvPr/>
          </p:nvSpPr>
          <p:spPr>
            <a:xfrm>
              <a:off x="268951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Propulsion</a:t>
              </a:r>
            </a:p>
          </p:txBody>
        </p:sp>
        <p:sp>
          <p:nvSpPr>
            <p:cNvPr id="14" name="Segment 2 - Power Systems">
              <a:extLst>
                <a:ext uri="{FF2B5EF4-FFF2-40B4-BE49-F238E27FC236}">
                  <a16:creationId xmlns:a16="http://schemas.microsoft.com/office/drawing/2014/main" id="{97C5F821-5013-F857-A6D2-83C75C3E73DA}"/>
                </a:ext>
              </a:extLst>
            </p:cNvPr>
            <p:cNvSpPr/>
            <p:nvPr/>
          </p:nvSpPr>
          <p:spPr>
            <a:xfrm>
              <a:off x="441013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Power Systems</a:t>
              </a:r>
            </a:p>
          </p:txBody>
        </p:sp>
        <p:sp>
          <p:nvSpPr>
            <p:cNvPr id="15" name="Segment 3 - Airframe">
              <a:extLst>
                <a:ext uri="{FF2B5EF4-FFF2-40B4-BE49-F238E27FC236}">
                  <a16:creationId xmlns:a16="http://schemas.microsoft.com/office/drawing/2014/main" id="{9DF573A3-3218-C3D9-FDCE-2CEA9F9746CC}"/>
                </a:ext>
              </a:extLst>
            </p:cNvPr>
            <p:cNvSpPr/>
            <p:nvPr/>
          </p:nvSpPr>
          <p:spPr>
            <a:xfrm>
              <a:off x="613074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Airframe</a:t>
              </a:r>
              <a:r>
                <a:rPr lang="en-US" sz="1050" b="0">
                  <a:solidFill>
                    <a:srgbClr val="FFFFFF"/>
                  </a:solidFill>
                  <a:latin typeface="Calibri"/>
                </a:rPr>
                <a:t> &amp; Aerodynamics</a:t>
              </a:r>
              <a:endParaRPr sz="1050" b="0">
                <a:solidFill>
                  <a:srgbClr val="FFFFFF"/>
                </a:solidFill>
                <a:latin typeface="Calibri"/>
              </a:endParaRPr>
            </a:p>
          </p:txBody>
        </p:sp>
        <p:sp>
          <p:nvSpPr>
            <p:cNvPr id="16" name="Segment 4 - GNC">
              <a:extLst>
                <a:ext uri="{FF2B5EF4-FFF2-40B4-BE49-F238E27FC236}">
                  <a16:creationId xmlns:a16="http://schemas.microsoft.com/office/drawing/2014/main" id="{15DF8D48-24F4-1011-89E6-8CE4284884D2}"/>
                </a:ext>
              </a:extLst>
            </p:cNvPr>
            <p:cNvSpPr/>
            <p:nvPr/>
          </p:nvSpPr>
          <p:spPr>
            <a:xfrm>
              <a:off x="7851360"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GNC</a:t>
              </a:r>
            </a:p>
          </p:txBody>
        </p:sp>
        <p:sp>
          <p:nvSpPr>
            <p:cNvPr id="17" name="Segment 5 - Avionics">
              <a:extLst>
                <a:ext uri="{FF2B5EF4-FFF2-40B4-BE49-F238E27FC236}">
                  <a16:creationId xmlns:a16="http://schemas.microsoft.com/office/drawing/2014/main" id="{D97BA9A1-B562-CE4C-5609-859AA42AFDF6}"/>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Tree>
    <p:extLst>
      <p:ext uri="{BB962C8B-B14F-4D97-AF65-F5344CB8AC3E}">
        <p14:creationId xmlns:p14="http://schemas.microsoft.com/office/powerpoint/2010/main" val="385021465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2BA3C-88BA-59F0-AF4E-D468905F0FA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A7DA605-AFB9-90E4-1E22-DFDBF6FA854D}"/>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CC636BEF-B8C4-46A0-ADA2-CE237B7ABB60}"/>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05D2CCC2-BED8-93C8-0935-866B80A173E9}"/>
              </a:ext>
            </a:extLst>
          </p:cNvPr>
          <p:cNvSpPr txBox="1"/>
          <p:nvPr/>
        </p:nvSpPr>
        <p:spPr>
          <a:xfrm>
            <a:off x="1281749" y="368854"/>
            <a:ext cx="9094965" cy="627956"/>
          </a:xfrm>
          <a:prstGeom prst="rect">
            <a:avLst/>
          </a:prstGeom>
          <a:noFill/>
          <a:ln/>
        </p:spPr>
        <p:txBody>
          <a:bodyPr wrap="square" lIns="0" tIns="0" rIns="0" bIns="0" rtlCol="0" anchor="ctr"/>
          <a:lstStyle/>
          <a:p>
            <a:r>
              <a:rPr lang="en-US" sz="2800" b="1" kern="0" spc="100">
                <a:solidFill>
                  <a:srgbClr val="2B2A28"/>
                </a:solidFill>
                <a:latin typeface="Arial"/>
                <a:cs typeface="Arial"/>
              </a:rPr>
              <a:t>CPID&amp;PD Modeling and Analysis</a:t>
            </a:r>
          </a:p>
        </p:txBody>
      </p:sp>
      <p:sp>
        <p:nvSpPr>
          <p:cNvPr id="5" name="Shape 2">
            <a:extLst>
              <a:ext uri="{FF2B5EF4-FFF2-40B4-BE49-F238E27FC236}">
                <a16:creationId xmlns:a16="http://schemas.microsoft.com/office/drawing/2014/main" id="{9CDDF1F9-E870-D86C-E398-0DFEC67E2F31}"/>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764ADA23-0B61-C0EF-AA42-26F0172C8E7D}"/>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11" name="TextBox 10">
            <a:extLst>
              <a:ext uri="{FF2B5EF4-FFF2-40B4-BE49-F238E27FC236}">
                <a16:creationId xmlns:a16="http://schemas.microsoft.com/office/drawing/2014/main" id="{AB4ED631-5C0E-937E-CDCA-E90A2FFCCEF3}"/>
              </a:ext>
            </a:extLst>
          </p:cNvPr>
          <p:cNvSpPr txBox="1"/>
          <p:nvPr/>
        </p:nvSpPr>
        <p:spPr>
          <a:xfrm>
            <a:off x="760090" y="1145387"/>
            <a:ext cx="5573676"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latin typeface="Arial" panose="020B0604020202020204" pitchFamily="34" charset="0"/>
                <a:cs typeface="Arial" panose="020B0604020202020204" pitchFamily="34" charset="0"/>
              </a:rPr>
              <a:t>Cascaded Outer PID &amp; Inner PD response for non-singular +/- 0.1 rad/s disturbance in pitch rate</a:t>
            </a:r>
          </a:p>
          <a:p>
            <a:pPr marL="285750" indent="-285750">
              <a:buFont typeface="Arial"/>
              <a:buChar char="•"/>
            </a:pPr>
            <a:r>
              <a:rPr lang="en-US">
                <a:latin typeface="Arial" panose="020B0604020202020204" pitchFamily="34" charset="0"/>
                <a:cs typeface="Arial" panose="020B0604020202020204" pitchFamily="34" charset="0"/>
              </a:rPr>
              <a:t>Non-linear response in </a:t>
            </a:r>
            <a:r>
              <a:rPr lang="en-US">
                <a:solidFill>
                  <a:srgbClr val="0808C1"/>
                </a:solidFill>
                <a:latin typeface="Arial" panose="020B0604020202020204" pitchFamily="34" charset="0"/>
                <a:cs typeface="Arial" panose="020B0604020202020204" pitchFamily="34" charset="0"/>
              </a:rPr>
              <a:t>blue</a:t>
            </a:r>
          </a:p>
          <a:p>
            <a:pPr marL="285750" indent="-285750">
              <a:buFont typeface="Arial"/>
              <a:buChar char="•"/>
            </a:pPr>
            <a:r>
              <a:rPr lang="en-US">
                <a:latin typeface="Arial" panose="020B0604020202020204" pitchFamily="34" charset="0"/>
                <a:cs typeface="Arial" panose="020B0604020202020204" pitchFamily="34" charset="0"/>
              </a:rPr>
              <a:t>Notable Results:</a:t>
            </a:r>
          </a:p>
          <a:p>
            <a:pPr marL="742950" lvl="1" indent="-285750">
              <a:buFont typeface="Arial"/>
              <a:buChar char="•"/>
            </a:pPr>
            <a:r>
              <a:rPr lang="en-US">
                <a:latin typeface="Arial" panose="020B0604020202020204" pitchFamily="34" charset="0"/>
                <a:cs typeface="Arial" panose="020B0604020202020204" pitchFamily="34" charset="0"/>
              </a:rPr>
              <a:t>Low fluctuations </a:t>
            </a:r>
          </a:p>
          <a:p>
            <a:pPr marL="742950" lvl="1" indent="-285750">
              <a:buFont typeface="Arial"/>
              <a:buChar char="•"/>
            </a:pPr>
            <a:r>
              <a:rPr lang="en-US">
                <a:latin typeface="Arial" panose="020B0604020202020204" pitchFamily="34" charset="0"/>
                <a:cs typeface="Arial" panose="020B0604020202020204" pitchFamily="34" charset="0"/>
              </a:rPr>
              <a:t>Low noise</a:t>
            </a:r>
          </a:p>
          <a:p>
            <a:pPr marL="742950" lvl="1" indent="-285750">
              <a:buFont typeface="Arial"/>
              <a:buChar char="•"/>
            </a:pPr>
            <a:r>
              <a:rPr lang="en-US">
                <a:latin typeface="Arial" panose="020B0604020202020204" pitchFamily="34" charset="0"/>
                <a:cs typeface="Arial" panose="020B0604020202020204" pitchFamily="34" charset="0"/>
              </a:rPr>
              <a:t>Doesn't return to trim state for Z-velocity</a:t>
            </a:r>
          </a:p>
          <a:p>
            <a:pPr marL="742950" lvl="1" indent="-285750">
              <a:buFont typeface="Arial"/>
              <a:buChar char="•"/>
            </a:pPr>
            <a:r>
              <a:rPr lang="en-US">
                <a:latin typeface="Arial" panose="020B0604020202020204" pitchFamily="34" charset="0"/>
                <a:cs typeface="Arial" panose="020B0604020202020204" pitchFamily="34" charset="0"/>
              </a:rPr>
              <a:t>Missing an Integral gain in inner loop</a:t>
            </a:r>
          </a:p>
        </p:txBody>
      </p:sp>
      <p:pic>
        <p:nvPicPr>
          <p:cNvPr id="8" name="Picture 7">
            <a:extLst>
              <a:ext uri="{FF2B5EF4-FFF2-40B4-BE49-F238E27FC236}">
                <a16:creationId xmlns:a16="http://schemas.microsoft.com/office/drawing/2014/main" id="{51CD9CD8-2598-0B00-474B-9E405388C859}"/>
              </a:ext>
            </a:extLst>
          </p:cNvPr>
          <p:cNvPicPr>
            <a:picLocks noChangeAspect="1"/>
          </p:cNvPicPr>
          <p:nvPr/>
        </p:nvPicPr>
        <p:blipFill>
          <a:blip r:embed="rId4"/>
          <a:srcRect l="7230" t="3307" r="7108" b="5081"/>
          <a:stretch>
            <a:fillRect/>
          </a:stretch>
        </p:blipFill>
        <p:spPr>
          <a:xfrm>
            <a:off x="6487607" y="886303"/>
            <a:ext cx="4401229" cy="2829019"/>
          </a:xfrm>
          <a:prstGeom prst="rect">
            <a:avLst/>
          </a:prstGeom>
        </p:spPr>
      </p:pic>
      <p:pic>
        <p:nvPicPr>
          <p:cNvPr id="12" name="Picture 11">
            <a:extLst>
              <a:ext uri="{FF2B5EF4-FFF2-40B4-BE49-F238E27FC236}">
                <a16:creationId xmlns:a16="http://schemas.microsoft.com/office/drawing/2014/main" id="{48AE1099-2C8A-C3EF-6056-51BC8DB41193}"/>
              </a:ext>
            </a:extLst>
          </p:cNvPr>
          <p:cNvPicPr>
            <a:picLocks noChangeAspect="1"/>
          </p:cNvPicPr>
          <p:nvPr/>
        </p:nvPicPr>
        <p:blipFill>
          <a:blip r:embed="rId5"/>
          <a:srcRect l="9191" t="4073" r="7108" b="7153"/>
          <a:stretch>
            <a:fillRect/>
          </a:stretch>
        </p:blipFill>
        <p:spPr>
          <a:xfrm>
            <a:off x="5276571" y="3735159"/>
            <a:ext cx="4299190" cy="2741031"/>
          </a:xfrm>
          <a:prstGeom prst="rect">
            <a:avLst/>
          </a:prstGeom>
        </p:spPr>
      </p:pic>
      <p:pic>
        <p:nvPicPr>
          <p:cNvPr id="13" name="Picture 12">
            <a:extLst>
              <a:ext uri="{FF2B5EF4-FFF2-40B4-BE49-F238E27FC236}">
                <a16:creationId xmlns:a16="http://schemas.microsoft.com/office/drawing/2014/main" id="{38194BC1-2285-B6D0-6F73-7B94CAC530E7}"/>
              </a:ext>
            </a:extLst>
          </p:cNvPr>
          <p:cNvPicPr>
            <a:picLocks noChangeAspect="1"/>
          </p:cNvPicPr>
          <p:nvPr/>
        </p:nvPicPr>
        <p:blipFill>
          <a:blip r:embed="rId6"/>
          <a:srcRect l="7475" t="3866" r="7353" b="3666"/>
          <a:stretch>
            <a:fillRect/>
          </a:stretch>
        </p:blipFill>
        <p:spPr>
          <a:xfrm>
            <a:off x="759000" y="3735039"/>
            <a:ext cx="3965805" cy="2605896"/>
          </a:xfrm>
          <a:prstGeom prst="rect">
            <a:avLst/>
          </a:prstGeom>
        </p:spPr>
      </p:pic>
      <p:sp>
        <p:nvSpPr>
          <p:cNvPr id="9" name="Slide Number Placeholder 23">
            <a:extLst>
              <a:ext uri="{FF2B5EF4-FFF2-40B4-BE49-F238E27FC236}">
                <a16:creationId xmlns:a16="http://schemas.microsoft.com/office/drawing/2014/main" id="{A282C791-02F9-9335-5A83-955E6028CA2D}"/>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t>66</a:t>
            </a:fld>
            <a:endParaRPr lang="en-US"/>
          </a:p>
        </p:txBody>
      </p:sp>
      <p:grpSp>
        <p:nvGrpSpPr>
          <p:cNvPr id="10" name="Trade Studies Bar - 4 GNC">
            <a:extLst>
              <a:ext uri="{FF2B5EF4-FFF2-40B4-BE49-F238E27FC236}">
                <a16:creationId xmlns:a16="http://schemas.microsoft.com/office/drawing/2014/main" id="{0F05EA3A-2701-0310-E7DA-28F3C53C4273}"/>
              </a:ext>
            </a:extLst>
          </p:cNvPr>
          <p:cNvGrpSpPr/>
          <p:nvPr/>
        </p:nvGrpSpPr>
        <p:grpSpPr>
          <a:xfrm>
            <a:off x="814349" y="6570020"/>
            <a:ext cx="10563301" cy="276999"/>
            <a:chOff x="790698" y="5902391"/>
            <a:chExt cx="10563301" cy="276999"/>
          </a:xfrm>
        </p:grpSpPr>
        <p:sp>
          <p:nvSpPr>
            <p:cNvPr id="14" name="Segment 0 - Trade Studies">
              <a:extLst>
                <a:ext uri="{FF2B5EF4-FFF2-40B4-BE49-F238E27FC236}">
                  <a16:creationId xmlns:a16="http://schemas.microsoft.com/office/drawing/2014/main" id="{7C5A41CA-C225-DD1E-9CB2-AB36623B5CF5}"/>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5" name="Segment 1 - Propulsion">
              <a:extLst>
                <a:ext uri="{FF2B5EF4-FFF2-40B4-BE49-F238E27FC236}">
                  <a16:creationId xmlns:a16="http://schemas.microsoft.com/office/drawing/2014/main" id="{04C261E1-F975-E9B5-2AD0-DF0B82027DE8}"/>
                </a:ext>
              </a:extLst>
            </p:cNvPr>
            <p:cNvSpPr/>
            <p:nvPr/>
          </p:nvSpPr>
          <p:spPr>
            <a:xfrm>
              <a:off x="268951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Propulsion</a:t>
              </a:r>
            </a:p>
          </p:txBody>
        </p:sp>
        <p:sp>
          <p:nvSpPr>
            <p:cNvPr id="16" name="Segment 2 - Power Systems">
              <a:extLst>
                <a:ext uri="{FF2B5EF4-FFF2-40B4-BE49-F238E27FC236}">
                  <a16:creationId xmlns:a16="http://schemas.microsoft.com/office/drawing/2014/main" id="{D9BD7776-3094-B181-8A74-47A3E3728C81}"/>
                </a:ext>
              </a:extLst>
            </p:cNvPr>
            <p:cNvSpPr/>
            <p:nvPr/>
          </p:nvSpPr>
          <p:spPr>
            <a:xfrm>
              <a:off x="441013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Power Systems</a:t>
              </a:r>
            </a:p>
          </p:txBody>
        </p:sp>
        <p:sp>
          <p:nvSpPr>
            <p:cNvPr id="17" name="Segment 3 - Airframe">
              <a:extLst>
                <a:ext uri="{FF2B5EF4-FFF2-40B4-BE49-F238E27FC236}">
                  <a16:creationId xmlns:a16="http://schemas.microsoft.com/office/drawing/2014/main" id="{F141AB4F-9639-1798-E8B3-E5FD4D0AFCE0}"/>
                </a:ext>
              </a:extLst>
            </p:cNvPr>
            <p:cNvSpPr/>
            <p:nvPr/>
          </p:nvSpPr>
          <p:spPr>
            <a:xfrm>
              <a:off x="613074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Airframe</a:t>
              </a:r>
              <a:r>
                <a:rPr lang="en-US" sz="1050" b="0">
                  <a:solidFill>
                    <a:srgbClr val="FFFFFF"/>
                  </a:solidFill>
                  <a:latin typeface="Calibri"/>
                </a:rPr>
                <a:t> &amp; Aerodynamics</a:t>
              </a:r>
              <a:endParaRPr sz="1050" b="0">
                <a:solidFill>
                  <a:srgbClr val="FFFFFF"/>
                </a:solidFill>
                <a:latin typeface="Calibri"/>
              </a:endParaRPr>
            </a:p>
          </p:txBody>
        </p:sp>
        <p:sp>
          <p:nvSpPr>
            <p:cNvPr id="18" name="Segment 4 - GNC">
              <a:extLst>
                <a:ext uri="{FF2B5EF4-FFF2-40B4-BE49-F238E27FC236}">
                  <a16:creationId xmlns:a16="http://schemas.microsoft.com/office/drawing/2014/main" id="{8C56C6CC-F7A7-7CA4-F4FA-543F206BCFC7}"/>
                </a:ext>
              </a:extLst>
            </p:cNvPr>
            <p:cNvSpPr/>
            <p:nvPr/>
          </p:nvSpPr>
          <p:spPr>
            <a:xfrm>
              <a:off x="7851360"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GNC</a:t>
              </a:r>
            </a:p>
          </p:txBody>
        </p:sp>
        <p:sp>
          <p:nvSpPr>
            <p:cNvPr id="19" name="Segment 5 - Avionics">
              <a:extLst>
                <a:ext uri="{FF2B5EF4-FFF2-40B4-BE49-F238E27FC236}">
                  <a16:creationId xmlns:a16="http://schemas.microsoft.com/office/drawing/2014/main" id="{6915D2F3-22B6-427A-21BA-ABA3C71C2128}"/>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Tree>
    <p:extLst>
      <p:ext uri="{BB962C8B-B14F-4D97-AF65-F5344CB8AC3E}">
        <p14:creationId xmlns:p14="http://schemas.microsoft.com/office/powerpoint/2010/main" val="293037049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C1595-496B-5769-B548-AC8F4952DEB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909B07C-9B4B-F03A-A7B1-B319FC3338D5}"/>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DEF16336-514E-7167-2973-E3CF2BB01DF4}"/>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7768534C-FFD5-F041-E2D7-111583E8AB44}"/>
              </a:ext>
            </a:extLst>
          </p:cNvPr>
          <p:cNvSpPr txBox="1"/>
          <p:nvPr/>
        </p:nvSpPr>
        <p:spPr>
          <a:xfrm>
            <a:off x="1291908" y="365760"/>
            <a:ext cx="7680960" cy="658368"/>
          </a:xfrm>
          <a:prstGeom prst="rect">
            <a:avLst/>
          </a:prstGeom>
          <a:noFill/>
          <a:ln/>
        </p:spPr>
        <p:txBody>
          <a:bodyPr wrap="square" lIns="0" tIns="0" rIns="0" bIns="0" rtlCol="0" anchor="ctr"/>
          <a:lstStyle/>
          <a:p>
            <a:r>
              <a:rPr lang="en-US" sz="2800" b="1" kern="0" spc="100">
                <a:solidFill>
                  <a:srgbClr val="2B2A28"/>
                </a:solidFill>
                <a:latin typeface="Arial"/>
                <a:cs typeface="Arial"/>
              </a:rPr>
              <a:t>CPID Modeling and Analysis</a:t>
            </a:r>
            <a:endParaRPr lang="en-US"/>
          </a:p>
        </p:txBody>
      </p:sp>
      <p:sp>
        <p:nvSpPr>
          <p:cNvPr id="5" name="Shape 2">
            <a:extLst>
              <a:ext uri="{FF2B5EF4-FFF2-40B4-BE49-F238E27FC236}">
                <a16:creationId xmlns:a16="http://schemas.microsoft.com/office/drawing/2014/main" id="{8F361374-8D10-C116-39E3-BBB7D32CF5DE}"/>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273A0202-C2CC-6BAF-8AC3-D8B9874E7C2B}"/>
              </a:ext>
            </a:extLst>
          </p:cNvPr>
          <p:cNvSpPr txBox="1"/>
          <p:nvPr/>
        </p:nvSpPr>
        <p:spPr>
          <a:xfrm>
            <a:off x="10361740" y="457200"/>
            <a:ext cx="1371600" cy="329184"/>
          </a:xfrm>
          <a:prstGeom prst="rect">
            <a:avLst/>
          </a:prstGeom>
          <a:noFill/>
          <a:ln/>
        </p:spPr>
        <p:txBody>
          <a:bodyPr wrap="square" lIns="0" tIns="0" rIns="0" bIns="0" rtlCol="0" anchor="ctr"/>
          <a:lstStyle/>
          <a:p>
            <a:pPr algn="ctr"/>
            <a:r>
              <a:rPr lang="en-US" sz="1000" b="1" kern="0" spc="100">
                <a:solidFill>
                  <a:srgbClr val="2B2A28"/>
                </a:solidFill>
                <a:latin typeface="Arial"/>
                <a:cs typeface="Arial"/>
              </a:rPr>
              <a:t>Trade Studies</a:t>
            </a:r>
          </a:p>
        </p:txBody>
      </p:sp>
      <p:pic>
        <p:nvPicPr>
          <p:cNvPr id="21" name="Picture 20">
            <a:extLst>
              <a:ext uri="{FF2B5EF4-FFF2-40B4-BE49-F238E27FC236}">
                <a16:creationId xmlns:a16="http://schemas.microsoft.com/office/drawing/2014/main" id="{2AC79ECB-F774-BFFE-DA48-44BEC84392AD}"/>
              </a:ext>
            </a:extLst>
          </p:cNvPr>
          <p:cNvPicPr>
            <a:picLocks noChangeAspect="1"/>
          </p:cNvPicPr>
          <p:nvPr/>
        </p:nvPicPr>
        <p:blipFill>
          <a:blip r:embed="rId4"/>
          <a:srcRect l="8701" t="1972" r="5824" b="4789"/>
          <a:stretch>
            <a:fillRect/>
          </a:stretch>
        </p:blipFill>
        <p:spPr>
          <a:xfrm>
            <a:off x="3526354" y="1154428"/>
            <a:ext cx="8175550" cy="5286611"/>
          </a:xfrm>
          <a:prstGeom prst="rect">
            <a:avLst/>
          </a:prstGeom>
        </p:spPr>
      </p:pic>
      <p:sp>
        <p:nvSpPr>
          <p:cNvPr id="8" name="TextBox 7">
            <a:extLst>
              <a:ext uri="{FF2B5EF4-FFF2-40B4-BE49-F238E27FC236}">
                <a16:creationId xmlns:a16="http://schemas.microsoft.com/office/drawing/2014/main" id="{05AA6D52-D4B1-26AE-B7E1-58B3A51BCBD7}"/>
              </a:ext>
            </a:extLst>
          </p:cNvPr>
          <p:cNvSpPr txBox="1"/>
          <p:nvPr/>
        </p:nvSpPr>
        <p:spPr>
          <a:xfrm>
            <a:off x="485770" y="1348587"/>
            <a:ext cx="2840636"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latin typeface="Arial" panose="020B0604020202020204" pitchFamily="34" charset="0"/>
                <a:cs typeface="Arial" panose="020B0604020202020204" pitchFamily="34" charset="0"/>
              </a:rPr>
              <a:t>Cascaded Outer PID &amp; Inner PID response for non-singular +/- 0.1 rad/s disturbance in pitch rate</a:t>
            </a:r>
          </a:p>
          <a:p>
            <a:pPr marL="285750" indent="-285750">
              <a:buFont typeface="Arial"/>
              <a:buChar char="•"/>
            </a:pPr>
            <a:r>
              <a:rPr lang="en-US">
                <a:latin typeface="Arial" panose="020B0604020202020204" pitchFamily="34" charset="0"/>
                <a:cs typeface="Arial" panose="020B0604020202020204" pitchFamily="34" charset="0"/>
              </a:rPr>
              <a:t>Non-linear response in all directions</a:t>
            </a:r>
            <a:endParaRPr lang="en-US">
              <a:solidFill>
                <a:srgbClr val="000000"/>
              </a:solidFill>
              <a:latin typeface="Arial" panose="020B0604020202020204" pitchFamily="34" charset="0"/>
              <a:cs typeface="Arial" panose="020B0604020202020204" pitchFamily="34" charset="0"/>
            </a:endParaRPr>
          </a:p>
          <a:p>
            <a:pPr marL="285750" indent="-285750">
              <a:buFont typeface="Arial"/>
              <a:buChar char="•"/>
            </a:pPr>
            <a:r>
              <a:rPr lang="en-US">
                <a:latin typeface="Arial" panose="020B0604020202020204" pitchFamily="34" charset="0"/>
                <a:cs typeface="Arial" panose="020B0604020202020204" pitchFamily="34" charset="0"/>
              </a:rPr>
              <a:t>Notable Results:</a:t>
            </a:r>
          </a:p>
          <a:p>
            <a:pPr marL="742950" lvl="1" indent="-285750">
              <a:buFont typeface="Arial"/>
              <a:buChar char="•"/>
            </a:pPr>
            <a:r>
              <a:rPr lang="en-US">
                <a:latin typeface="Arial" panose="020B0604020202020204" pitchFamily="34" charset="0"/>
                <a:cs typeface="Arial" panose="020B0604020202020204" pitchFamily="34" charset="0"/>
              </a:rPr>
              <a:t>Low fluctuations </a:t>
            </a:r>
          </a:p>
          <a:p>
            <a:pPr marL="742950" lvl="1" indent="-285750">
              <a:buFont typeface="Arial"/>
              <a:buChar char="•"/>
            </a:pPr>
            <a:r>
              <a:rPr lang="en-US">
                <a:latin typeface="Arial" panose="020B0604020202020204" pitchFamily="34" charset="0"/>
                <a:cs typeface="Arial" panose="020B0604020202020204" pitchFamily="34" charset="0"/>
              </a:rPr>
              <a:t>Low noise</a:t>
            </a:r>
          </a:p>
          <a:p>
            <a:pPr marL="742950" lvl="1" indent="-285750">
              <a:buFont typeface="Arial"/>
              <a:buChar char="•"/>
            </a:pPr>
            <a:r>
              <a:rPr lang="en-US">
                <a:latin typeface="Arial" panose="020B0604020202020204" pitchFamily="34" charset="0"/>
                <a:cs typeface="Arial" panose="020B0604020202020204" pitchFamily="34" charset="0"/>
              </a:rPr>
              <a:t>All return to trim under 5s</a:t>
            </a:r>
          </a:p>
          <a:p>
            <a:pPr marL="742950" lvl="1" indent="-285750">
              <a:buFont typeface="Arial"/>
              <a:buChar char="•"/>
            </a:pPr>
            <a:r>
              <a:rPr lang="en-US">
                <a:latin typeface="Arial" panose="020B0604020202020204" pitchFamily="34" charset="0"/>
                <a:cs typeface="Arial" panose="020B0604020202020204" pitchFamily="34" charset="0"/>
              </a:rPr>
              <a:t>Errors decay exponentially over time</a:t>
            </a:r>
          </a:p>
        </p:txBody>
      </p:sp>
      <p:sp>
        <p:nvSpPr>
          <p:cNvPr id="9" name="Slide Number Placeholder 23">
            <a:extLst>
              <a:ext uri="{FF2B5EF4-FFF2-40B4-BE49-F238E27FC236}">
                <a16:creationId xmlns:a16="http://schemas.microsoft.com/office/drawing/2014/main" id="{1BD09EF0-2840-BD6B-D3B0-10F3288622D8}"/>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t>67</a:t>
            </a:fld>
            <a:endParaRPr lang="en-US"/>
          </a:p>
        </p:txBody>
      </p:sp>
      <p:grpSp>
        <p:nvGrpSpPr>
          <p:cNvPr id="10" name="Trade Studies Bar - 4 GNC">
            <a:extLst>
              <a:ext uri="{FF2B5EF4-FFF2-40B4-BE49-F238E27FC236}">
                <a16:creationId xmlns:a16="http://schemas.microsoft.com/office/drawing/2014/main" id="{B50B1EB3-AAF7-4C0A-8993-844B634CB722}"/>
              </a:ext>
            </a:extLst>
          </p:cNvPr>
          <p:cNvGrpSpPr/>
          <p:nvPr/>
        </p:nvGrpSpPr>
        <p:grpSpPr>
          <a:xfrm>
            <a:off x="814349" y="6570020"/>
            <a:ext cx="10563301" cy="276999"/>
            <a:chOff x="790698" y="5902391"/>
            <a:chExt cx="10563301" cy="276999"/>
          </a:xfrm>
        </p:grpSpPr>
        <p:sp>
          <p:nvSpPr>
            <p:cNvPr id="11" name="Segment 0 - Trade Studies">
              <a:extLst>
                <a:ext uri="{FF2B5EF4-FFF2-40B4-BE49-F238E27FC236}">
                  <a16:creationId xmlns:a16="http://schemas.microsoft.com/office/drawing/2014/main" id="{83F09FF4-C40A-4881-823D-0A152DD1F487}"/>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2" name="Segment 1 - Propulsion">
              <a:extLst>
                <a:ext uri="{FF2B5EF4-FFF2-40B4-BE49-F238E27FC236}">
                  <a16:creationId xmlns:a16="http://schemas.microsoft.com/office/drawing/2014/main" id="{623787F6-3517-C533-A082-284EA5181596}"/>
                </a:ext>
              </a:extLst>
            </p:cNvPr>
            <p:cNvSpPr/>
            <p:nvPr/>
          </p:nvSpPr>
          <p:spPr>
            <a:xfrm>
              <a:off x="268951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Propulsion</a:t>
              </a:r>
            </a:p>
          </p:txBody>
        </p:sp>
        <p:sp>
          <p:nvSpPr>
            <p:cNvPr id="13" name="Segment 2 - Power Systems">
              <a:extLst>
                <a:ext uri="{FF2B5EF4-FFF2-40B4-BE49-F238E27FC236}">
                  <a16:creationId xmlns:a16="http://schemas.microsoft.com/office/drawing/2014/main" id="{72C63348-5F42-3E84-151F-5F85DCD232FA}"/>
                </a:ext>
              </a:extLst>
            </p:cNvPr>
            <p:cNvSpPr/>
            <p:nvPr/>
          </p:nvSpPr>
          <p:spPr>
            <a:xfrm>
              <a:off x="441013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Power Systems</a:t>
              </a:r>
            </a:p>
          </p:txBody>
        </p:sp>
        <p:sp>
          <p:nvSpPr>
            <p:cNvPr id="14" name="Segment 3 - Airframe">
              <a:extLst>
                <a:ext uri="{FF2B5EF4-FFF2-40B4-BE49-F238E27FC236}">
                  <a16:creationId xmlns:a16="http://schemas.microsoft.com/office/drawing/2014/main" id="{F1DF7A9D-452D-2FDA-9B3B-859B4EA1303E}"/>
                </a:ext>
              </a:extLst>
            </p:cNvPr>
            <p:cNvSpPr/>
            <p:nvPr/>
          </p:nvSpPr>
          <p:spPr>
            <a:xfrm>
              <a:off x="613074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Airframe</a:t>
              </a:r>
              <a:r>
                <a:rPr lang="en-US" sz="1050" b="0">
                  <a:solidFill>
                    <a:srgbClr val="FFFFFF"/>
                  </a:solidFill>
                  <a:latin typeface="Calibri"/>
                </a:rPr>
                <a:t> &amp; Aerodynamics</a:t>
              </a:r>
              <a:endParaRPr sz="1050" b="0">
                <a:solidFill>
                  <a:srgbClr val="FFFFFF"/>
                </a:solidFill>
                <a:latin typeface="Calibri"/>
              </a:endParaRPr>
            </a:p>
          </p:txBody>
        </p:sp>
        <p:sp>
          <p:nvSpPr>
            <p:cNvPr id="15" name="Segment 4 - GNC">
              <a:extLst>
                <a:ext uri="{FF2B5EF4-FFF2-40B4-BE49-F238E27FC236}">
                  <a16:creationId xmlns:a16="http://schemas.microsoft.com/office/drawing/2014/main" id="{24016430-E694-CB75-1C07-B9FEC109DF18}"/>
                </a:ext>
              </a:extLst>
            </p:cNvPr>
            <p:cNvSpPr/>
            <p:nvPr/>
          </p:nvSpPr>
          <p:spPr>
            <a:xfrm>
              <a:off x="7851360"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GNC</a:t>
              </a:r>
            </a:p>
          </p:txBody>
        </p:sp>
        <p:sp>
          <p:nvSpPr>
            <p:cNvPr id="16" name="Segment 5 - Avionics">
              <a:extLst>
                <a:ext uri="{FF2B5EF4-FFF2-40B4-BE49-F238E27FC236}">
                  <a16:creationId xmlns:a16="http://schemas.microsoft.com/office/drawing/2014/main" id="{ED5D0F05-2142-35EA-63E8-7EF671DCEB33}"/>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Tree>
    <p:extLst>
      <p:ext uri="{BB962C8B-B14F-4D97-AF65-F5344CB8AC3E}">
        <p14:creationId xmlns:p14="http://schemas.microsoft.com/office/powerpoint/2010/main" val="203937455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p:cNvPicPr>
            <a:picLocks noChangeAspect="1"/>
          </p:cNvPicPr>
          <p:nvPr/>
        </p:nvPicPr>
        <p:blipFill>
          <a:blip r:embed="rId3"/>
          <a:stretch>
            <a:fillRect/>
          </a:stretch>
        </p:blipFill>
        <p:spPr>
          <a:xfrm>
            <a:off x="579489" y="504749"/>
            <a:ext cx="362102" cy="362102"/>
          </a:xfrm>
          <a:prstGeom prst="rect">
            <a:avLst/>
          </a:prstGeom>
        </p:spPr>
      </p:pic>
      <p:sp>
        <p:nvSpPr>
          <p:cNvPr id="4" name="Text 1"/>
          <p:cNvSpPr txBox="1"/>
          <p:nvPr/>
        </p:nvSpPr>
        <p:spPr>
          <a:xfrm>
            <a:off x="1281748" y="365760"/>
            <a:ext cx="7680960" cy="658368"/>
          </a:xfrm>
          <a:prstGeom prst="rect">
            <a:avLst/>
          </a:prstGeom>
          <a:noFill/>
          <a:ln/>
        </p:spPr>
        <p:txBody>
          <a:bodyPr wrap="square" lIns="0" tIns="0" rIns="0" bIns="0" rtlCol="0" anchor="ctr"/>
          <a:lstStyle/>
          <a:p>
            <a:r>
              <a:rPr lang="en-US" sz="2800" b="1" kern="0" spc="100">
                <a:solidFill>
                  <a:srgbClr val="2B2A28"/>
                </a:solidFill>
                <a:latin typeface="Arial"/>
                <a:cs typeface="Arial"/>
              </a:rPr>
              <a:t>LQR Analysis &amp; Rationale </a:t>
            </a:r>
            <a:endParaRPr lang="en-US"/>
          </a:p>
        </p:txBody>
      </p:sp>
      <p:sp>
        <p:nvSpPr>
          <p:cNvPr id="5" name="Shape 2"/>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p:cNvSpPr txBox="1"/>
          <p:nvPr/>
        </p:nvSpPr>
        <p:spPr>
          <a:xfrm>
            <a:off x="10361740" y="457200"/>
            <a:ext cx="1371600" cy="329184"/>
          </a:xfrm>
          <a:prstGeom prst="rect">
            <a:avLst/>
          </a:prstGeom>
          <a:noFill/>
          <a:ln/>
        </p:spPr>
        <p:txBody>
          <a:bodyPr wrap="square" lIns="0" tIns="0" rIns="0" bIns="0" rtlCol="0" anchor="ctr"/>
          <a:lstStyle/>
          <a:p>
            <a:pPr algn="ctr"/>
            <a:r>
              <a:rPr lang="en-US" sz="1000" b="1" kern="0" spc="100">
                <a:solidFill>
                  <a:srgbClr val="2B2A28"/>
                </a:solidFill>
                <a:latin typeface="Arial"/>
                <a:cs typeface="Arial"/>
              </a:rPr>
              <a:t>Trade Studies</a:t>
            </a:r>
          </a:p>
        </p:txBody>
      </p:sp>
      <p:sp>
        <p:nvSpPr>
          <p:cNvPr id="7" name="Shape 4"/>
          <p:cNvSpPr/>
          <p:nvPr/>
        </p:nvSpPr>
        <p:spPr>
          <a:xfrm>
            <a:off x="4421278" y="1513840"/>
            <a:ext cx="3341534" cy="4303394"/>
          </a:xfrm>
          <a:prstGeom prst="roundRect">
            <a:avLst>
              <a:gd name="adj" fmla="val 3077"/>
            </a:avLst>
          </a:prstGeom>
          <a:solidFill>
            <a:srgbClr val="FBF4E7"/>
          </a:solidFill>
          <a:ln w="12700">
            <a:solidFill>
              <a:srgbClr val="E4D7BC"/>
            </a:solidFill>
            <a:prstDash val="solid"/>
          </a:ln>
        </p:spPr>
        <p:txBody>
          <a:bodyPr/>
          <a:lstStyle/>
          <a:p>
            <a:endParaRPr lang="en-US" sz="1800"/>
          </a:p>
        </p:txBody>
      </p:sp>
      <p:sp>
        <p:nvSpPr>
          <p:cNvPr id="8" name="Shape 5"/>
          <p:cNvSpPr/>
          <p:nvPr/>
        </p:nvSpPr>
        <p:spPr>
          <a:xfrm>
            <a:off x="4720908" y="1879600"/>
            <a:ext cx="457200" cy="54864"/>
          </a:xfrm>
          <a:prstGeom prst="rect">
            <a:avLst/>
          </a:prstGeom>
          <a:solidFill>
            <a:srgbClr val="2E9BC4"/>
          </a:solidFill>
          <a:ln/>
        </p:spPr>
        <p:txBody>
          <a:bodyPr/>
          <a:lstStyle/>
          <a:p>
            <a:endParaRPr lang="en-US" sz="1800"/>
          </a:p>
        </p:txBody>
      </p:sp>
      <p:sp>
        <p:nvSpPr>
          <p:cNvPr id="9" name="Text 6"/>
          <p:cNvSpPr txBox="1"/>
          <p:nvPr/>
        </p:nvSpPr>
        <p:spPr>
          <a:xfrm>
            <a:off x="4720908" y="2062480"/>
            <a:ext cx="2803144" cy="502920"/>
          </a:xfrm>
          <a:prstGeom prst="rect">
            <a:avLst/>
          </a:prstGeom>
          <a:noFill/>
          <a:ln/>
        </p:spPr>
        <p:txBody>
          <a:bodyPr wrap="square" lIns="0" tIns="0" rIns="0" bIns="0" rtlCol="0" anchor="ctr"/>
          <a:lstStyle/>
          <a:p>
            <a:r>
              <a:rPr lang="en-US" sz="1600" b="1">
                <a:solidFill>
                  <a:srgbClr val="2B2A28"/>
                </a:solidFill>
                <a:latin typeface="Arial"/>
                <a:ea typeface="Calibri"/>
                <a:cs typeface="Arial"/>
              </a:rPr>
              <a:t>Pros </a:t>
            </a:r>
            <a:endParaRPr lang="en-US" sz="1600"/>
          </a:p>
        </p:txBody>
      </p:sp>
      <p:sp>
        <p:nvSpPr>
          <p:cNvPr id="10" name="Text 7"/>
          <p:cNvSpPr txBox="1"/>
          <p:nvPr/>
        </p:nvSpPr>
        <p:spPr>
          <a:xfrm>
            <a:off x="4720908" y="2508250"/>
            <a:ext cx="2803144" cy="2041344"/>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400" i="1">
                <a:solidFill>
                  <a:srgbClr val="262626"/>
                </a:solidFill>
                <a:latin typeface="Arial"/>
                <a:ea typeface="Calibri"/>
                <a:cs typeface="Arial"/>
              </a:rPr>
              <a:t>Optimal energy &amp; tracking balance</a:t>
            </a:r>
          </a:p>
          <a:p>
            <a:pPr marL="342900" indent="-342900">
              <a:lnSpc>
                <a:spcPct val="105000"/>
              </a:lnSpc>
              <a:spcAft>
                <a:spcPts val="600"/>
              </a:spcAft>
              <a:buSzPct val="100000"/>
              <a:buChar char="•"/>
            </a:pPr>
            <a:r>
              <a:rPr lang="en-US" sz="1400" i="1">
                <a:solidFill>
                  <a:srgbClr val="262626"/>
                </a:solidFill>
                <a:latin typeface="Arial"/>
                <a:ea typeface="Calibri"/>
                <a:cs typeface="Arial"/>
              </a:rPr>
              <a:t>Automatically accounts for dynamic coupling without needing a separate loop.</a:t>
            </a:r>
          </a:p>
          <a:p>
            <a:pPr marL="342900" indent="-342900">
              <a:lnSpc>
                <a:spcPct val="105000"/>
              </a:lnSpc>
              <a:spcAft>
                <a:spcPts val="600"/>
              </a:spcAft>
              <a:buSzPct val="100000"/>
              <a:buChar char="•"/>
            </a:pPr>
            <a:r>
              <a:rPr lang="en-US" sz="1400" i="1">
                <a:solidFill>
                  <a:srgbClr val="262626"/>
                </a:solidFill>
                <a:latin typeface="Arial"/>
                <a:ea typeface="Calibri"/>
                <a:cs typeface="Arial"/>
              </a:rPr>
              <a:t>Great for micro-managing around trim state (smooth transient response)</a:t>
            </a:r>
          </a:p>
        </p:txBody>
      </p:sp>
      <p:sp>
        <p:nvSpPr>
          <p:cNvPr id="11" name="Shape 8"/>
          <p:cNvSpPr/>
          <p:nvPr/>
        </p:nvSpPr>
        <p:spPr>
          <a:xfrm>
            <a:off x="7944676" y="1513840"/>
            <a:ext cx="3785307" cy="4303395"/>
          </a:xfrm>
          <a:prstGeom prst="roundRect">
            <a:avLst>
              <a:gd name="adj" fmla="val 3077"/>
            </a:avLst>
          </a:prstGeom>
          <a:solidFill>
            <a:srgbClr val="FBF4E7"/>
          </a:solidFill>
          <a:ln w="12700">
            <a:solidFill>
              <a:srgbClr val="E4D7BC"/>
            </a:solidFill>
            <a:prstDash val="solid"/>
          </a:ln>
        </p:spPr>
        <p:txBody>
          <a:bodyPr/>
          <a:lstStyle/>
          <a:p>
            <a:endParaRPr lang="en-US" sz="1800"/>
          </a:p>
        </p:txBody>
      </p:sp>
      <p:sp>
        <p:nvSpPr>
          <p:cNvPr id="12" name="Shape 9"/>
          <p:cNvSpPr/>
          <p:nvPr/>
        </p:nvSpPr>
        <p:spPr>
          <a:xfrm>
            <a:off x="8264716" y="1869440"/>
            <a:ext cx="457200" cy="54864"/>
          </a:xfrm>
          <a:prstGeom prst="rect">
            <a:avLst/>
          </a:prstGeom>
          <a:solidFill>
            <a:srgbClr val="C6890F"/>
          </a:solidFill>
          <a:ln/>
        </p:spPr>
        <p:txBody>
          <a:bodyPr/>
          <a:lstStyle/>
          <a:p>
            <a:endParaRPr lang="en-US" sz="1800"/>
          </a:p>
        </p:txBody>
      </p:sp>
      <p:sp>
        <p:nvSpPr>
          <p:cNvPr id="13" name="Text 10"/>
          <p:cNvSpPr txBox="1"/>
          <p:nvPr/>
        </p:nvSpPr>
        <p:spPr>
          <a:xfrm>
            <a:off x="8264716" y="2052320"/>
            <a:ext cx="3128264" cy="502920"/>
          </a:xfrm>
          <a:prstGeom prst="rect">
            <a:avLst/>
          </a:prstGeom>
          <a:noFill/>
          <a:ln/>
        </p:spPr>
        <p:txBody>
          <a:bodyPr wrap="square" lIns="0" tIns="0" rIns="0" bIns="0" rtlCol="0" anchor="ctr"/>
          <a:lstStyle/>
          <a:p>
            <a:pPr marL="0" indent="0">
              <a:buNone/>
            </a:pPr>
            <a:r>
              <a:rPr lang="en-US" sz="1600" b="1">
                <a:solidFill>
                  <a:srgbClr val="2B2A28"/>
                </a:solidFill>
                <a:latin typeface="Arial"/>
                <a:ea typeface="Calibri"/>
                <a:cs typeface="Arial"/>
              </a:rPr>
              <a:t>Cons</a:t>
            </a:r>
            <a:endParaRPr lang="en-US" sz="1600"/>
          </a:p>
        </p:txBody>
      </p:sp>
      <p:sp>
        <p:nvSpPr>
          <p:cNvPr id="14" name="Text 11"/>
          <p:cNvSpPr txBox="1"/>
          <p:nvPr/>
        </p:nvSpPr>
        <p:spPr>
          <a:xfrm>
            <a:off x="8264716" y="2498090"/>
            <a:ext cx="3128264" cy="2041344"/>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400" i="1">
                <a:solidFill>
                  <a:srgbClr val="262626"/>
                </a:solidFill>
                <a:latin typeface="Arial"/>
                <a:ea typeface="Calibri"/>
                <a:cs typeface="Arial"/>
              </a:rPr>
              <a:t>Low effectiveness for high disturbances and maneuvers.</a:t>
            </a:r>
          </a:p>
          <a:p>
            <a:pPr marL="342900" indent="-342900">
              <a:lnSpc>
                <a:spcPct val="105000"/>
              </a:lnSpc>
              <a:spcAft>
                <a:spcPts val="600"/>
              </a:spcAft>
              <a:buSzPct val="100000"/>
              <a:buChar char="•"/>
            </a:pPr>
            <a:r>
              <a:rPr lang="en-US" sz="1400" i="1">
                <a:solidFill>
                  <a:srgbClr val="262626"/>
                </a:solidFill>
                <a:latin typeface="Arial"/>
                <a:ea typeface="Calibri"/>
                <a:cs typeface="Arial"/>
              </a:rPr>
              <a:t>Sensitive to unmodeled non-linear forces (i.e. ground effect).</a:t>
            </a:r>
          </a:p>
          <a:p>
            <a:pPr marL="342900" indent="-342900">
              <a:lnSpc>
                <a:spcPct val="105000"/>
              </a:lnSpc>
              <a:spcAft>
                <a:spcPts val="600"/>
              </a:spcAft>
              <a:buSzPct val="100000"/>
              <a:buChar char="•"/>
            </a:pPr>
            <a:r>
              <a:rPr lang="en-US" sz="1400" i="1">
                <a:solidFill>
                  <a:srgbClr val="262626"/>
                </a:solidFill>
                <a:latin typeface="Arial"/>
                <a:ea typeface="Calibri"/>
                <a:cs typeface="Arial"/>
              </a:rPr>
              <a:t>Mathematically dependent on Jacobian and may demand more computational overhead. </a:t>
            </a:r>
          </a:p>
        </p:txBody>
      </p:sp>
      <p:sp>
        <p:nvSpPr>
          <p:cNvPr id="15" name="Shape 8">
            <a:extLst>
              <a:ext uri="{FF2B5EF4-FFF2-40B4-BE49-F238E27FC236}">
                <a16:creationId xmlns:a16="http://schemas.microsoft.com/office/drawing/2014/main" id="{4D7AF278-768E-1694-38C8-BABAF742BDCB}"/>
              </a:ext>
            </a:extLst>
          </p:cNvPr>
          <p:cNvSpPr/>
          <p:nvPr/>
        </p:nvSpPr>
        <p:spPr>
          <a:xfrm>
            <a:off x="456756" y="1513840"/>
            <a:ext cx="3778504" cy="4303395"/>
          </a:xfrm>
          <a:prstGeom prst="roundRect">
            <a:avLst>
              <a:gd name="adj" fmla="val 3077"/>
            </a:avLst>
          </a:prstGeom>
          <a:solidFill>
            <a:srgbClr val="FBF4E7"/>
          </a:solidFill>
          <a:ln w="12700">
            <a:solidFill>
              <a:srgbClr val="E4D7BC"/>
            </a:solidFill>
            <a:prstDash val="solid"/>
          </a:ln>
        </p:spPr>
        <p:txBody>
          <a:bodyPr/>
          <a:lstStyle/>
          <a:p>
            <a:endParaRPr lang="en-US" sz="1800"/>
          </a:p>
        </p:txBody>
      </p:sp>
      <p:sp>
        <p:nvSpPr>
          <p:cNvPr id="17" name="Text 6">
            <a:extLst>
              <a:ext uri="{FF2B5EF4-FFF2-40B4-BE49-F238E27FC236}">
                <a16:creationId xmlns:a16="http://schemas.microsoft.com/office/drawing/2014/main" id="{8E8B6DCA-8909-98F6-71C1-FBF6A924737B}"/>
              </a:ext>
            </a:extLst>
          </p:cNvPr>
          <p:cNvSpPr txBox="1"/>
          <p:nvPr/>
        </p:nvSpPr>
        <p:spPr>
          <a:xfrm>
            <a:off x="941388" y="1577158"/>
            <a:ext cx="2803144" cy="502920"/>
          </a:xfrm>
          <a:prstGeom prst="rect">
            <a:avLst/>
          </a:prstGeom>
          <a:noFill/>
          <a:ln/>
        </p:spPr>
        <p:txBody>
          <a:bodyPr wrap="square" lIns="0" tIns="0" rIns="0" bIns="0" rtlCol="0" anchor="ctr"/>
          <a:lstStyle/>
          <a:p>
            <a:r>
              <a:rPr lang="en-US" sz="1600" b="1">
                <a:solidFill>
                  <a:srgbClr val="2B2A28"/>
                </a:solidFill>
                <a:latin typeface="Arial"/>
                <a:ea typeface="Calibri"/>
                <a:cs typeface="Arial"/>
              </a:rPr>
              <a:t>How it works?</a:t>
            </a:r>
            <a:endParaRPr lang="en-US" sz="1600"/>
          </a:p>
        </p:txBody>
      </p:sp>
      <p:sp>
        <p:nvSpPr>
          <p:cNvPr id="18" name="Text 7">
            <a:extLst>
              <a:ext uri="{FF2B5EF4-FFF2-40B4-BE49-F238E27FC236}">
                <a16:creationId xmlns:a16="http://schemas.microsoft.com/office/drawing/2014/main" id="{3830402D-DF34-423E-C75E-4F5AC54CD911}"/>
              </a:ext>
            </a:extLst>
          </p:cNvPr>
          <p:cNvSpPr txBox="1"/>
          <p:nvPr/>
        </p:nvSpPr>
        <p:spPr>
          <a:xfrm>
            <a:off x="629241" y="2085159"/>
            <a:ext cx="3327017" cy="1769200"/>
          </a:xfrm>
          <a:prstGeom prst="rect">
            <a:avLst/>
          </a:prstGeom>
          <a:noFill/>
          <a:ln/>
        </p:spPr>
        <p:txBody>
          <a:bodyPr wrap="square" lIns="0" tIns="0" rIns="0" bIns="0" rtlCol="0" anchor="t"/>
          <a:lstStyle/>
          <a:p>
            <a:pPr marL="171450" indent="-171450">
              <a:lnSpc>
                <a:spcPct val="105000"/>
              </a:lnSpc>
              <a:spcAft>
                <a:spcPts val="600"/>
              </a:spcAft>
              <a:buSzPct val="100000"/>
              <a:buFont typeface="Arial"/>
              <a:buChar char="•"/>
            </a:pPr>
            <a:r>
              <a:rPr lang="en-US" sz="1400" i="1">
                <a:solidFill>
                  <a:srgbClr val="262626"/>
                </a:solidFill>
                <a:latin typeface="Arial"/>
                <a:ea typeface="Calibri"/>
                <a:cs typeface="Arial"/>
              </a:rPr>
              <a:t>Linearized 6-DOF quadrotor EOMs around a trim state operating point.</a:t>
            </a:r>
            <a:endParaRPr lang="en-US" sz="1400">
              <a:solidFill>
                <a:srgbClr val="000000"/>
              </a:solidFill>
              <a:latin typeface="Aptos" panose="02110004020202020204"/>
              <a:ea typeface="Calibri"/>
              <a:cs typeface="Arial"/>
            </a:endParaRPr>
          </a:p>
          <a:p>
            <a:pPr marL="171450" indent="-171450">
              <a:lnSpc>
                <a:spcPct val="105000"/>
              </a:lnSpc>
              <a:spcAft>
                <a:spcPts val="600"/>
              </a:spcAft>
              <a:buFont typeface="Arial"/>
              <a:buChar char="•"/>
            </a:pPr>
            <a:r>
              <a:rPr lang="en-US" sz="1400" i="1">
                <a:solidFill>
                  <a:srgbClr val="262626"/>
                </a:solidFill>
                <a:latin typeface="Arial"/>
                <a:ea typeface="Calibri"/>
                <a:cs typeface="Arial"/>
              </a:rPr>
              <a:t>Computes and optimizes full state feedback gain matrix K by minimizing error and control effort.</a:t>
            </a:r>
          </a:p>
          <a:p>
            <a:pPr marL="171450" indent="-171450">
              <a:lnSpc>
                <a:spcPct val="105000"/>
              </a:lnSpc>
              <a:spcAft>
                <a:spcPts val="600"/>
              </a:spcAft>
              <a:buFont typeface="Arial"/>
              <a:buChar char="•"/>
            </a:pPr>
            <a:r>
              <a:rPr lang="en-US" sz="1400" i="1">
                <a:solidFill>
                  <a:srgbClr val="262626"/>
                </a:solidFill>
                <a:latin typeface="Arial"/>
                <a:ea typeface="Calibri"/>
                <a:cs typeface="Arial"/>
              </a:rPr>
              <a:t>multi-variable control by calculating thrust and body torques in one loop. </a:t>
            </a:r>
          </a:p>
          <a:p>
            <a:pPr>
              <a:lnSpc>
                <a:spcPct val="105000"/>
              </a:lnSpc>
              <a:spcAft>
                <a:spcPts val="600"/>
              </a:spcAft>
            </a:pPr>
            <a:endParaRPr lang="en-US" sz="1400" i="1">
              <a:solidFill>
                <a:srgbClr val="262626"/>
              </a:solidFill>
              <a:latin typeface="Arial"/>
              <a:ea typeface="Calibri"/>
              <a:cs typeface="Arial"/>
            </a:endParaRPr>
          </a:p>
        </p:txBody>
      </p:sp>
      <p:pic>
        <p:nvPicPr>
          <p:cNvPr id="19" name="Picture 18" descr="Block diagram of an LQR controller. | Download Scientific Diagram">
            <a:extLst>
              <a:ext uri="{FF2B5EF4-FFF2-40B4-BE49-F238E27FC236}">
                <a16:creationId xmlns:a16="http://schemas.microsoft.com/office/drawing/2014/main" id="{93065E1E-D5AC-6477-0309-A5D38708C830}"/>
              </a:ext>
            </a:extLst>
          </p:cNvPr>
          <p:cNvPicPr>
            <a:picLocks noChangeAspect="1"/>
          </p:cNvPicPr>
          <p:nvPr/>
        </p:nvPicPr>
        <p:blipFill>
          <a:blip r:embed="rId4"/>
          <a:srcRect l="22802" t="33758" r="109" b="-235"/>
          <a:stretch>
            <a:fillRect/>
          </a:stretch>
        </p:blipFill>
        <p:spPr>
          <a:xfrm>
            <a:off x="635136" y="4045889"/>
            <a:ext cx="3422090" cy="1353419"/>
          </a:xfrm>
          <a:prstGeom prst="rect">
            <a:avLst/>
          </a:prstGeom>
        </p:spPr>
      </p:pic>
      <p:sp>
        <p:nvSpPr>
          <p:cNvPr id="20" name="TextBox 19">
            <a:extLst>
              <a:ext uri="{FF2B5EF4-FFF2-40B4-BE49-F238E27FC236}">
                <a16:creationId xmlns:a16="http://schemas.microsoft.com/office/drawing/2014/main" id="{A4987D9C-293E-115E-B9D3-51E62875C88A}"/>
              </a:ext>
            </a:extLst>
          </p:cNvPr>
          <p:cNvSpPr txBox="1"/>
          <p:nvPr/>
        </p:nvSpPr>
        <p:spPr>
          <a:xfrm>
            <a:off x="459539" y="5387830"/>
            <a:ext cx="397149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000">
                <a:ea typeface="+mn-lt"/>
                <a:cs typeface="+mn-lt"/>
              </a:rPr>
              <a:t>https://www.researchgate.net/figure/Block-diagram-of-an-LQR-controller_fig1_379427756</a:t>
            </a:r>
            <a:endParaRPr lang="en-US" sz="1000"/>
          </a:p>
        </p:txBody>
      </p:sp>
      <p:sp>
        <p:nvSpPr>
          <p:cNvPr id="21" name="TextBox 20">
            <a:extLst>
              <a:ext uri="{FF2B5EF4-FFF2-40B4-BE49-F238E27FC236}">
                <a16:creationId xmlns:a16="http://schemas.microsoft.com/office/drawing/2014/main" id="{E1183293-E87E-CB6B-633B-1BA148EB3136}"/>
              </a:ext>
            </a:extLst>
          </p:cNvPr>
          <p:cNvSpPr txBox="1"/>
          <p:nvPr/>
        </p:nvSpPr>
        <p:spPr>
          <a:xfrm>
            <a:off x="4474361" y="4976157"/>
            <a:ext cx="3231099"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 i="1">
                <a:solidFill>
                  <a:srgbClr val="262626"/>
                </a:solidFill>
                <a:latin typeface="Arial"/>
                <a:ea typeface="Calibri"/>
                <a:cs typeface="Arial"/>
              </a:rPr>
              <a:t>Sources</a:t>
            </a:r>
          </a:p>
          <a:p>
            <a:pPr marL="228600" indent="-228600">
              <a:buAutoNum type="arabicPeriod"/>
            </a:pPr>
            <a:r>
              <a:rPr lang="en-US" sz="800" i="1">
                <a:solidFill>
                  <a:srgbClr val="262626"/>
                </a:solidFill>
                <a:latin typeface="Arial"/>
                <a:ea typeface="Calibri"/>
                <a:cs typeface="Arial"/>
              </a:rPr>
              <a:t>Ogata, K. (2010), Modern Control Engineering (5th Ed.).</a:t>
            </a:r>
            <a:endParaRPr lang="en-US"/>
          </a:p>
          <a:p>
            <a:pPr marL="228600" indent="-228600">
              <a:buAutoNum type="arabicPeriod"/>
            </a:pPr>
            <a:r>
              <a:rPr lang="en-US" sz="800" i="1">
                <a:solidFill>
                  <a:srgbClr val="262626"/>
                </a:solidFill>
                <a:latin typeface="Arial"/>
                <a:ea typeface="Calibri"/>
                <a:cs typeface="Arial"/>
              </a:rPr>
              <a:t>Bouabdallah, S. (2007), Design and Control of Quadrotors with Application to Autonomous Flying, EPFL Thesis.</a:t>
            </a:r>
          </a:p>
          <a:p>
            <a:pPr marL="228600" indent="-228600">
              <a:buAutoNum type="arabicPeriod"/>
            </a:pPr>
            <a:r>
              <a:rPr lang="en-US" sz="800" i="1">
                <a:solidFill>
                  <a:srgbClr val="262626"/>
                </a:solidFill>
                <a:latin typeface="Arial"/>
                <a:ea typeface="Calibri"/>
                <a:cs typeface="Arial"/>
              </a:rPr>
              <a:t>Armah et al. (2014), IEEE Flight Control Applications.</a:t>
            </a:r>
          </a:p>
        </p:txBody>
      </p:sp>
      <p:sp>
        <p:nvSpPr>
          <p:cNvPr id="22" name="TextBox 21">
            <a:extLst>
              <a:ext uri="{FF2B5EF4-FFF2-40B4-BE49-F238E27FC236}">
                <a16:creationId xmlns:a16="http://schemas.microsoft.com/office/drawing/2014/main" id="{9E8FC312-E7B8-EAAE-4C64-0373245B5858}"/>
              </a:ext>
            </a:extLst>
          </p:cNvPr>
          <p:cNvSpPr txBox="1"/>
          <p:nvPr/>
        </p:nvSpPr>
        <p:spPr>
          <a:xfrm>
            <a:off x="8223129" y="4976156"/>
            <a:ext cx="3231099"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 i="1">
                <a:solidFill>
                  <a:srgbClr val="262626"/>
                </a:solidFill>
                <a:latin typeface="Arial"/>
                <a:ea typeface="Calibri"/>
                <a:cs typeface="Arial"/>
              </a:rPr>
              <a:t>Sources</a:t>
            </a:r>
          </a:p>
          <a:p>
            <a:pPr marL="228600" indent="-228600">
              <a:buAutoNum type="arabicPeriod"/>
            </a:pPr>
            <a:r>
              <a:rPr lang="en-US" sz="800" i="1">
                <a:solidFill>
                  <a:srgbClr val="262626"/>
                </a:solidFill>
                <a:latin typeface="Arial"/>
                <a:ea typeface="Calibri"/>
                <a:cs typeface="Arial"/>
              </a:rPr>
              <a:t>Castillo et al. (2005), Modelling and Control of Mini-Flying Machines, Springer.</a:t>
            </a:r>
            <a:endParaRPr lang="en-US"/>
          </a:p>
          <a:p>
            <a:pPr marL="228600" indent="-228600">
              <a:buAutoNum type="arabicPeriod"/>
            </a:pPr>
            <a:r>
              <a:rPr lang="en-US" sz="800" i="1">
                <a:solidFill>
                  <a:srgbClr val="262626"/>
                </a:solidFill>
                <a:latin typeface="Arial"/>
                <a:ea typeface="Calibri"/>
                <a:cs typeface="Arial"/>
              </a:rPr>
              <a:t>Cheeseman &amp; Bennett (1955), NACA Technical Note WR W-90 / Lu et al. (2018), Journal of Intelligent &amp; Robotic Systems.</a:t>
            </a:r>
          </a:p>
        </p:txBody>
      </p:sp>
      <p:sp>
        <p:nvSpPr>
          <p:cNvPr id="16" name="Slide Number Placeholder 23">
            <a:extLst>
              <a:ext uri="{FF2B5EF4-FFF2-40B4-BE49-F238E27FC236}">
                <a16:creationId xmlns:a16="http://schemas.microsoft.com/office/drawing/2014/main" id="{DB42FA30-E2A6-5793-F5F9-90143679DEB6}"/>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t>68</a:t>
            </a:fld>
            <a:endParaRPr lang="en-US"/>
          </a:p>
        </p:txBody>
      </p:sp>
      <p:grpSp>
        <p:nvGrpSpPr>
          <p:cNvPr id="24" name="Trade Studies Bar - 4 GNC">
            <a:extLst>
              <a:ext uri="{FF2B5EF4-FFF2-40B4-BE49-F238E27FC236}">
                <a16:creationId xmlns:a16="http://schemas.microsoft.com/office/drawing/2014/main" id="{B4174E8C-A1F4-CA68-07B7-F714CA614B51}"/>
              </a:ext>
            </a:extLst>
          </p:cNvPr>
          <p:cNvGrpSpPr/>
          <p:nvPr/>
        </p:nvGrpSpPr>
        <p:grpSpPr>
          <a:xfrm>
            <a:off x="814349" y="6570020"/>
            <a:ext cx="10563301" cy="276999"/>
            <a:chOff x="790698" y="5902391"/>
            <a:chExt cx="10563301" cy="276999"/>
          </a:xfrm>
        </p:grpSpPr>
        <p:sp>
          <p:nvSpPr>
            <p:cNvPr id="25" name="Segment 0 - Trade Studies">
              <a:extLst>
                <a:ext uri="{FF2B5EF4-FFF2-40B4-BE49-F238E27FC236}">
                  <a16:creationId xmlns:a16="http://schemas.microsoft.com/office/drawing/2014/main" id="{1FFBC174-02BD-CC66-4AFE-0887D0061725}"/>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26" name="Segment 1 - Propulsion">
              <a:extLst>
                <a:ext uri="{FF2B5EF4-FFF2-40B4-BE49-F238E27FC236}">
                  <a16:creationId xmlns:a16="http://schemas.microsoft.com/office/drawing/2014/main" id="{25E151F5-7063-CFB7-D2BE-3D53419D857D}"/>
                </a:ext>
              </a:extLst>
            </p:cNvPr>
            <p:cNvSpPr/>
            <p:nvPr/>
          </p:nvSpPr>
          <p:spPr>
            <a:xfrm>
              <a:off x="268951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Propulsion</a:t>
              </a:r>
            </a:p>
          </p:txBody>
        </p:sp>
        <p:sp>
          <p:nvSpPr>
            <p:cNvPr id="27" name="Segment 2 - Power Systems">
              <a:extLst>
                <a:ext uri="{FF2B5EF4-FFF2-40B4-BE49-F238E27FC236}">
                  <a16:creationId xmlns:a16="http://schemas.microsoft.com/office/drawing/2014/main" id="{17F471DD-88D0-161B-4EE9-005EE4E99166}"/>
                </a:ext>
              </a:extLst>
            </p:cNvPr>
            <p:cNvSpPr/>
            <p:nvPr/>
          </p:nvSpPr>
          <p:spPr>
            <a:xfrm>
              <a:off x="441013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Power Systems</a:t>
              </a:r>
            </a:p>
          </p:txBody>
        </p:sp>
        <p:sp>
          <p:nvSpPr>
            <p:cNvPr id="28" name="Segment 3 - Airframe">
              <a:extLst>
                <a:ext uri="{FF2B5EF4-FFF2-40B4-BE49-F238E27FC236}">
                  <a16:creationId xmlns:a16="http://schemas.microsoft.com/office/drawing/2014/main" id="{57089846-C1C6-2BDD-51D4-99ECAD7B8E84}"/>
                </a:ext>
              </a:extLst>
            </p:cNvPr>
            <p:cNvSpPr/>
            <p:nvPr/>
          </p:nvSpPr>
          <p:spPr>
            <a:xfrm>
              <a:off x="613074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Airframe</a:t>
              </a:r>
              <a:r>
                <a:rPr lang="en-US" sz="1050" b="0">
                  <a:solidFill>
                    <a:srgbClr val="FFFFFF"/>
                  </a:solidFill>
                  <a:latin typeface="Calibri"/>
                </a:rPr>
                <a:t> &amp; Aerodynamics</a:t>
              </a:r>
              <a:endParaRPr sz="1050" b="0">
                <a:solidFill>
                  <a:srgbClr val="FFFFFF"/>
                </a:solidFill>
                <a:latin typeface="Calibri"/>
              </a:endParaRPr>
            </a:p>
          </p:txBody>
        </p:sp>
        <p:sp>
          <p:nvSpPr>
            <p:cNvPr id="29" name="Segment 4 - GNC">
              <a:extLst>
                <a:ext uri="{FF2B5EF4-FFF2-40B4-BE49-F238E27FC236}">
                  <a16:creationId xmlns:a16="http://schemas.microsoft.com/office/drawing/2014/main" id="{9E422468-1A00-6E06-5905-E858CCD6BE41}"/>
                </a:ext>
              </a:extLst>
            </p:cNvPr>
            <p:cNvSpPr/>
            <p:nvPr/>
          </p:nvSpPr>
          <p:spPr>
            <a:xfrm>
              <a:off x="7851360"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GNC</a:t>
              </a:r>
            </a:p>
          </p:txBody>
        </p:sp>
        <p:sp>
          <p:nvSpPr>
            <p:cNvPr id="30" name="Segment 5 - Avionics">
              <a:extLst>
                <a:ext uri="{FF2B5EF4-FFF2-40B4-BE49-F238E27FC236}">
                  <a16:creationId xmlns:a16="http://schemas.microsoft.com/office/drawing/2014/main" id="{8B55699C-83FC-BECF-4438-421246D63952}"/>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Tree>
    <p:extLst>
      <p:ext uri="{BB962C8B-B14F-4D97-AF65-F5344CB8AC3E}">
        <p14:creationId xmlns:p14="http://schemas.microsoft.com/office/powerpoint/2010/main" val="269410768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 8"/>
          <p:cNvSpPr/>
          <p:nvPr/>
        </p:nvSpPr>
        <p:spPr>
          <a:xfrm>
            <a:off x="256342" y="1022517"/>
            <a:ext cx="6898196" cy="5431076"/>
          </a:xfrm>
          <a:prstGeom prst="roundRect">
            <a:avLst>
              <a:gd name="adj" fmla="val 3077"/>
            </a:avLst>
          </a:prstGeom>
          <a:solidFill>
            <a:srgbClr val="FBF4E7"/>
          </a:solidFill>
          <a:ln w="12700">
            <a:solidFill>
              <a:srgbClr val="E4D7BC"/>
            </a:solidFill>
            <a:prstDash val="solid"/>
          </a:ln>
        </p:spPr>
        <p:txBody>
          <a:bodyPr/>
          <a:lstStyle/>
          <a:p>
            <a:endParaRPr lang="en-US" sz="1800"/>
          </a:p>
        </p:txBody>
      </p:sp>
      <p:sp>
        <p:nvSpPr>
          <p:cNvPr id="2" name="Shape 0"/>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p:cNvPicPr>
            <a:picLocks noChangeAspect="1"/>
          </p:cNvPicPr>
          <p:nvPr/>
        </p:nvPicPr>
        <p:blipFill>
          <a:blip r:embed="rId3"/>
          <a:stretch>
            <a:fillRect/>
          </a:stretch>
        </p:blipFill>
        <p:spPr>
          <a:xfrm>
            <a:off x="579489" y="504749"/>
            <a:ext cx="362102" cy="362102"/>
          </a:xfrm>
          <a:prstGeom prst="rect">
            <a:avLst/>
          </a:prstGeom>
        </p:spPr>
      </p:pic>
      <p:sp>
        <p:nvSpPr>
          <p:cNvPr id="4" name="Text 1"/>
          <p:cNvSpPr txBox="1"/>
          <p:nvPr/>
        </p:nvSpPr>
        <p:spPr>
          <a:xfrm>
            <a:off x="1281748" y="365760"/>
            <a:ext cx="7680960" cy="658368"/>
          </a:xfrm>
          <a:prstGeom prst="rect">
            <a:avLst/>
          </a:prstGeom>
          <a:noFill/>
          <a:ln/>
        </p:spPr>
        <p:txBody>
          <a:bodyPr wrap="square" lIns="0" tIns="0" rIns="0" bIns="0" rtlCol="0" anchor="ctr"/>
          <a:lstStyle/>
          <a:p>
            <a:r>
              <a:rPr lang="en-US" sz="2800" b="1" kern="0" spc="100">
                <a:solidFill>
                  <a:srgbClr val="2B2A28"/>
                </a:solidFill>
                <a:latin typeface="Arial"/>
                <a:cs typeface="Arial"/>
              </a:rPr>
              <a:t>Hon. Mention: Input Method Trade Study </a:t>
            </a:r>
          </a:p>
        </p:txBody>
      </p:sp>
      <p:sp>
        <p:nvSpPr>
          <p:cNvPr id="5" name="Shape 2"/>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p:cNvSpPr txBox="1"/>
          <p:nvPr/>
        </p:nvSpPr>
        <p:spPr>
          <a:xfrm>
            <a:off x="10361740" y="457200"/>
            <a:ext cx="1371600" cy="329184"/>
          </a:xfrm>
          <a:prstGeom prst="rect">
            <a:avLst/>
          </a:prstGeom>
          <a:noFill/>
          <a:ln/>
        </p:spPr>
        <p:txBody>
          <a:bodyPr wrap="square" lIns="0" tIns="0" rIns="0" bIns="0" rtlCol="0" anchor="ctr"/>
          <a:lstStyle/>
          <a:p>
            <a:pPr algn="ctr"/>
            <a:r>
              <a:rPr lang="en-US" sz="1000" b="1" kern="0" spc="100">
                <a:solidFill>
                  <a:srgbClr val="2B2A28"/>
                </a:solidFill>
                <a:latin typeface="Arial"/>
                <a:cs typeface="Arial"/>
              </a:rPr>
              <a:t>Trade Studies</a:t>
            </a:r>
          </a:p>
        </p:txBody>
      </p:sp>
      <p:sp>
        <p:nvSpPr>
          <p:cNvPr id="7" name="Shape 4"/>
          <p:cNvSpPr/>
          <p:nvPr/>
        </p:nvSpPr>
        <p:spPr>
          <a:xfrm>
            <a:off x="7295532" y="1010460"/>
            <a:ext cx="4282361" cy="5456924"/>
          </a:xfrm>
          <a:prstGeom prst="roundRect">
            <a:avLst>
              <a:gd name="adj" fmla="val 3077"/>
            </a:avLst>
          </a:prstGeom>
          <a:solidFill>
            <a:srgbClr val="FBF4E7"/>
          </a:solidFill>
          <a:ln w="12700">
            <a:solidFill>
              <a:srgbClr val="E4D7BC"/>
            </a:solidFill>
            <a:prstDash val="solid"/>
          </a:ln>
        </p:spPr>
        <p:txBody>
          <a:bodyPr/>
          <a:lstStyle/>
          <a:p>
            <a:endParaRPr lang="en-US" sz="1800"/>
          </a:p>
        </p:txBody>
      </p:sp>
      <p:sp>
        <p:nvSpPr>
          <p:cNvPr id="8" name="Shape 5"/>
          <p:cNvSpPr/>
          <p:nvPr/>
        </p:nvSpPr>
        <p:spPr>
          <a:xfrm>
            <a:off x="778828" y="1391920"/>
            <a:ext cx="457200" cy="54864"/>
          </a:xfrm>
          <a:prstGeom prst="rect">
            <a:avLst/>
          </a:prstGeom>
          <a:solidFill>
            <a:srgbClr val="2E9BC4"/>
          </a:solidFill>
          <a:ln/>
        </p:spPr>
        <p:txBody>
          <a:bodyPr/>
          <a:lstStyle/>
          <a:p>
            <a:endParaRPr lang="en-US" sz="1800"/>
          </a:p>
        </p:txBody>
      </p:sp>
      <p:sp>
        <p:nvSpPr>
          <p:cNvPr id="9" name="Text 6"/>
          <p:cNvSpPr txBox="1"/>
          <p:nvPr/>
        </p:nvSpPr>
        <p:spPr>
          <a:xfrm>
            <a:off x="772025" y="1452336"/>
            <a:ext cx="1947345" cy="502920"/>
          </a:xfrm>
          <a:prstGeom prst="rect">
            <a:avLst/>
          </a:prstGeom>
          <a:noFill/>
          <a:ln/>
        </p:spPr>
        <p:txBody>
          <a:bodyPr wrap="square" lIns="0" tIns="0" rIns="0" bIns="0" rtlCol="0" anchor="ctr"/>
          <a:lstStyle/>
          <a:p>
            <a:r>
              <a:rPr lang="en-US" sz="1200" b="1">
                <a:solidFill>
                  <a:srgbClr val="2B2A28"/>
                </a:solidFill>
                <a:latin typeface="Arial"/>
                <a:ea typeface="Calibri"/>
                <a:cs typeface="Arial"/>
              </a:rPr>
              <a:t>Direct Thrust &amp; RPM Input </a:t>
            </a:r>
          </a:p>
        </p:txBody>
      </p:sp>
      <p:sp>
        <p:nvSpPr>
          <p:cNvPr id="10" name="Text 7"/>
          <p:cNvSpPr txBox="1"/>
          <p:nvPr/>
        </p:nvSpPr>
        <p:spPr>
          <a:xfrm>
            <a:off x="772025" y="1824252"/>
            <a:ext cx="1709221" cy="1571898"/>
          </a:xfrm>
          <a:prstGeom prst="rect">
            <a:avLst/>
          </a:prstGeom>
          <a:noFill/>
          <a:ln/>
        </p:spPr>
        <p:txBody>
          <a:bodyPr wrap="square" lIns="0" tIns="0" rIns="0" bIns="0" rtlCol="0" anchor="t"/>
          <a:lstStyle/>
          <a:p>
            <a:pPr>
              <a:lnSpc>
                <a:spcPct val="105000"/>
              </a:lnSpc>
              <a:spcAft>
                <a:spcPts val="600"/>
              </a:spcAft>
              <a:buSzPct val="100000"/>
            </a:pPr>
            <a:r>
              <a:rPr lang="en-US" sz="1200" i="1">
                <a:solidFill>
                  <a:srgbClr val="262626"/>
                </a:solidFill>
                <a:latin typeface="Arial"/>
                <a:ea typeface="Calibri"/>
                <a:cs typeface="Arial"/>
              </a:rPr>
              <a:t>Pros:</a:t>
            </a:r>
            <a:endParaRPr lang="en-US">
              <a:solidFill>
                <a:srgbClr val="262626"/>
              </a:solidFill>
            </a:endParaRPr>
          </a:p>
          <a:p>
            <a:pPr marL="171450" indent="-171450">
              <a:lnSpc>
                <a:spcPct val="105000"/>
              </a:lnSpc>
              <a:spcAft>
                <a:spcPts val="600"/>
              </a:spcAft>
              <a:buFont typeface="Arial"/>
              <a:buChar char="•"/>
            </a:pPr>
            <a:r>
              <a:rPr lang="en-US" sz="1200" i="1">
                <a:solidFill>
                  <a:srgbClr val="262626"/>
                </a:solidFill>
                <a:latin typeface="Arial"/>
                <a:ea typeface="Calibri"/>
                <a:cs typeface="Arial"/>
              </a:rPr>
              <a:t>Simple Integration </a:t>
            </a:r>
          </a:p>
          <a:p>
            <a:pPr>
              <a:lnSpc>
                <a:spcPct val="105000"/>
              </a:lnSpc>
              <a:spcAft>
                <a:spcPts val="600"/>
              </a:spcAft>
              <a:buSzPct val="100000"/>
            </a:pPr>
            <a:r>
              <a:rPr lang="en-US" sz="1200" i="1">
                <a:solidFill>
                  <a:srgbClr val="262626"/>
                </a:solidFill>
                <a:latin typeface="Arial"/>
                <a:ea typeface="Calibri"/>
                <a:cs typeface="Arial"/>
              </a:rPr>
              <a:t>Cons:</a:t>
            </a:r>
          </a:p>
          <a:p>
            <a:pPr marL="342900" indent="-342900">
              <a:lnSpc>
                <a:spcPct val="105000"/>
              </a:lnSpc>
              <a:spcAft>
                <a:spcPts val="600"/>
              </a:spcAft>
              <a:buSzPct val="100000"/>
              <a:buFont typeface="Arial"/>
              <a:buChar char="•"/>
            </a:pPr>
            <a:r>
              <a:rPr lang="en-US" sz="1200" i="1">
                <a:solidFill>
                  <a:srgbClr val="262626"/>
                </a:solidFill>
                <a:latin typeface="Arial"/>
                <a:ea typeface="Calibri"/>
                <a:cs typeface="Arial"/>
              </a:rPr>
              <a:t>Unstable camera control</a:t>
            </a:r>
          </a:p>
          <a:p>
            <a:pPr marL="342900" indent="-342900">
              <a:lnSpc>
                <a:spcPct val="105000"/>
              </a:lnSpc>
              <a:spcAft>
                <a:spcPts val="600"/>
              </a:spcAft>
              <a:buSzPct val="100000"/>
              <a:buFont typeface="Arial"/>
              <a:buChar char="•"/>
            </a:pPr>
            <a:r>
              <a:rPr lang="en-US" sz="1200" i="1">
                <a:solidFill>
                  <a:srgbClr val="262626"/>
                </a:solidFill>
                <a:latin typeface="Arial"/>
                <a:ea typeface="Calibri"/>
                <a:cs typeface="Arial"/>
              </a:rPr>
              <a:t>Slower response </a:t>
            </a:r>
          </a:p>
        </p:txBody>
      </p:sp>
      <p:sp>
        <p:nvSpPr>
          <p:cNvPr id="12" name="Shape 9"/>
          <p:cNvSpPr/>
          <p:nvPr/>
        </p:nvSpPr>
        <p:spPr>
          <a:xfrm>
            <a:off x="736972" y="3957410"/>
            <a:ext cx="457200" cy="54864"/>
          </a:xfrm>
          <a:prstGeom prst="rect">
            <a:avLst/>
          </a:prstGeom>
          <a:solidFill>
            <a:srgbClr val="C6890F"/>
          </a:solidFill>
          <a:ln/>
        </p:spPr>
        <p:txBody>
          <a:bodyPr/>
          <a:lstStyle/>
          <a:p>
            <a:endParaRPr lang="en-US" sz="1800"/>
          </a:p>
        </p:txBody>
      </p:sp>
      <p:sp>
        <p:nvSpPr>
          <p:cNvPr id="13" name="Text 10"/>
          <p:cNvSpPr txBox="1"/>
          <p:nvPr/>
        </p:nvSpPr>
        <p:spPr>
          <a:xfrm>
            <a:off x="726902" y="4007666"/>
            <a:ext cx="1879311" cy="502920"/>
          </a:xfrm>
          <a:prstGeom prst="rect">
            <a:avLst/>
          </a:prstGeom>
          <a:noFill/>
          <a:ln/>
        </p:spPr>
        <p:txBody>
          <a:bodyPr wrap="square" lIns="0" tIns="0" rIns="0" bIns="0" rtlCol="0" anchor="ctr"/>
          <a:lstStyle/>
          <a:p>
            <a:r>
              <a:rPr lang="en-US" sz="1200" b="1">
                <a:solidFill>
                  <a:srgbClr val="2B2A28"/>
                </a:solidFill>
                <a:latin typeface="Arial"/>
                <a:ea typeface="Calibri"/>
                <a:cs typeface="Arial"/>
              </a:rPr>
              <a:t>Thrust Vectoring </a:t>
            </a:r>
          </a:p>
        </p:txBody>
      </p:sp>
      <p:sp>
        <p:nvSpPr>
          <p:cNvPr id="14" name="Text 11"/>
          <p:cNvSpPr txBox="1"/>
          <p:nvPr/>
        </p:nvSpPr>
        <p:spPr>
          <a:xfrm>
            <a:off x="736972" y="4504948"/>
            <a:ext cx="1743239" cy="1605916"/>
          </a:xfrm>
          <a:prstGeom prst="rect">
            <a:avLst/>
          </a:prstGeom>
          <a:noFill/>
          <a:ln/>
        </p:spPr>
        <p:txBody>
          <a:bodyPr wrap="square" lIns="0" tIns="0" rIns="0" bIns="0" rtlCol="0" anchor="t"/>
          <a:lstStyle/>
          <a:p>
            <a:pPr>
              <a:lnSpc>
                <a:spcPct val="105000"/>
              </a:lnSpc>
              <a:spcAft>
                <a:spcPts val="600"/>
              </a:spcAft>
              <a:buSzPct val="100000"/>
            </a:pPr>
            <a:r>
              <a:rPr lang="en-US" sz="1200" i="1">
                <a:solidFill>
                  <a:srgbClr val="262626"/>
                </a:solidFill>
                <a:latin typeface="Arial"/>
                <a:ea typeface="Calibri"/>
                <a:cs typeface="Arial"/>
              </a:rPr>
              <a:t>Pros:</a:t>
            </a:r>
          </a:p>
          <a:p>
            <a:pPr marL="171450" indent="-171450">
              <a:lnSpc>
                <a:spcPct val="105000"/>
              </a:lnSpc>
              <a:spcAft>
                <a:spcPts val="600"/>
              </a:spcAft>
              <a:buFont typeface="Arial"/>
              <a:buChar char="•"/>
            </a:pPr>
            <a:r>
              <a:rPr lang="en-US" sz="1200" i="1">
                <a:solidFill>
                  <a:srgbClr val="262626"/>
                </a:solidFill>
                <a:latin typeface="Arial"/>
                <a:ea typeface="Calibri"/>
                <a:cs typeface="Arial"/>
              </a:rPr>
              <a:t>Pitch and roll stability </a:t>
            </a:r>
          </a:p>
          <a:p>
            <a:pPr marL="171450" indent="-171450">
              <a:lnSpc>
                <a:spcPct val="105000"/>
              </a:lnSpc>
              <a:spcAft>
                <a:spcPts val="600"/>
              </a:spcAft>
              <a:buFont typeface="Arial"/>
              <a:buChar char="•"/>
            </a:pPr>
            <a:r>
              <a:rPr lang="en-US" sz="1200" i="1">
                <a:solidFill>
                  <a:srgbClr val="262626"/>
                </a:solidFill>
                <a:latin typeface="Arial"/>
                <a:ea typeface="Calibri"/>
                <a:cs typeface="Arial"/>
              </a:rPr>
              <a:t>Faster response time</a:t>
            </a:r>
          </a:p>
          <a:p>
            <a:pPr marL="171450" indent="-171450">
              <a:lnSpc>
                <a:spcPct val="105000"/>
              </a:lnSpc>
              <a:spcAft>
                <a:spcPts val="600"/>
              </a:spcAft>
              <a:buFont typeface="Arial"/>
              <a:buChar char="•"/>
            </a:pPr>
            <a:r>
              <a:rPr lang="en-US" sz="1200" i="1">
                <a:solidFill>
                  <a:srgbClr val="262626"/>
                </a:solidFill>
                <a:latin typeface="Arial"/>
                <a:ea typeface="Calibri"/>
                <a:cs typeface="Arial"/>
              </a:rPr>
              <a:t>Stable camera control</a:t>
            </a:r>
          </a:p>
          <a:p>
            <a:pPr>
              <a:lnSpc>
                <a:spcPct val="105000"/>
              </a:lnSpc>
              <a:spcAft>
                <a:spcPts val="600"/>
              </a:spcAft>
              <a:buSzPct val="100000"/>
            </a:pPr>
            <a:r>
              <a:rPr lang="en-US" sz="1200" i="1">
                <a:solidFill>
                  <a:srgbClr val="262626"/>
                </a:solidFill>
                <a:latin typeface="Arial"/>
                <a:ea typeface="Calibri"/>
                <a:cs typeface="Arial"/>
              </a:rPr>
              <a:t>Cons: </a:t>
            </a:r>
          </a:p>
          <a:p>
            <a:pPr marL="171450" indent="-171450">
              <a:lnSpc>
                <a:spcPct val="105000"/>
              </a:lnSpc>
              <a:spcAft>
                <a:spcPts val="600"/>
              </a:spcAft>
              <a:buFont typeface="Arial"/>
              <a:buChar char="•"/>
            </a:pPr>
            <a:r>
              <a:rPr lang="en-US" sz="1200" i="1">
                <a:solidFill>
                  <a:srgbClr val="262626"/>
                </a:solidFill>
                <a:latin typeface="Arial"/>
                <a:ea typeface="Calibri"/>
                <a:cs typeface="Arial"/>
              </a:rPr>
              <a:t>Complex integration</a:t>
            </a:r>
          </a:p>
        </p:txBody>
      </p:sp>
      <p:pic>
        <p:nvPicPr>
          <p:cNvPr id="17" name="Picture 16" descr="A graph with a red line&#10;&#10;AI-generated content may be incorrect.">
            <a:extLst>
              <a:ext uri="{FF2B5EF4-FFF2-40B4-BE49-F238E27FC236}">
                <a16:creationId xmlns:a16="http://schemas.microsoft.com/office/drawing/2014/main" id="{812817A8-AF9E-ACC0-15C3-661E94D0D1AD}"/>
              </a:ext>
            </a:extLst>
          </p:cNvPr>
          <p:cNvPicPr>
            <a:picLocks noChangeAspect="1"/>
          </p:cNvPicPr>
          <p:nvPr/>
        </p:nvPicPr>
        <p:blipFill>
          <a:blip r:embed="rId4"/>
          <a:stretch>
            <a:fillRect/>
          </a:stretch>
        </p:blipFill>
        <p:spPr>
          <a:xfrm>
            <a:off x="7415179" y="1150771"/>
            <a:ext cx="3994424" cy="2545699"/>
          </a:xfrm>
          <a:prstGeom prst="rect">
            <a:avLst/>
          </a:prstGeom>
        </p:spPr>
      </p:pic>
      <p:pic>
        <p:nvPicPr>
          <p:cNvPr id="19" name="Picture 18" descr="A graph of a motor forces&#10;&#10;AI-generated content may be incorrect.">
            <a:extLst>
              <a:ext uri="{FF2B5EF4-FFF2-40B4-BE49-F238E27FC236}">
                <a16:creationId xmlns:a16="http://schemas.microsoft.com/office/drawing/2014/main" id="{38371B2F-5259-9D78-6A5D-ED68F37C483C}"/>
              </a:ext>
            </a:extLst>
          </p:cNvPr>
          <p:cNvPicPr>
            <a:picLocks noChangeAspect="1"/>
          </p:cNvPicPr>
          <p:nvPr/>
        </p:nvPicPr>
        <p:blipFill>
          <a:blip r:embed="rId5"/>
          <a:stretch>
            <a:fillRect/>
          </a:stretch>
        </p:blipFill>
        <p:spPr>
          <a:xfrm>
            <a:off x="3046116" y="1152848"/>
            <a:ext cx="3963545" cy="2384399"/>
          </a:xfrm>
          <a:prstGeom prst="rect">
            <a:avLst/>
          </a:prstGeom>
        </p:spPr>
      </p:pic>
      <p:pic>
        <p:nvPicPr>
          <p:cNvPr id="21" name="Picture 20" descr="A graph of a motor forces thrust&#10;&#10;AI-generated content may be incorrect.">
            <a:extLst>
              <a:ext uri="{FF2B5EF4-FFF2-40B4-BE49-F238E27FC236}">
                <a16:creationId xmlns:a16="http://schemas.microsoft.com/office/drawing/2014/main" id="{84A605F5-9C61-B2FA-1CB2-6697110AE983}"/>
              </a:ext>
            </a:extLst>
          </p:cNvPr>
          <p:cNvPicPr>
            <a:picLocks noChangeAspect="1"/>
          </p:cNvPicPr>
          <p:nvPr/>
        </p:nvPicPr>
        <p:blipFill>
          <a:blip r:embed="rId6"/>
          <a:stretch>
            <a:fillRect/>
          </a:stretch>
        </p:blipFill>
        <p:spPr>
          <a:xfrm>
            <a:off x="3043885" y="3779030"/>
            <a:ext cx="3946382" cy="2519453"/>
          </a:xfrm>
          <a:prstGeom prst="rect">
            <a:avLst/>
          </a:prstGeom>
        </p:spPr>
      </p:pic>
      <p:pic>
        <p:nvPicPr>
          <p:cNvPr id="23" name="Picture 22" descr="A graph of a propeller tilt&#10;&#10;AI-generated content may be incorrect.">
            <a:extLst>
              <a:ext uri="{FF2B5EF4-FFF2-40B4-BE49-F238E27FC236}">
                <a16:creationId xmlns:a16="http://schemas.microsoft.com/office/drawing/2014/main" id="{1396B61E-D049-BEFD-A6EE-A3A678715CCC}"/>
              </a:ext>
            </a:extLst>
          </p:cNvPr>
          <p:cNvPicPr>
            <a:picLocks noChangeAspect="1"/>
          </p:cNvPicPr>
          <p:nvPr/>
        </p:nvPicPr>
        <p:blipFill>
          <a:blip r:embed="rId7"/>
          <a:stretch>
            <a:fillRect/>
          </a:stretch>
        </p:blipFill>
        <p:spPr>
          <a:xfrm>
            <a:off x="7425384" y="3795176"/>
            <a:ext cx="3987204" cy="2513868"/>
          </a:xfrm>
          <a:prstGeom prst="rect">
            <a:avLst/>
          </a:prstGeom>
        </p:spPr>
      </p:pic>
      <p:sp>
        <p:nvSpPr>
          <p:cNvPr id="16" name="Slide Number Placeholder 23">
            <a:extLst>
              <a:ext uri="{FF2B5EF4-FFF2-40B4-BE49-F238E27FC236}">
                <a16:creationId xmlns:a16="http://schemas.microsoft.com/office/drawing/2014/main" id="{92B0F442-242B-2802-FAC8-E78E9C43F5D5}"/>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t>69</a:t>
            </a:fld>
            <a:endParaRPr lang="en-US"/>
          </a:p>
        </p:txBody>
      </p:sp>
      <p:grpSp>
        <p:nvGrpSpPr>
          <p:cNvPr id="18" name="Trade Studies Bar - 4 GNC">
            <a:extLst>
              <a:ext uri="{FF2B5EF4-FFF2-40B4-BE49-F238E27FC236}">
                <a16:creationId xmlns:a16="http://schemas.microsoft.com/office/drawing/2014/main" id="{5CC87CE4-00FA-843C-6BC4-FCC7FF675E2A}"/>
              </a:ext>
            </a:extLst>
          </p:cNvPr>
          <p:cNvGrpSpPr/>
          <p:nvPr/>
        </p:nvGrpSpPr>
        <p:grpSpPr>
          <a:xfrm>
            <a:off x="814349" y="6570020"/>
            <a:ext cx="10563301" cy="276999"/>
            <a:chOff x="790698" y="5902391"/>
            <a:chExt cx="10563301" cy="276999"/>
          </a:xfrm>
        </p:grpSpPr>
        <p:sp>
          <p:nvSpPr>
            <p:cNvPr id="20" name="Segment 0 - Trade Studies">
              <a:extLst>
                <a:ext uri="{FF2B5EF4-FFF2-40B4-BE49-F238E27FC236}">
                  <a16:creationId xmlns:a16="http://schemas.microsoft.com/office/drawing/2014/main" id="{E50A05EA-3762-B10D-9C60-5C894319C29D}"/>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22" name="Segment 1 - Propulsion">
              <a:extLst>
                <a:ext uri="{FF2B5EF4-FFF2-40B4-BE49-F238E27FC236}">
                  <a16:creationId xmlns:a16="http://schemas.microsoft.com/office/drawing/2014/main" id="{FC804DB4-7528-CB35-5E44-318ACBE76ECD}"/>
                </a:ext>
              </a:extLst>
            </p:cNvPr>
            <p:cNvSpPr/>
            <p:nvPr/>
          </p:nvSpPr>
          <p:spPr>
            <a:xfrm>
              <a:off x="268951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Propulsion</a:t>
              </a:r>
            </a:p>
          </p:txBody>
        </p:sp>
        <p:sp>
          <p:nvSpPr>
            <p:cNvPr id="24" name="Segment 2 - Power Systems">
              <a:extLst>
                <a:ext uri="{FF2B5EF4-FFF2-40B4-BE49-F238E27FC236}">
                  <a16:creationId xmlns:a16="http://schemas.microsoft.com/office/drawing/2014/main" id="{28E8CC0B-4A37-190D-E266-452F161B3FC9}"/>
                </a:ext>
              </a:extLst>
            </p:cNvPr>
            <p:cNvSpPr/>
            <p:nvPr/>
          </p:nvSpPr>
          <p:spPr>
            <a:xfrm>
              <a:off x="441013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Power Systems</a:t>
              </a:r>
            </a:p>
          </p:txBody>
        </p:sp>
        <p:sp>
          <p:nvSpPr>
            <p:cNvPr id="25" name="Segment 3 - Airframe">
              <a:extLst>
                <a:ext uri="{FF2B5EF4-FFF2-40B4-BE49-F238E27FC236}">
                  <a16:creationId xmlns:a16="http://schemas.microsoft.com/office/drawing/2014/main" id="{96CAC431-8804-A12A-5FFE-DD28CE044D88}"/>
                </a:ext>
              </a:extLst>
            </p:cNvPr>
            <p:cNvSpPr/>
            <p:nvPr/>
          </p:nvSpPr>
          <p:spPr>
            <a:xfrm>
              <a:off x="613074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Airframe</a:t>
              </a:r>
              <a:r>
                <a:rPr lang="en-US" sz="1050" b="0">
                  <a:solidFill>
                    <a:srgbClr val="FFFFFF"/>
                  </a:solidFill>
                  <a:latin typeface="Calibri"/>
                </a:rPr>
                <a:t> &amp; Aerodynamics</a:t>
              </a:r>
              <a:endParaRPr sz="1050" b="0">
                <a:solidFill>
                  <a:srgbClr val="FFFFFF"/>
                </a:solidFill>
                <a:latin typeface="Calibri"/>
              </a:endParaRPr>
            </a:p>
          </p:txBody>
        </p:sp>
        <p:sp>
          <p:nvSpPr>
            <p:cNvPr id="26" name="Segment 4 - GNC">
              <a:extLst>
                <a:ext uri="{FF2B5EF4-FFF2-40B4-BE49-F238E27FC236}">
                  <a16:creationId xmlns:a16="http://schemas.microsoft.com/office/drawing/2014/main" id="{08ADA530-29A3-3896-80F9-9BBF58F55579}"/>
                </a:ext>
              </a:extLst>
            </p:cNvPr>
            <p:cNvSpPr/>
            <p:nvPr/>
          </p:nvSpPr>
          <p:spPr>
            <a:xfrm>
              <a:off x="7851360"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GNC</a:t>
              </a:r>
            </a:p>
          </p:txBody>
        </p:sp>
        <p:sp>
          <p:nvSpPr>
            <p:cNvPr id="27" name="Segment 5 - Avionics">
              <a:extLst>
                <a:ext uri="{FF2B5EF4-FFF2-40B4-BE49-F238E27FC236}">
                  <a16:creationId xmlns:a16="http://schemas.microsoft.com/office/drawing/2014/main" id="{9113AD23-9737-D216-937A-B907D51A51EE}"/>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Tree>
    <p:extLst>
      <p:ext uri="{BB962C8B-B14F-4D97-AF65-F5344CB8AC3E}">
        <p14:creationId xmlns:p14="http://schemas.microsoft.com/office/powerpoint/2010/main" val="284522332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CF5E3-A4B6-E740-6A11-7425D12F6AB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660A404-66F6-EA62-FF4D-458C5EF54D9E}"/>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FFE8059A-A8A3-4214-F5F5-960896756E11}"/>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AAEE7F0F-0224-6276-9308-0E0366A5A664}"/>
              </a:ext>
            </a:extLst>
          </p:cNvPr>
          <p:cNvSpPr txBox="1"/>
          <p:nvPr/>
        </p:nvSpPr>
        <p:spPr>
          <a:xfrm>
            <a:off x="1281748" y="353648"/>
            <a:ext cx="7680960" cy="658368"/>
          </a:xfrm>
          <a:prstGeom prst="rect">
            <a:avLst/>
          </a:prstGeom>
          <a:noFill/>
          <a:ln/>
        </p:spPr>
        <p:txBody>
          <a:bodyPr wrap="square" lIns="0" tIns="0" rIns="0" bIns="0" rtlCol="0" anchor="ctr"/>
          <a:lstStyle/>
          <a:p>
            <a:r>
              <a:rPr lang="en-US" sz="2800" b="1" kern="0" spc="100">
                <a:solidFill>
                  <a:srgbClr val="2B2A28"/>
                </a:solidFill>
                <a:latin typeface="Arial"/>
                <a:cs typeface="Arial"/>
              </a:rPr>
              <a:t>Control Law Trade Study Results</a:t>
            </a:r>
          </a:p>
        </p:txBody>
      </p:sp>
      <p:sp>
        <p:nvSpPr>
          <p:cNvPr id="5" name="Shape 2">
            <a:extLst>
              <a:ext uri="{FF2B5EF4-FFF2-40B4-BE49-F238E27FC236}">
                <a16:creationId xmlns:a16="http://schemas.microsoft.com/office/drawing/2014/main" id="{4201D422-C2BA-AEC9-EA00-976281291D49}"/>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01952D5D-E0EE-6EC0-7F76-C0F344C7CAAB}"/>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11" name="TextBox 10">
            <a:extLst>
              <a:ext uri="{FF2B5EF4-FFF2-40B4-BE49-F238E27FC236}">
                <a16:creationId xmlns:a16="http://schemas.microsoft.com/office/drawing/2014/main" id="{C38EC37B-4030-C5C4-2515-1E6EE5BEE81C}"/>
              </a:ext>
            </a:extLst>
          </p:cNvPr>
          <p:cNvSpPr txBox="1"/>
          <p:nvPr/>
        </p:nvSpPr>
        <p:spPr>
          <a:xfrm>
            <a:off x="458184" y="5451199"/>
            <a:ext cx="11115927"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rial"/>
                <a:cs typeface="Arial"/>
              </a:rPr>
              <a:t>Linear scoring scale, where higher = "better"</a:t>
            </a:r>
          </a:p>
          <a:p>
            <a:r>
              <a:rPr lang="en-US">
                <a:latin typeface="Arial"/>
                <a:cs typeface="Arial"/>
              </a:rPr>
              <a:t>Weights influenced by UAS-11,14,15 &amp; UAS-GNCC-9 L2 Requirements</a:t>
            </a:r>
          </a:p>
          <a:p>
            <a:r>
              <a:rPr lang="en-US">
                <a:latin typeface="Arial"/>
                <a:cs typeface="Arial"/>
              </a:rPr>
              <a:t>LQR scoring influenced by UAS-GNCC-9 L2 Requirements &amp; Input Method trade study </a:t>
            </a:r>
          </a:p>
        </p:txBody>
      </p:sp>
      <p:pic>
        <p:nvPicPr>
          <p:cNvPr id="8" name="Picture 7">
            <a:extLst>
              <a:ext uri="{FF2B5EF4-FFF2-40B4-BE49-F238E27FC236}">
                <a16:creationId xmlns:a16="http://schemas.microsoft.com/office/drawing/2014/main" id="{73DF0F1D-9F9C-1613-DC01-1876CD4BC76A}"/>
              </a:ext>
            </a:extLst>
          </p:cNvPr>
          <p:cNvPicPr>
            <a:picLocks noChangeAspect="1"/>
          </p:cNvPicPr>
          <p:nvPr/>
        </p:nvPicPr>
        <p:blipFill>
          <a:blip r:embed="rId4"/>
          <a:stretch>
            <a:fillRect/>
          </a:stretch>
        </p:blipFill>
        <p:spPr>
          <a:xfrm>
            <a:off x="457200" y="1244953"/>
            <a:ext cx="11430000" cy="4002334"/>
          </a:xfrm>
          <a:prstGeom prst="rect">
            <a:avLst/>
          </a:prstGeom>
        </p:spPr>
      </p:pic>
      <p:sp>
        <p:nvSpPr>
          <p:cNvPr id="7" name="Rectangle 6">
            <a:extLst>
              <a:ext uri="{FF2B5EF4-FFF2-40B4-BE49-F238E27FC236}">
                <a16:creationId xmlns:a16="http://schemas.microsoft.com/office/drawing/2014/main" id="{8CDFB3B4-5666-50C6-3521-83BC31043000}"/>
              </a:ext>
            </a:extLst>
          </p:cNvPr>
          <p:cNvSpPr/>
          <p:nvPr/>
        </p:nvSpPr>
        <p:spPr>
          <a:xfrm>
            <a:off x="10040814" y="4994032"/>
            <a:ext cx="1793631" cy="486192"/>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23">
            <a:extLst>
              <a:ext uri="{FF2B5EF4-FFF2-40B4-BE49-F238E27FC236}">
                <a16:creationId xmlns:a16="http://schemas.microsoft.com/office/drawing/2014/main" id="{8769BE80-6D25-A600-E322-9E311F2F6C54}"/>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t>70</a:t>
            </a:fld>
            <a:endParaRPr lang="en-US"/>
          </a:p>
        </p:txBody>
      </p:sp>
      <p:grpSp>
        <p:nvGrpSpPr>
          <p:cNvPr id="12" name="Trade Studies Bar - 4 GNC">
            <a:extLst>
              <a:ext uri="{FF2B5EF4-FFF2-40B4-BE49-F238E27FC236}">
                <a16:creationId xmlns:a16="http://schemas.microsoft.com/office/drawing/2014/main" id="{088542F4-BACB-5B34-2B9D-CAC4CD6E482B}"/>
              </a:ext>
            </a:extLst>
          </p:cNvPr>
          <p:cNvGrpSpPr/>
          <p:nvPr/>
        </p:nvGrpSpPr>
        <p:grpSpPr>
          <a:xfrm>
            <a:off x="814349" y="6570020"/>
            <a:ext cx="10563301" cy="276999"/>
            <a:chOff x="790698" y="5902391"/>
            <a:chExt cx="10563301" cy="276999"/>
          </a:xfrm>
        </p:grpSpPr>
        <p:sp>
          <p:nvSpPr>
            <p:cNvPr id="13" name="Segment 0 - Trade Studies">
              <a:extLst>
                <a:ext uri="{FF2B5EF4-FFF2-40B4-BE49-F238E27FC236}">
                  <a16:creationId xmlns:a16="http://schemas.microsoft.com/office/drawing/2014/main" id="{47B8B46E-1C03-AD1C-140B-B77AC51460B0}"/>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4" name="Segment 1 - Propulsion">
              <a:extLst>
                <a:ext uri="{FF2B5EF4-FFF2-40B4-BE49-F238E27FC236}">
                  <a16:creationId xmlns:a16="http://schemas.microsoft.com/office/drawing/2014/main" id="{C76CEB81-EE19-EE4E-C24F-946885BA2B26}"/>
                </a:ext>
              </a:extLst>
            </p:cNvPr>
            <p:cNvSpPr/>
            <p:nvPr/>
          </p:nvSpPr>
          <p:spPr>
            <a:xfrm>
              <a:off x="268951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Propulsion</a:t>
              </a:r>
            </a:p>
          </p:txBody>
        </p:sp>
        <p:sp>
          <p:nvSpPr>
            <p:cNvPr id="15" name="Segment 2 - Power Systems">
              <a:extLst>
                <a:ext uri="{FF2B5EF4-FFF2-40B4-BE49-F238E27FC236}">
                  <a16:creationId xmlns:a16="http://schemas.microsoft.com/office/drawing/2014/main" id="{891C3751-B82E-3B02-5309-23DEC4950BAB}"/>
                </a:ext>
              </a:extLst>
            </p:cNvPr>
            <p:cNvSpPr/>
            <p:nvPr/>
          </p:nvSpPr>
          <p:spPr>
            <a:xfrm>
              <a:off x="441013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Power Systems</a:t>
              </a:r>
            </a:p>
          </p:txBody>
        </p:sp>
        <p:sp>
          <p:nvSpPr>
            <p:cNvPr id="16" name="Segment 3 - Airframe">
              <a:extLst>
                <a:ext uri="{FF2B5EF4-FFF2-40B4-BE49-F238E27FC236}">
                  <a16:creationId xmlns:a16="http://schemas.microsoft.com/office/drawing/2014/main" id="{AA4ED1FF-E0D4-D719-242F-409EC9071A04}"/>
                </a:ext>
              </a:extLst>
            </p:cNvPr>
            <p:cNvSpPr/>
            <p:nvPr/>
          </p:nvSpPr>
          <p:spPr>
            <a:xfrm>
              <a:off x="613074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Airframe</a:t>
              </a:r>
              <a:r>
                <a:rPr lang="en-US" sz="1050" b="0">
                  <a:solidFill>
                    <a:srgbClr val="FFFFFF"/>
                  </a:solidFill>
                  <a:latin typeface="Calibri"/>
                </a:rPr>
                <a:t> &amp; Aerodynamics</a:t>
              </a:r>
              <a:endParaRPr sz="1050" b="0">
                <a:solidFill>
                  <a:srgbClr val="FFFFFF"/>
                </a:solidFill>
                <a:latin typeface="Calibri"/>
              </a:endParaRPr>
            </a:p>
          </p:txBody>
        </p:sp>
        <p:sp>
          <p:nvSpPr>
            <p:cNvPr id="17" name="Segment 4 - GNC">
              <a:extLst>
                <a:ext uri="{FF2B5EF4-FFF2-40B4-BE49-F238E27FC236}">
                  <a16:creationId xmlns:a16="http://schemas.microsoft.com/office/drawing/2014/main" id="{425998A0-D69C-6F55-C9D8-813A3D315835}"/>
                </a:ext>
              </a:extLst>
            </p:cNvPr>
            <p:cNvSpPr/>
            <p:nvPr/>
          </p:nvSpPr>
          <p:spPr>
            <a:xfrm>
              <a:off x="7851360"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GNC</a:t>
              </a:r>
            </a:p>
          </p:txBody>
        </p:sp>
        <p:sp>
          <p:nvSpPr>
            <p:cNvPr id="18" name="Segment 5 - Avionics">
              <a:extLst>
                <a:ext uri="{FF2B5EF4-FFF2-40B4-BE49-F238E27FC236}">
                  <a16:creationId xmlns:a16="http://schemas.microsoft.com/office/drawing/2014/main" id="{6AF510F3-876F-C5F3-19AB-D4C2AD8E9325}"/>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Tree>
    <p:extLst>
      <p:ext uri="{BB962C8B-B14F-4D97-AF65-F5344CB8AC3E}">
        <p14:creationId xmlns:p14="http://schemas.microsoft.com/office/powerpoint/2010/main" val="61881665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2B2A27"/>
        </a:solidFill>
        <a:effectLst/>
      </p:bgPr>
    </p:bg>
    <p:spTree>
      <p:nvGrpSpPr>
        <p:cNvPr id="1" name="">
          <a:extLst>
            <a:ext uri="{FF2B5EF4-FFF2-40B4-BE49-F238E27FC236}">
              <a16:creationId xmlns:a16="http://schemas.microsoft.com/office/drawing/2014/main" id="{078DBD5A-0A1E-A4B0-1057-C503BBFFC08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A4EDD72-D8F3-9479-A8FB-63F287481D55}"/>
              </a:ext>
            </a:extLst>
          </p:cNvPr>
          <p:cNvSpPr/>
          <p:nvPr/>
        </p:nvSpPr>
        <p:spPr>
          <a:xfrm>
            <a:off x="9648508" y="4754880"/>
            <a:ext cx="408920" cy="408920"/>
          </a:xfrm>
          <a:prstGeom prst="rect">
            <a:avLst/>
          </a:prstGeom>
          <a:ln w="12700">
            <a:solidFill>
              <a:srgbClr val="C6890F">
                <a:alpha val="14000"/>
              </a:srgbClr>
            </a:solidFill>
            <a:prstDash val="solid"/>
          </a:ln>
        </p:spPr>
        <p:txBody>
          <a:bodyPr/>
          <a:lstStyle/>
          <a:p>
            <a:endParaRPr lang="en-US" sz="1800"/>
          </a:p>
        </p:txBody>
      </p:sp>
      <p:sp>
        <p:nvSpPr>
          <p:cNvPr id="3" name="Shape 1">
            <a:extLst>
              <a:ext uri="{FF2B5EF4-FFF2-40B4-BE49-F238E27FC236}">
                <a16:creationId xmlns:a16="http://schemas.microsoft.com/office/drawing/2014/main" id="{CC0CF9F0-7BCF-1CEF-E2DF-E846DC0C248B}"/>
              </a:ext>
            </a:extLst>
          </p:cNvPr>
          <p:cNvSpPr/>
          <p:nvPr/>
        </p:nvSpPr>
        <p:spPr>
          <a:xfrm>
            <a:off x="10123996" y="4754880"/>
            <a:ext cx="408920" cy="408920"/>
          </a:xfrm>
          <a:prstGeom prst="rect">
            <a:avLst/>
          </a:prstGeom>
          <a:ln w="12700">
            <a:solidFill>
              <a:srgbClr val="C6890F">
                <a:alpha val="14000"/>
              </a:srgbClr>
            </a:solidFill>
            <a:prstDash val="solid"/>
          </a:ln>
        </p:spPr>
        <p:txBody>
          <a:bodyPr/>
          <a:lstStyle/>
          <a:p>
            <a:endParaRPr lang="en-US" sz="1800"/>
          </a:p>
        </p:txBody>
      </p:sp>
      <p:sp>
        <p:nvSpPr>
          <p:cNvPr id="4" name="Shape 2">
            <a:extLst>
              <a:ext uri="{FF2B5EF4-FFF2-40B4-BE49-F238E27FC236}">
                <a16:creationId xmlns:a16="http://schemas.microsoft.com/office/drawing/2014/main" id="{0D40EB03-2D4E-0DBA-6A04-68ACA623173D}"/>
              </a:ext>
            </a:extLst>
          </p:cNvPr>
          <p:cNvSpPr/>
          <p:nvPr/>
        </p:nvSpPr>
        <p:spPr>
          <a:xfrm>
            <a:off x="10599484" y="4754880"/>
            <a:ext cx="408920" cy="408920"/>
          </a:xfrm>
          <a:prstGeom prst="rect">
            <a:avLst/>
          </a:prstGeom>
          <a:ln w="12700">
            <a:solidFill>
              <a:srgbClr val="C6890F">
                <a:alpha val="14000"/>
              </a:srgbClr>
            </a:solidFill>
            <a:prstDash val="solid"/>
          </a:ln>
        </p:spPr>
        <p:txBody>
          <a:bodyPr/>
          <a:lstStyle/>
          <a:p>
            <a:endParaRPr lang="en-US" sz="1800"/>
          </a:p>
        </p:txBody>
      </p:sp>
      <p:sp>
        <p:nvSpPr>
          <p:cNvPr id="5" name="Shape 3">
            <a:extLst>
              <a:ext uri="{FF2B5EF4-FFF2-40B4-BE49-F238E27FC236}">
                <a16:creationId xmlns:a16="http://schemas.microsoft.com/office/drawing/2014/main" id="{BA7E46DE-3156-C42A-C0CF-E39DB1F965D2}"/>
              </a:ext>
            </a:extLst>
          </p:cNvPr>
          <p:cNvSpPr/>
          <p:nvPr/>
        </p:nvSpPr>
        <p:spPr>
          <a:xfrm>
            <a:off x="11074972" y="4754880"/>
            <a:ext cx="408920" cy="408920"/>
          </a:xfrm>
          <a:prstGeom prst="rect">
            <a:avLst/>
          </a:prstGeom>
          <a:ln w="12700">
            <a:solidFill>
              <a:srgbClr val="C6890F">
                <a:alpha val="14000"/>
              </a:srgbClr>
            </a:solidFill>
            <a:prstDash val="solid"/>
          </a:ln>
        </p:spPr>
        <p:txBody>
          <a:bodyPr/>
          <a:lstStyle/>
          <a:p>
            <a:endParaRPr lang="en-US" sz="1800"/>
          </a:p>
        </p:txBody>
      </p:sp>
      <p:sp>
        <p:nvSpPr>
          <p:cNvPr id="6" name="Shape 4">
            <a:extLst>
              <a:ext uri="{FF2B5EF4-FFF2-40B4-BE49-F238E27FC236}">
                <a16:creationId xmlns:a16="http://schemas.microsoft.com/office/drawing/2014/main" id="{E157A67E-A6A4-6CD6-B624-F6CFA8CD5B2D}"/>
              </a:ext>
            </a:extLst>
          </p:cNvPr>
          <p:cNvSpPr/>
          <p:nvPr/>
        </p:nvSpPr>
        <p:spPr>
          <a:xfrm>
            <a:off x="9648508" y="5230368"/>
            <a:ext cx="408920" cy="408920"/>
          </a:xfrm>
          <a:prstGeom prst="rect">
            <a:avLst/>
          </a:prstGeom>
          <a:ln w="12700">
            <a:solidFill>
              <a:srgbClr val="C6890F">
                <a:alpha val="14000"/>
              </a:srgbClr>
            </a:solidFill>
            <a:prstDash val="solid"/>
          </a:ln>
        </p:spPr>
        <p:txBody>
          <a:bodyPr/>
          <a:lstStyle/>
          <a:p>
            <a:endParaRPr lang="en-US" sz="1800"/>
          </a:p>
        </p:txBody>
      </p:sp>
      <p:sp>
        <p:nvSpPr>
          <p:cNvPr id="7" name="Shape 5">
            <a:extLst>
              <a:ext uri="{FF2B5EF4-FFF2-40B4-BE49-F238E27FC236}">
                <a16:creationId xmlns:a16="http://schemas.microsoft.com/office/drawing/2014/main" id="{C161C526-8CE1-527A-AC03-0EFD77B6CB23}"/>
              </a:ext>
            </a:extLst>
          </p:cNvPr>
          <p:cNvSpPr/>
          <p:nvPr/>
        </p:nvSpPr>
        <p:spPr>
          <a:xfrm>
            <a:off x="10123996" y="5230368"/>
            <a:ext cx="408920" cy="408920"/>
          </a:xfrm>
          <a:prstGeom prst="rect">
            <a:avLst/>
          </a:prstGeom>
          <a:ln w="12700">
            <a:solidFill>
              <a:srgbClr val="C6890F">
                <a:alpha val="14000"/>
              </a:srgbClr>
            </a:solidFill>
            <a:prstDash val="solid"/>
          </a:ln>
        </p:spPr>
        <p:txBody>
          <a:bodyPr/>
          <a:lstStyle/>
          <a:p>
            <a:endParaRPr lang="en-US" sz="1800"/>
          </a:p>
        </p:txBody>
      </p:sp>
      <p:sp>
        <p:nvSpPr>
          <p:cNvPr id="8" name="Shape 6">
            <a:extLst>
              <a:ext uri="{FF2B5EF4-FFF2-40B4-BE49-F238E27FC236}">
                <a16:creationId xmlns:a16="http://schemas.microsoft.com/office/drawing/2014/main" id="{066E62E0-9D72-E89B-0E4C-15AE18B27050}"/>
              </a:ext>
            </a:extLst>
          </p:cNvPr>
          <p:cNvSpPr/>
          <p:nvPr/>
        </p:nvSpPr>
        <p:spPr>
          <a:xfrm>
            <a:off x="10599484" y="5230368"/>
            <a:ext cx="408920" cy="408920"/>
          </a:xfrm>
          <a:prstGeom prst="rect">
            <a:avLst/>
          </a:prstGeom>
          <a:ln w="12700">
            <a:solidFill>
              <a:srgbClr val="C6890F">
                <a:alpha val="14000"/>
              </a:srgbClr>
            </a:solidFill>
            <a:prstDash val="solid"/>
          </a:ln>
        </p:spPr>
        <p:txBody>
          <a:bodyPr/>
          <a:lstStyle/>
          <a:p>
            <a:endParaRPr lang="en-US" sz="1800"/>
          </a:p>
        </p:txBody>
      </p:sp>
      <p:sp>
        <p:nvSpPr>
          <p:cNvPr id="9" name="Shape 7">
            <a:extLst>
              <a:ext uri="{FF2B5EF4-FFF2-40B4-BE49-F238E27FC236}">
                <a16:creationId xmlns:a16="http://schemas.microsoft.com/office/drawing/2014/main" id="{C4D3CC73-BED6-C2A8-50BA-4AFEED734970}"/>
              </a:ext>
            </a:extLst>
          </p:cNvPr>
          <p:cNvSpPr/>
          <p:nvPr/>
        </p:nvSpPr>
        <p:spPr>
          <a:xfrm>
            <a:off x="11074972" y="5230368"/>
            <a:ext cx="408920" cy="408920"/>
          </a:xfrm>
          <a:prstGeom prst="rect">
            <a:avLst/>
          </a:prstGeom>
          <a:ln w="12700">
            <a:solidFill>
              <a:srgbClr val="C6890F">
                <a:alpha val="14000"/>
              </a:srgbClr>
            </a:solidFill>
            <a:prstDash val="solid"/>
          </a:ln>
        </p:spPr>
        <p:txBody>
          <a:bodyPr/>
          <a:lstStyle/>
          <a:p>
            <a:endParaRPr lang="en-US" sz="1800"/>
          </a:p>
        </p:txBody>
      </p:sp>
      <p:sp>
        <p:nvSpPr>
          <p:cNvPr id="10" name="Shape 8">
            <a:extLst>
              <a:ext uri="{FF2B5EF4-FFF2-40B4-BE49-F238E27FC236}">
                <a16:creationId xmlns:a16="http://schemas.microsoft.com/office/drawing/2014/main" id="{F0DFAD8C-04AE-74C0-ACA3-6D7F19FDC1E0}"/>
              </a:ext>
            </a:extLst>
          </p:cNvPr>
          <p:cNvSpPr/>
          <p:nvPr/>
        </p:nvSpPr>
        <p:spPr>
          <a:xfrm>
            <a:off x="9648508" y="5705856"/>
            <a:ext cx="408920" cy="408920"/>
          </a:xfrm>
          <a:prstGeom prst="rect">
            <a:avLst/>
          </a:prstGeom>
          <a:ln w="12700">
            <a:solidFill>
              <a:srgbClr val="C6890F">
                <a:alpha val="14000"/>
              </a:srgbClr>
            </a:solidFill>
            <a:prstDash val="solid"/>
          </a:ln>
        </p:spPr>
        <p:txBody>
          <a:bodyPr/>
          <a:lstStyle/>
          <a:p>
            <a:endParaRPr lang="en-US" sz="1800"/>
          </a:p>
        </p:txBody>
      </p:sp>
      <p:sp>
        <p:nvSpPr>
          <p:cNvPr id="11" name="Shape 9">
            <a:extLst>
              <a:ext uri="{FF2B5EF4-FFF2-40B4-BE49-F238E27FC236}">
                <a16:creationId xmlns:a16="http://schemas.microsoft.com/office/drawing/2014/main" id="{B0B6AA35-BB4D-86DA-F2B5-2DF54CDA0DEE}"/>
              </a:ext>
            </a:extLst>
          </p:cNvPr>
          <p:cNvSpPr/>
          <p:nvPr/>
        </p:nvSpPr>
        <p:spPr>
          <a:xfrm>
            <a:off x="10123996" y="5705856"/>
            <a:ext cx="408920" cy="408920"/>
          </a:xfrm>
          <a:prstGeom prst="rect">
            <a:avLst/>
          </a:prstGeom>
          <a:ln w="12700">
            <a:solidFill>
              <a:srgbClr val="C6890F">
                <a:alpha val="14000"/>
              </a:srgbClr>
            </a:solidFill>
            <a:prstDash val="solid"/>
          </a:ln>
        </p:spPr>
        <p:txBody>
          <a:bodyPr/>
          <a:lstStyle/>
          <a:p>
            <a:endParaRPr lang="en-US" sz="1800"/>
          </a:p>
        </p:txBody>
      </p:sp>
      <p:sp>
        <p:nvSpPr>
          <p:cNvPr id="12" name="Shape 10">
            <a:extLst>
              <a:ext uri="{FF2B5EF4-FFF2-40B4-BE49-F238E27FC236}">
                <a16:creationId xmlns:a16="http://schemas.microsoft.com/office/drawing/2014/main" id="{5356D5AA-D637-4D99-2D9C-49F650D0124F}"/>
              </a:ext>
            </a:extLst>
          </p:cNvPr>
          <p:cNvSpPr/>
          <p:nvPr/>
        </p:nvSpPr>
        <p:spPr>
          <a:xfrm>
            <a:off x="10599484" y="5705856"/>
            <a:ext cx="408920" cy="408920"/>
          </a:xfrm>
          <a:prstGeom prst="rect">
            <a:avLst/>
          </a:prstGeom>
          <a:ln w="12700">
            <a:solidFill>
              <a:srgbClr val="C6890F">
                <a:alpha val="14000"/>
              </a:srgbClr>
            </a:solidFill>
            <a:prstDash val="solid"/>
          </a:ln>
        </p:spPr>
        <p:txBody>
          <a:bodyPr/>
          <a:lstStyle/>
          <a:p>
            <a:endParaRPr lang="en-US" sz="1800"/>
          </a:p>
        </p:txBody>
      </p:sp>
      <p:sp>
        <p:nvSpPr>
          <p:cNvPr id="13" name="Shape 11">
            <a:extLst>
              <a:ext uri="{FF2B5EF4-FFF2-40B4-BE49-F238E27FC236}">
                <a16:creationId xmlns:a16="http://schemas.microsoft.com/office/drawing/2014/main" id="{98A96BD4-CBB2-CFF1-CCE1-066D6F989954}"/>
              </a:ext>
            </a:extLst>
          </p:cNvPr>
          <p:cNvSpPr/>
          <p:nvPr/>
        </p:nvSpPr>
        <p:spPr>
          <a:xfrm>
            <a:off x="11074972" y="5705856"/>
            <a:ext cx="408920" cy="408920"/>
          </a:xfrm>
          <a:prstGeom prst="rect">
            <a:avLst/>
          </a:prstGeom>
          <a:ln w="12700">
            <a:solidFill>
              <a:srgbClr val="C6890F">
                <a:alpha val="14000"/>
              </a:srgbClr>
            </a:solidFill>
            <a:prstDash val="solid"/>
          </a:ln>
        </p:spPr>
        <p:txBody>
          <a:bodyPr/>
          <a:lstStyle/>
          <a:p>
            <a:endParaRPr lang="en-US" sz="1800"/>
          </a:p>
        </p:txBody>
      </p:sp>
      <p:sp>
        <p:nvSpPr>
          <p:cNvPr id="14" name="Shape 12">
            <a:extLst>
              <a:ext uri="{FF2B5EF4-FFF2-40B4-BE49-F238E27FC236}">
                <a16:creationId xmlns:a16="http://schemas.microsoft.com/office/drawing/2014/main" id="{1F72035E-4E79-C670-E3E9-152F78EE1001}"/>
              </a:ext>
            </a:extLst>
          </p:cNvPr>
          <p:cNvSpPr/>
          <p:nvPr/>
        </p:nvSpPr>
        <p:spPr>
          <a:xfrm>
            <a:off x="9785668"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5" name="Shape 13">
            <a:extLst>
              <a:ext uri="{FF2B5EF4-FFF2-40B4-BE49-F238E27FC236}">
                <a16:creationId xmlns:a16="http://schemas.microsoft.com/office/drawing/2014/main" id="{77FB315E-15EB-ECB1-FFCF-16AED454997C}"/>
              </a:ext>
            </a:extLst>
          </p:cNvPr>
          <p:cNvSpPr/>
          <p:nvPr/>
        </p:nvSpPr>
        <p:spPr>
          <a:xfrm>
            <a:off x="9944408" y="798820"/>
            <a:ext cx="249448" cy="249448"/>
          </a:xfrm>
          <a:prstGeom prst="ellipse">
            <a:avLst/>
          </a:prstGeom>
          <a:ln w="28575">
            <a:solidFill>
              <a:srgbClr val="C6890F">
                <a:alpha val="85000"/>
              </a:srgbClr>
            </a:solidFill>
            <a:prstDash val="solid"/>
          </a:ln>
        </p:spPr>
        <p:txBody>
          <a:bodyPr/>
          <a:lstStyle/>
          <a:p>
            <a:endParaRPr lang="en-US" sz="1800"/>
          </a:p>
        </p:txBody>
      </p:sp>
      <p:sp>
        <p:nvSpPr>
          <p:cNvPr id="16" name="Shape 14">
            <a:extLst>
              <a:ext uri="{FF2B5EF4-FFF2-40B4-BE49-F238E27FC236}">
                <a16:creationId xmlns:a16="http://schemas.microsoft.com/office/drawing/2014/main" id="{C10C1199-51D8-8B20-AA34-6D3877658CD0}"/>
              </a:ext>
            </a:extLst>
          </p:cNvPr>
          <p:cNvSpPr/>
          <p:nvPr/>
        </p:nvSpPr>
        <p:spPr>
          <a:xfrm>
            <a:off x="10511336"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7" name="Shape 15">
            <a:extLst>
              <a:ext uri="{FF2B5EF4-FFF2-40B4-BE49-F238E27FC236}">
                <a16:creationId xmlns:a16="http://schemas.microsoft.com/office/drawing/2014/main" id="{0A08C930-1997-DF64-9AFB-115B1178CB8A}"/>
              </a:ext>
            </a:extLst>
          </p:cNvPr>
          <p:cNvSpPr/>
          <p:nvPr/>
        </p:nvSpPr>
        <p:spPr>
          <a:xfrm>
            <a:off x="10670076" y="798820"/>
            <a:ext cx="249448" cy="249448"/>
          </a:xfrm>
          <a:prstGeom prst="ellipse">
            <a:avLst/>
          </a:prstGeom>
          <a:ln w="28575">
            <a:solidFill>
              <a:srgbClr val="C6890F">
                <a:alpha val="85000"/>
              </a:srgbClr>
            </a:solidFill>
            <a:prstDash val="solid"/>
          </a:ln>
        </p:spPr>
        <p:txBody>
          <a:bodyPr/>
          <a:lstStyle/>
          <a:p>
            <a:endParaRPr lang="en-US" sz="1800"/>
          </a:p>
        </p:txBody>
      </p:sp>
      <p:sp>
        <p:nvSpPr>
          <p:cNvPr id="18" name="Shape 16">
            <a:extLst>
              <a:ext uri="{FF2B5EF4-FFF2-40B4-BE49-F238E27FC236}">
                <a16:creationId xmlns:a16="http://schemas.microsoft.com/office/drawing/2014/main" id="{7D605E05-7C0D-9E2C-EB5A-C7E4FB37C1C6}"/>
              </a:ext>
            </a:extLst>
          </p:cNvPr>
          <p:cNvSpPr/>
          <p:nvPr/>
        </p:nvSpPr>
        <p:spPr>
          <a:xfrm>
            <a:off x="10749446" y="878190"/>
            <a:ext cx="90708" cy="90708"/>
          </a:xfrm>
          <a:prstGeom prst="ellipse">
            <a:avLst/>
          </a:prstGeom>
          <a:solidFill>
            <a:srgbClr val="2E9BC4">
              <a:alpha val="85000"/>
            </a:srgbClr>
          </a:solidFill>
          <a:ln/>
        </p:spPr>
        <p:txBody>
          <a:bodyPr/>
          <a:lstStyle/>
          <a:p>
            <a:endParaRPr lang="en-US" sz="1800"/>
          </a:p>
        </p:txBody>
      </p:sp>
      <p:sp>
        <p:nvSpPr>
          <p:cNvPr id="22" name="Text 20">
            <a:extLst>
              <a:ext uri="{FF2B5EF4-FFF2-40B4-BE49-F238E27FC236}">
                <a16:creationId xmlns:a16="http://schemas.microsoft.com/office/drawing/2014/main" id="{7206F71B-0363-D34C-9956-938DE4742617}"/>
              </a:ext>
            </a:extLst>
          </p:cNvPr>
          <p:cNvSpPr txBox="1"/>
          <p:nvPr/>
        </p:nvSpPr>
        <p:spPr>
          <a:xfrm>
            <a:off x="605092" y="2651760"/>
            <a:ext cx="10515600" cy="1097280"/>
          </a:xfrm>
          <a:prstGeom prst="rect">
            <a:avLst/>
          </a:prstGeom>
          <a:noFill/>
          <a:ln/>
        </p:spPr>
        <p:txBody>
          <a:bodyPr wrap="square" lIns="0" tIns="0" rIns="0" bIns="0" rtlCol="0" anchor="ctr"/>
          <a:lstStyle/>
          <a:p>
            <a:r>
              <a:rPr lang="en-US" sz="5000" b="1">
                <a:solidFill>
                  <a:srgbClr val="C6890F"/>
                </a:solidFill>
                <a:latin typeface="Arial"/>
                <a:cs typeface="Arial"/>
              </a:rPr>
              <a:t>UAS – Guidance &amp; Navigation</a:t>
            </a:r>
            <a:endParaRPr lang="en-US"/>
          </a:p>
        </p:txBody>
      </p:sp>
      <p:sp>
        <p:nvSpPr>
          <p:cNvPr id="23" name="Shape 21">
            <a:extLst>
              <a:ext uri="{FF2B5EF4-FFF2-40B4-BE49-F238E27FC236}">
                <a16:creationId xmlns:a16="http://schemas.microsoft.com/office/drawing/2014/main" id="{5929B87A-5328-E6FA-C29F-990DA998314D}"/>
              </a:ext>
            </a:extLst>
          </p:cNvPr>
          <p:cNvSpPr/>
          <p:nvPr/>
        </p:nvSpPr>
        <p:spPr>
          <a:xfrm>
            <a:off x="659956" y="3886200"/>
            <a:ext cx="3108960" cy="0"/>
          </a:xfrm>
          <a:prstGeom prst="line">
            <a:avLst/>
          </a:prstGeom>
          <a:noFill/>
          <a:ln w="25400">
            <a:solidFill>
              <a:srgbClr val="C6890F"/>
            </a:solidFill>
            <a:prstDash val="solid"/>
          </a:ln>
        </p:spPr>
        <p:txBody>
          <a:bodyPr/>
          <a:lstStyle/>
          <a:p>
            <a:endParaRPr lang="en-US" sz="1800"/>
          </a:p>
        </p:txBody>
      </p:sp>
      <p:sp>
        <p:nvSpPr>
          <p:cNvPr id="24" name="Text 22">
            <a:extLst>
              <a:ext uri="{FF2B5EF4-FFF2-40B4-BE49-F238E27FC236}">
                <a16:creationId xmlns:a16="http://schemas.microsoft.com/office/drawing/2014/main" id="{2D574D6B-0116-43B7-2722-8733FD7C50BC}"/>
              </a:ext>
            </a:extLst>
          </p:cNvPr>
          <p:cNvSpPr txBox="1"/>
          <p:nvPr/>
        </p:nvSpPr>
        <p:spPr>
          <a:xfrm>
            <a:off x="641668" y="4114800"/>
            <a:ext cx="8686800" cy="548640"/>
          </a:xfrm>
          <a:prstGeom prst="rect">
            <a:avLst/>
          </a:prstGeom>
          <a:noFill/>
          <a:ln/>
        </p:spPr>
        <p:txBody>
          <a:bodyPr wrap="square" lIns="0" tIns="0" rIns="0" bIns="0" rtlCol="0" anchor="ctr"/>
          <a:lstStyle/>
          <a:p>
            <a:r>
              <a:rPr lang="en-US" sz="1600">
                <a:solidFill>
                  <a:srgbClr val="E9E3D6"/>
                </a:solidFill>
                <a:latin typeface="Arial"/>
                <a:cs typeface="Arial"/>
              </a:rPr>
              <a:t>Trade-studies</a:t>
            </a:r>
            <a:endParaRPr lang="en-US" sz="1800"/>
          </a:p>
        </p:txBody>
      </p:sp>
      <p:sp>
        <p:nvSpPr>
          <p:cNvPr id="19" name="Text 19">
            <a:extLst>
              <a:ext uri="{FF2B5EF4-FFF2-40B4-BE49-F238E27FC236}">
                <a16:creationId xmlns:a16="http://schemas.microsoft.com/office/drawing/2014/main" id="{8C3F72DB-51F3-218E-AB0C-031B01A09B90}"/>
              </a:ext>
            </a:extLst>
          </p:cNvPr>
          <p:cNvSpPr txBox="1"/>
          <p:nvPr/>
        </p:nvSpPr>
        <p:spPr>
          <a:xfrm>
            <a:off x="641500" y="2194881"/>
            <a:ext cx="8227457" cy="36566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kern="0" spc="300">
                <a:solidFill>
                  <a:srgbClr val="2E9BC4"/>
                </a:solidFill>
                <a:latin typeface="Arial"/>
                <a:ea typeface="Arial" pitchFamily="34" charset="-122"/>
                <a:cs typeface="Arial"/>
              </a:rPr>
              <a:t>ASEN 4018-013</a:t>
            </a:r>
            <a:endParaRPr lang="en-US" sz="1400">
              <a:latin typeface="Arial"/>
              <a:cs typeface="Arial"/>
            </a:endParaRPr>
          </a:p>
        </p:txBody>
      </p:sp>
      <p:sp>
        <p:nvSpPr>
          <p:cNvPr id="20" name="Slide Number Placeholder 23">
            <a:extLst>
              <a:ext uri="{FF2B5EF4-FFF2-40B4-BE49-F238E27FC236}">
                <a16:creationId xmlns:a16="http://schemas.microsoft.com/office/drawing/2014/main" id="{45964505-A878-0E0B-EE08-AB863E497085}"/>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solidFill>
                  <a:schemeClr val="bg1"/>
                </a:solidFill>
              </a:rPr>
              <a:t>71</a:t>
            </a:fld>
            <a:endParaRPr lang="en-US">
              <a:solidFill>
                <a:schemeClr val="bg1"/>
              </a:solidFill>
            </a:endParaRPr>
          </a:p>
        </p:txBody>
      </p:sp>
    </p:spTree>
    <p:extLst>
      <p:ext uri="{BB962C8B-B14F-4D97-AF65-F5344CB8AC3E}">
        <p14:creationId xmlns:p14="http://schemas.microsoft.com/office/powerpoint/2010/main" val="115278488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30F96-72B1-FE5A-ACB9-9EDC6A7BB8F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4F6AB10-9DA5-0A23-D568-10A80C3C221E}"/>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6BC9BB7A-FACE-7A7A-DFE5-CFB7E4419AF3}"/>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F5FD7C93-C51F-3D6D-153E-6BF0A56F14FB}"/>
              </a:ext>
            </a:extLst>
          </p:cNvPr>
          <p:cNvSpPr txBox="1"/>
          <p:nvPr/>
        </p:nvSpPr>
        <p:spPr>
          <a:xfrm>
            <a:off x="1281748" y="353648"/>
            <a:ext cx="7680960" cy="658368"/>
          </a:xfrm>
          <a:prstGeom prst="rect">
            <a:avLst/>
          </a:prstGeom>
          <a:noFill/>
          <a:ln/>
        </p:spPr>
        <p:txBody>
          <a:bodyPr wrap="square" lIns="0" tIns="0" rIns="0" bIns="0" rtlCol="0" anchor="ctr"/>
          <a:lstStyle/>
          <a:p>
            <a:r>
              <a:rPr lang="en-US" sz="2800" b="1" kern="0" spc="100">
                <a:solidFill>
                  <a:srgbClr val="2B2A28"/>
                </a:solidFill>
                <a:latin typeface="Arial"/>
                <a:cs typeface="Arial"/>
              </a:rPr>
              <a:t>Summary of Trades Conducted </a:t>
            </a:r>
            <a:endParaRPr lang="en-US" sz="1800"/>
          </a:p>
        </p:txBody>
      </p:sp>
      <p:sp>
        <p:nvSpPr>
          <p:cNvPr id="5" name="Shape 2">
            <a:extLst>
              <a:ext uri="{FF2B5EF4-FFF2-40B4-BE49-F238E27FC236}">
                <a16:creationId xmlns:a16="http://schemas.microsoft.com/office/drawing/2014/main" id="{74FB4618-7B52-7693-14F4-23C87D93E5A3}"/>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C822FFD8-637D-BA0F-7EF9-12A95B41C7BC}"/>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graphicFrame>
        <p:nvGraphicFramePr>
          <p:cNvPr id="9" name="Table 8">
            <a:extLst>
              <a:ext uri="{FF2B5EF4-FFF2-40B4-BE49-F238E27FC236}">
                <a16:creationId xmlns:a16="http://schemas.microsoft.com/office/drawing/2014/main" id="{A36185F4-4F34-9438-5D52-7AC124FA1CD9}"/>
              </a:ext>
            </a:extLst>
          </p:cNvPr>
          <p:cNvGraphicFramePr>
            <a:graphicFrameLocks noGrp="1"/>
          </p:cNvGraphicFramePr>
          <p:nvPr>
            <p:extLst>
              <p:ext uri="{D42A27DB-BD31-4B8C-83A1-F6EECF244321}">
                <p14:modId xmlns:p14="http://schemas.microsoft.com/office/powerpoint/2010/main" val="344172239"/>
              </p:ext>
            </p:extLst>
          </p:nvPr>
        </p:nvGraphicFramePr>
        <p:xfrm>
          <a:off x="481419" y="1127870"/>
          <a:ext cx="11237391" cy="4638471"/>
        </p:xfrm>
        <a:graphic>
          <a:graphicData uri="http://schemas.openxmlformats.org/drawingml/2006/table">
            <a:tbl>
              <a:tblPr bandRow="1">
                <a:tableStyleId>{5C22544A-7EE6-4342-B048-85BDC9FD1C3A}</a:tableStyleId>
              </a:tblPr>
              <a:tblGrid>
                <a:gridCol w="2446875">
                  <a:extLst>
                    <a:ext uri="{9D8B030D-6E8A-4147-A177-3AD203B41FA5}">
                      <a16:colId xmlns:a16="http://schemas.microsoft.com/office/drawing/2014/main" val="4226704145"/>
                    </a:ext>
                  </a:extLst>
                </a:gridCol>
                <a:gridCol w="3078968">
                  <a:extLst>
                    <a:ext uri="{9D8B030D-6E8A-4147-A177-3AD203B41FA5}">
                      <a16:colId xmlns:a16="http://schemas.microsoft.com/office/drawing/2014/main" val="2555824011"/>
                    </a:ext>
                  </a:extLst>
                </a:gridCol>
                <a:gridCol w="2855774">
                  <a:extLst>
                    <a:ext uri="{9D8B030D-6E8A-4147-A177-3AD203B41FA5}">
                      <a16:colId xmlns:a16="http://schemas.microsoft.com/office/drawing/2014/main" val="3575650190"/>
                    </a:ext>
                  </a:extLst>
                </a:gridCol>
                <a:gridCol w="2855774">
                  <a:extLst>
                    <a:ext uri="{9D8B030D-6E8A-4147-A177-3AD203B41FA5}">
                      <a16:colId xmlns:a16="http://schemas.microsoft.com/office/drawing/2014/main" val="1048863501"/>
                    </a:ext>
                  </a:extLst>
                </a:gridCol>
              </a:tblGrid>
              <a:tr h="645591">
                <a:tc>
                  <a:txBody>
                    <a:bodyPr/>
                    <a:lstStyle/>
                    <a:p>
                      <a:pPr lvl="0">
                        <a:buNone/>
                      </a:pPr>
                      <a:r>
                        <a:rPr lang="en-US" sz="1400" b="1" i="0">
                          <a:effectLst/>
                          <a:latin typeface="Arial"/>
                          <a:ea typeface="Calibri"/>
                          <a:cs typeface="Arial"/>
                        </a:rPr>
                        <a:t>Trades Conducted</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buNone/>
                      </a:pPr>
                      <a:r>
                        <a:rPr lang="en-US" sz="1400" b="1" i="0">
                          <a:effectLst/>
                          <a:latin typeface="Arial"/>
                          <a:ea typeface="Calibri"/>
                          <a:cs typeface="Arial"/>
                        </a:rPr>
                        <a:t>Trade Description</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C0E6F5"/>
                    </a:solidFill>
                  </a:tcPr>
                </a:tc>
                <a:tc>
                  <a:txBody>
                    <a:bodyPr/>
                    <a:lstStyle/>
                    <a:p>
                      <a:pPr lvl="0">
                        <a:buNone/>
                      </a:pPr>
                      <a:r>
                        <a:rPr lang="en-US" sz="1400" b="1" i="0">
                          <a:effectLst/>
                          <a:latin typeface="Arial"/>
                          <a:ea typeface="Calibri"/>
                          <a:cs typeface="Arial"/>
                        </a:rPr>
                        <a:t>Rationale</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rgbClr val="C0E6F5"/>
                    </a:solidFill>
                  </a:tcPr>
                </a:tc>
                <a:tc>
                  <a:txBody>
                    <a:bodyPr/>
                    <a:lstStyle/>
                    <a:p>
                      <a:pPr lvl="0">
                        <a:buNone/>
                      </a:pPr>
                      <a:r>
                        <a:rPr lang="en-US" sz="1400" b="1" i="0">
                          <a:effectLst/>
                          <a:latin typeface="Arial"/>
                          <a:ea typeface="Calibri"/>
                          <a:cs typeface="Arial"/>
                        </a:rPr>
                        <a:t>Results</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40000"/>
                        <a:lumOff val="60000"/>
                      </a:schemeClr>
                    </a:solidFill>
                  </a:tcPr>
                </a:tc>
                <a:extLst>
                  <a:ext uri="{0D108BD9-81ED-4DB2-BD59-A6C34878D82A}">
                    <a16:rowId xmlns:a16="http://schemas.microsoft.com/office/drawing/2014/main" val="2433659630"/>
                  </a:ext>
                </a:extLst>
              </a:tr>
              <a:tr h="645591">
                <a:tc>
                  <a:txBody>
                    <a:bodyPr/>
                    <a:lstStyle/>
                    <a:p>
                      <a:pPr>
                        <a:buNone/>
                      </a:pPr>
                      <a:r>
                        <a:rPr lang="en-US" sz="1400" b="0" i="0">
                          <a:effectLst/>
                          <a:latin typeface="Arial"/>
                          <a:ea typeface="Calibri"/>
                          <a:cs typeface="Arial"/>
                        </a:rPr>
                        <a:t>Waypoint Guidance Methods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buNone/>
                      </a:pPr>
                      <a:r>
                        <a:rPr lang="en-US" sz="1400" b="0" i="0">
                          <a:effectLst/>
                          <a:latin typeface="Arial"/>
                          <a:ea typeface="Calibri"/>
                          <a:cs typeface="Arial"/>
                        </a:rPr>
                        <a:t>Study of various waypoint guidance methods and expected error responses to disturbances</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a:ea typeface="Calibri"/>
                          <a:cs typeface="Arial"/>
                        </a:rPr>
                        <a:t>Determine the guidance method that will most efficiently get the vehicle to the search zone with minimal error in measurement readings</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a:ea typeface="Calibri"/>
                          <a:cs typeface="Arial"/>
                        </a:rPr>
                        <a:t>Spline</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40000"/>
                        <a:lumOff val="60000"/>
                      </a:schemeClr>
                    </a:solidFill>
                  </a:tcPr>
                </a:tc>
                <a:extLst>
                  <a:ext uri="{0D108BD9-81ED-4DB2-BD59-A6C34878D82A}">
                    <a16:rowId xmlns:a16="http://schemas.microsoft.com/office/drawing/2014/main" val="3884621858"/>
                  </a:ext>
                </a:extLst>
              </a:tr>
              <a:tr h="645591">
                <a:tc>
                  <a:txBody>
                    <a:bodyPr/>
                    <a:lstStyle/>
                    <a:p>
                      <a:pPr lvl="0">
                        <a:buNone/>
                      </a:pPr>
                      <a:r>
                        <a:rPr lang="en-US" sz="1400" b="0" i="0">
                          <a:effectLst/>
                          <a:latin typeface="Arial"/>
                          <a:ea typeface="Calibri"/>
                          <a:cs typeface="Arial"/>
                        </a:rPr>
                        <a:t>Sensor Suite and Real-Time Processing</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buNone/>
                      </a:pPr>
                      <a:r>
                        <a:rPr lang="en-US" sz="1400" b="0" i="0">
                          <a:effectLst/>
                          <a:latin typeface="Arial"/>
                          <a:ea typeface="Calibri"/>
                          <a:cs typeface="Arial"/>
                        </a:rPr>
                        <a:t>Assessing different sensors and combined effects of power consumption, accuracy, and reliability</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a:ea typeface="Calibri"/>
                          <a:cs typeface="Arial"/>
                        </a:rPr>
                        <a:t>Determine the sensor-suite that will most efficiently and reliable provide accurate positioning data to meet mission requirements</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a:ea typeface="Calibri"/>
                          <a:cs typeface="Arial"/>
                        </a:rPr>
                        <a:t>GPS/RTK</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40000"/>
                        <a:lumOff val="60000"/>
                      </a:schemeClr>
                    </a:solidFill>
                  </a:tcPr>
                </a:tc>
                <a:extLst>
                  <a:ext uri="{0D108BD9-81ED-4DB2-BD59-A6C34878D82A}">
                    <a16:rowId xmlns:a16="http://schemas.microsoft.com/office/drawing/2014/main" val="3271658159"/>
                  </a:ext>
                </a:extLst>
              </a:tr>
              <a:tr h="645591">
                <a:tc>
                  <a:txBody>
                    <a:bodyPr/>
                    <a:lstStyle/>
                    <a:p>
                      <a:pPr lvl="0">
                        <a:buNone/>
                      </a:pPr>
                      <a:r>
                        <a:rPr lang="en-US" sz="1400" b="0" i="0">
                          <a:effectLst/>
                          <a:latin typeface="Arial"/>
                          <a:ea typeface="Calibri"/>
                          <a:cs typeface="Arial"/>
                        </a:rPr>
                        <a:t>AOI Search patterns</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buNone/>
                      </a:pPr>
                      <a:r>
                        <a:rPr lang="en-US" sz="1400" b="0" i="0">
                          <a:effectLst/>
                          <a:latin typeface="Arial"/>
                          <a:ea typeface="Calibri"/>
                          <a:cs typeface="Arial"/>
                        </a:rPr>
                        <a:t>Evaluating different search patterns and their effectiveness, search accuracy, and speed</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a:ea typeface="Calibri"/>
                          <a:cs typeface="Arial"/>
                        </a:rPr>
                        <a:t>Determine the fastest, most efficient method to search the AOI to save time and power</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a:ea typeface="Calibri"/>
                          <a:cs typeface="Arial"/>
                        </a:rPr>
                        <a:t>Serpentine</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40000"/>
                        <a:lumOff val="60000"/>
                      </a:schemeClr>
                    </a:solidFill>
                  </a:tcPr>
                </a:tc>
                <a:extLst>
                  <a:ext uri="{0D108BD9-81ED-4DB2-BD59-A6C34878D82A}">
                    <a16:rowId xmlns:a16="http://schemas.microsoft.com/office/drawing/2014/main" val="3675334779"/>
                  </a:ext>
                </a:extLst>
              </a:tr>
              <a:tr h="645591">
                <a:tc>
                  <a:txBody>
                    <a:bodyPr/>
                    <a:lstStyle/>
                    <a:p>
                      <a:pPr lvl="0">
                        <a:buNone/>
                      </a:pPr>
                      <a:r>
                        <a:rPr lang="en-US" sz="1400" b="0" i="0">
                          <a:effectLst/>
                          <a:latin typeface="Arial"/>
                          <a:ea typeface="Calibri"/>
                          <a:cs typeface="Arial"/>
                        </a:rPr>
                        <a:t>Software Architecture</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buNone/>
                      </a:pPr>
                      <a:r>
                        <a:rPr lang="en-US" sz="1400" b="0" i="0">
                          <a:effectLst/>
                          <a:latin typeface="Arial"/>
                          <a:ea typeface="Calibri"/>
                          <a:cs typeface="Arial"/>
                        </a:rPr>
                        <a:t>Looking at different software architectures to build the autonomy algorithms</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C0E6F5"/>
                    </a:solidFill>
                  </a:tcPr>
                </a:tc>
                <a:tc>
                  <a:txBody>
                    <a:bodyPr/>
                    <a:lstStyle/>
                    <a:p>
                      <a:pPr lvl="0">
                        <a:buNone/>
                      </a:pPr>
                      <a:r>
                        <a:rPr lang="en-US" sz="1400" b="0" i="0">
                          <a:effectLst/>
                          <a:latin typeface="Arial"/>
                          <a:ea typeface="Calibri"/>
                          <a:cs typeface="Arial"/>
                        </a:rPr>
                        <a:t>Determine the software that is most easily usable and integrable, efficient, computationally simple, and reliable</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rgbClr val="C0E6F5"/>
                    </a:solidFill>
                  </a:tcPr>
                </a:tc>
                <a:tc>
                  <a:txBody>
                    <a:bodyPr/>
                    <a:lstStyle/>
                    <a:p>
                      <a:pPr lvl="0">
                        <a:buNone/>
                      </a:pPr>
                      <a:r>
                        <a:rPr lang="en-US" sz="1400" b="0" i="0">
                          <a:effectLst/>
                          <a:latin typeface="Arial"/>
                          <a:ea typeface="Calibri"/>
                          <a:cs typeface="Arial"/>
                        </a:rPr>
                        <a:t>Tie between: </a:t>
                      </a:r>
                    </a:p>
                    <a:p>
                      <a:pPr lvl="0">
                        <a:buNone/>
                      </a:pPr>
                      <a:r>
                        <a:rPr lang="en-US" sz="1400" b="0" i="0">
                          <a:effectLst/>
                          <a:latin typeface="Arial"/>
                          <a:ea typeface="Calibri"/>
                          <a:cs typeface="Arial"/>
                        </a:rPr>
                        <a:t>1) </a:t>
                      </a:r>
                      <a:r>
                        <a:rPr lang="en-US" sz="1400" b="0" i="0" u="none" strike="noStrike" noProof="0">
                          <a:solidFill>
                            <a:srgbClr val="242424"/>
                          </a:solidFill>
                          <a:effectLst/>
                          <a:latin typeface="Arial"/>
                          <a:ea typeface="Calibri"/>
                          <a:cs typeface="Arial"/>
                        </a:rPr>
                        <a:t>Simulink x C++/ROS Code Gen</a:t>
                      </a:r>
                    </a:p>
                    <a:p>
                      <a:pPr lvl="0">
                        <a:buNone/>
                      </a:pPr>
                      <a:r>
                        <a:rPr lang="en-US" sz="1400" b="0" i="0" u="none" strike="noStrike" noProof="0">
                          <a:solidFill>
                            <a:srgbClr val="242424"/>
                          </a:solidFill>
                          <a:effectLst/>
                          <a:latin typeface="Arial"/>
                          <a:ea typeface="Calibri"/>
                          <a:cs typeface="Arial"/>
                        </a:rPr>
                        <a:t>2) Embedded C++</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40000"/>
                        <a:lumOff val="60000"/>
                      </a:schemeClr>
                    </a:solidFill>
                  </a:tcPr>
                </a:tc>
                <a:extLst>
                  <a:ext uri="{0D108BD9-81ED-4DB2-BD59-A6C34878D82A}">
                    <a16:rowId xmlns:a16="http://schemas.microsoft.com/office/drawing/2014/main" val="767253958"/>
                  </a:ext>
                </a:extLst>
              </a:tr>
            </a:tbl>
          </a:graphicData>
        </a:graphic>
      </p:graphicFrame>
      <p:sp>
        <p:nvSpPr>
          <p:cNvPr id="7" name="TextBox 6">
            <a:extLst>
              <a:ext uri="{FF2B5EF4-FFF2-40B4-BE49-F238E27FC236}">
                <a16:creationId xmlns:a16="http://schemas.microsoft.com/office/drawing/2014/main" id="{174CF4F6-D204-BCBC-DBF0-C2E4E55B2B37}"/>
              </a:ext>
            </a:extLst>
          </p:cNvPr>
          <p:cNvSpPr txBox="1"/>
          <p:nvPr/>
        </p:nvSpPr>
        <p:spPr>
          <a:xfrm>
            <a:off x="725727" y="5778159"/>
            <a:ext cx="1073347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t>Trade Study Purpose:</a:t>
            </a:r>
            <a:r>
              <a:rPr lang="en-US" sz="2400"/>
              <a:t> Reduce design uncertainty by selecting GN approaches that best support mission performance, accuracy, reliability, and integration.</a:t>
            </a:r>
          </a:p>
        </p:txBody>
      </p:sp>
      <p:sp>
        <p:nvSpPr>
          <p:cNvPr id="10" name="Slide Number Placeholder 23">
            <a:extLst>
              <a:ext uri="{FF2B5EF4-FFF2-40B4-BE49-F238E27FC236}">
                <a16:creationId xmlns:a16="http://schemas.microsoft.com/office/drawing/2014/main" id="{75C2DE74-4ECE-CFB6-BFDD-853EC2971C9C}"/>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t>72</a:t>
            </a:fld>
            <a:endParaRPr lang="en-US"/>
          </a:p>
        </p:txBody>
      </p:sp>
      <p:grpSp>
        <p:nvGrpSpPr>
          <p:cNvPr id="11" name="Trade Studies Bar - 4 GNC">
            <a:extLst>
              <a:ext uri="{FF2B5EF4-FFF2-40B4-BE49-F238E27FC236}">
                <a16:creationId xmlns:a16="http://schemas.microsoft.com/office/drawing/2014/main" id="{436A493D-D3E9-3D55-1606-64F7236543A4}"/>
              </a:ext>
            </a:extLst>
          </p:cNvPr>
          <p:cNvGrpSpPr/>
          <p:nvPr/>
        </p:nvGrpSpPr>
        <p:grpSpPr>
          <a:xfrm>
            <a:off x="814349" y="6570020"/>
            <a:ext cx="10563301" cy="276999"/>
            <a:chOff x="790698" y="5902391"/>
            <a:chExt cx="10563301" cy="276999"/>
          </a:xfrm>
        </p:grpSpPr>
        <p:sp>
          <p:nvSpPr>
            <p:cNvPr id="12" name="Segment 0 - Trade Studies">
              <a:extLst>
                <a:ext uri="{FF2B5EF4-FFF2-40B4-BE49-F238E27FC236}">
                  <a16:creationId xmlns:a16="http://schemas.microsoft.com/office/drawing/2014/main" id="{84172E24-810E-EF71-F172-DCB6B0E424C3}"/>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3" name="Segment 1 - Propulsion">
              <a:extLst>
                <a:ext uri="{FF2B5EF4-FFF2-40B4-BE49-F238E27FC236}">
                  <a16:creationId xmlns:a16="http://schemas.microsoft.com/office/drawing/2014/main" id="{A0687142-E504-2D98-C778-E6C34B90EB79}"/>
                </a:ext>
              </a:extLst>
            </p:cNvPr>
            <p:cNvSpPr/>
            <p:nvPr/>
          </p:nvSpPr>
          <p:spPr>
            <a:xfrm>
              <a:off x="268951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Propulsion</a:t>
              </a:r>
            </a:p>
          </p:txBody>
        </p:sp>
        <p:sp>
          <p:nvSpPr>
            <p:cNvPr id="14" name="Segment 2 - Power Systems">
              <a:extLst>
                <a:ext uri="{FF2B5EF4-FFF2-40B4-BE49-F238E27FC236}">
                  <a16:creationId xmlns:a16="http://schemas.microsoft.com/office/drawing/2014/main" id="{7C0E1B6F-8A41-B464-430C-82B8C3CA4F29}"/>
                </a:ext>
              </a:extLst>
            </p:cNvPr>
            <p:cNvSpPr/>
            <p:nvPr/>
          </p:nvSpPr>
          <p:spPr>
            <a:xfrm>
              <a:off x="441013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Power Systems</a:t>
              </a:r>
            </a:p>
          </p:txBody>
        </p:sp>
        <p:sp>
          <p:nvSpPr>
            <p:cNvPr id="15" name="Segment 3 - Airframe">
              <a:extLst>
                <a:ext uri="{FF2B5EF4-FFF2-40B4-BE49-F238E27FC236}">
                  <a16:creationId xmlns:a16="http://schemas.microsoft.com/office/drawing/2014/main" id="{3BC375E0-7687-418B-EC4A-7B5EB74CFFA5}"/>
                </a:ext>
              </a:extLst>
            </p:cNvPr>
            <p:cNvSpPr/>
            <p:nvPr/>
          </p:nvSpPr>
          <p:spPr>
            <a:xfrm>
              <a:off x="613074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Airframe</a:t>
              </a:r>
              <a:r>
                <a:rPr lang="en-US" sz="1050" b="0">
                  <a:solidFill>
                    <a:srgbClr val="FFFFFF"/>
                  </a:solidFill>
                  <a:latin typeface="Calibri"/>
                </a:rPr>
                <a:t> &amp; Aerodynamics</a:t>
              </a:r>
              <a:endParaRPr sz="1050" b="0">
                <a:solidFill>
                  <a:srgbClr val="FFFFFF"/>
                </a:solidFill>
                <a:latin typeface="Calibri"/>
              </a:endParaRPr>
            </a:p>
          </p:txBody>
        </p:sp>
        <p:sp>
          <p:nvSpPr>
            <p:cNvPr id="16" name="Segment 4 - GNC">
              <a:extLst>
                <a:ext uri="{FF2B5EF4-FFF2-40B4-BE49-F238E27FC236}">
                  <a16:creationId xmlns:a16="http://schemas.microsoft.com/office/drawing/2014/main" id="{9DA5AA91-7AF2-9C1C-C505-986990977623}"/>
                </a:ext>
              </a:extLst>
            </p:cNvPr>
            <p:cNvSpPr/>
            <p:nvPr/>
          </p:nvSpPr>
          <p:spPr>
            <a:xfrm>
              <a:off x="7851360"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GNC</a:t>
              </a:r>
            </a:p>
          </p:txBody>
        </p:sp>
        <p:sp>
          <p:nvSpPr>
            <p:cNvPr id="17" name="Segment 5 - Avionics">
              <a:extLst>
                <a:ext uri="{FF2B5EF4-FFF2-40B4-BE49-F238E27FC236}">
                  <a16:creationId xmlns:a16="http://schemas.microsoft.com/office/drawing/2014/main" id="{AAAE80BC-0B3D-5FF7-86A0-7675E98B1834}"/>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Tree>
    <p:extLst>
      <p:ext uri="{BB962C8B-B14F-4D97-AF65-F5344CB8AC3E}">
        <p14:creationId xmlns:p14="http://schemas.microsoft.com/office/powerpoint/2010/main" val="334343388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73A95-5FC6-AB34-41D0-5E27B0A3C4A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B3ECF82-CF98-55A6-16D1-B537F372C04B}"/>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78A00ADB-EF22-DDAE-F43E-B2D60E490B56}"/>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C0ACE928-9B92-AE99-BF4D-5423C19E055D}"/>
              </a:ext>
            </a:extLst>
          </p:cNvPr>
          <p:cNvSpPr txBox="1"/>
          <p:nvPr/>
        </p:nvSpPr>
        <p:spPr>
          <a:xfrm>
            <a:off x="1281748" y="353648"/>
            <a:ext cx="7680960" cy="658368"/>
          </a:xfrm>
          <a:prstGeom prst="rect">
            <a:avLst/>
          </a:prstGeom>
          <a:noFill/>
          <a:ln/>
        </p:spPr>
        <p:txBody>
          <a:bodyPr wrap="square" lIns="0" tIns="0" rIns="0" bIns="0" rtlCol="0" anchor="ctr"/>
          <a:lstStyle/>
          <a:p>
            <a:r>
              <a:rPr lang="en-US" sz="2800" b="1" kern="0" spc="100">
                <a:solidFill>
                  <a:srgbClr val="2B2A28"/>
                </a:solidFill>
                <a:latin typeface="Arial"/>
                <a:cs typeface="Arial"/>
              </a:rPr>
              <a:t>Relevant Requirements for Waypoint Guidance </a:t>
            </a:r>
          </a:p>
        </p:txBody>
      </p:sp>
      <p:sp>
        <p:nvSpPr>
          <p:cNvPr id="5" name="Shape 2">
            <a:extLst>
              <a:ext uri="{FF2B5EF4-FFF2-40B4-BE49-F238E27FC236}">
                <a16:creationId xmlns:a16="http://schemas.microsoft.com/office/drawing/2014/main" id="{FE663850-6297-9B89-370D-AAC620E5AA0D}"/>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C8B01871-F55C-DC71-9220-68815F293EB4}"/>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graphicFrame>
        <p:nvGraphicFramePr>
          <p:cNvPr id="9" name="Table 8">
            <a:extLst>
              <a:ext uri="{FF2B5EF4-FFF2-40B4-BE49-F238E27FC236}">
                <a16:creationId xmlns:a16="http://schemas.microsoft.com/office/drawing/2014/main" id="{B3C17548-D674-A613-6A6D-4ACC1A9F24BF}"/>
              </a:ext>
            </a:extLst>
          </p:cNvPr>
          <p:cNvGraphicFramePr>
            <a:graphicFrameLocks noGrp="1"/>
          </p:cNvGraphicFramePr>
          <p:nvPr>
            <p:extLst>
              <p:ext uri="{D42A27DB-BD31-4B8C-83A1-F6EECF244321}">
                <p14:modId xmlns:p14="http://schemas.microsoft.com/office/powerpoint/2010/main" val="2788844348"/>
              </p:ext>
            </p:extLst>
          </p:nvPr>
        </p:nvGraphicFramePr>
        <p:xfrm>
          <a:off x="481419" y="1684521"/>
          <a:ext cx="11237392" cy="3571671"/>
        </p:xfrm>
        <a:graphic>
          <a:graphicData uri="http://schemas.openxmlformats.org/drawingml/2006/table">
            <a:tbl>
              <a:tblPr bandRow="1">
                <a:tableStyleId>{5C22544A-7EE6-4342-B048-85BDC9FD1C3A}</a:tableStyleId>
              </a:tblPr>
              <a:tblGrid>
                <a:gridCol w="3280572">
                  <a:extLst>
                    <a:ext uri="{9D8B030D-6E8A-4147-A177-3AD203B41FA5}">
                      <a16:colId xmlns:a16="http://schemas.microsoft.com/office/drawing/2014/main" val="4226704145"/>
                    </a:ext>
                  </a:extLst>
                </a:gridCol>
                <a:gridCol w="4128030">
                  <a:extLst>
                    <a:ext uri="{9D8B030D-6E8A-4147-A177-3AD203B41FA5}">
                      <a16:colId xmlns:a16="http://schemas.microsoft.com/office/drawing/2014/main" val="2555824011"/>
                    </a:ext>
                  </a:extLst>
                </a:gridCol>
                <a:gridCol w="3828790">
                  <a:extLst>
                    <a:ext uri="{9D8B030D-6E8A-4147-A177-3AD203B41FA5}">
                      <a16:colId xmlns:a16="http://schemas.microsoft.com/office/drawing/2014/main" val="3575650190"/>
                    </a:ext>
                  </a:extLst>
                </a:gridCol>
              </a:tblGrid>
              <a:tr h="645591">
                <a:tc>
                  <a:txBody>
                    <a:bodyPr/>
                    <a:lstStyle/>
                    <a:p>
                      <a:pPr lvl="0">
                        <a:buNone/>
                      </a:pPr>
                      <a:r>
                        <a:rPr lang="en-US" sz="1400" b="1" i="0">
                          <a:effectLst/>
                          <a:latin typeface="Arial"/>
                          <a:ea typeface="Calibri"/>
                          <a:cs typeface="Arial"/>
                        </a:rPr>
                        <a:t>Requirement #</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buNone/>
                      </a:pPr>
                      <a:r>
                        <a:rPr lang="en-US" sz="1400" b="1" i="0">
                          <a:effectLst/>
                          <a:latin typeface="Arial"/>
                          <a:ea typeface="Calibri"/>
                          <a:cs typeface="Arial"/>
                        </a:rPr>
                        <a:t>Requirement</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C0E6F5"/>
                    </a:solidFill>
                  </a:tcPr>
                </a:tc>
                <a:tc>
                  <a:txBody>
                    <a:bodyPr/>
                    <a:lstStyle/>
                    <a:p>
                      <a:pPr lvl="0">
                        <a:buNone/>
                      </a:pPr>
                      <a:r>
                        <a:rPr lang="en-US" sz="1400" b="1" i="0">
                          <a:effectLst/>
                          <a:latin typeface="Arial"/>
                          <a:ea typeface="Calibri"/>
                          <a:cs typeface="Arial"/>
                        </a:rPr>
                        <a:t>Rationale for Relevance</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C0E6F5"/>
                    </a:solidFill>
                  </a:tcPr>
                </a:tc>
                <a:extLst>
                  <a:ext uri="{0D108BD9-81ED-4DB2-BD59-A6C34878D82A}">
                    <a16:rowId xmlns:a16="http://schemas.microsoft.com/office/drawing/2014/main" val="2433659630"/>
                  </a:ext>
                </a:extLst>
              </a:tr>
              <a:tr h="645591">
                <a:tc>
                  <a:txBody>
                    <a:bodyPr/>
                    <a:lstStyle/>
                    <a:p>
                      <a:pPr>
                        <a:buNone/>
                      </a:pPr>
                      <a:r>
                        <a:rPr lang="en-US" sz="1400" b="0" i="0">
                          <a:effectLst/>
                          <a:latin typeface="Arial"/>
                          <a:ea typeface="Calibri"/>
                          <a:cs typeface="Arial"/>
                        </a:rPr>
                        <a:t>UAS-GNCC-12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buNone/>
                      </a:pPr>
                      <a:r>
                        <a:rPr lang="en-US" sz="1400" b="0" i="0">
                          <a:effectLst/>
                          <a:latin typeface="Arial"/>
                          <a:ea typeface="Calibri"/>
                          <a:cs typeface="Arial"/>
                        </a:rPr>
                        <a:t>The UAS shall compute and execute geometric flight paths</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solidFill>
                            <a:schemeClr val="tx1"/>
                          </a:solidFill>
                          <a:effectLst/>
                          <a:latin typeface="Arial"/>
                          <a:ea typeface="Calibri"/>
                          <a:cs typeface="Arial"/>
                        </a:rPr>
                        <a:t>The waypoint method directly determines the geometric flight path used to navigate between mission waypoints and phases.</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extLst>
                  <a:ext uri="{0D108BD9-81ED-4DB2-BD59-A6C34878D82A}">
                    <a16:rowId xmlns:a16="http://schemas.microsoft.com/office/drawing/2014/main" val="3884621858"/>
                  </a:ext>
                </a:extLst>
              </a:tr>
              <a:tr h="645591">
                <a:tc>
                  <a:txBody>
                    <a:bodyPr/>
                    <a:lstStyle/>
                    <a:p>
                      <a:pPr lvl="0">
                        <a:buNone/>
                      </a:pPr>
                      <a:r>
                        <a:rPr lang="en-US" sz="1400" b="0" i="0">
                          <a:effectLst/>
                          <a:latin typeface="Arial"/>
                          <a:ea typeface="Calibri"/>
                          <a:cs typeface="Arial"/>
                        </a:rPr>
                        <a:t>UAS-GNCC-14</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buNone/>
                      </a:pPr>
                      <a:r>
                        <a:rPr lang="en-US" sz="1400" b="0" i="0" u="none" strike="noStrike" noProof="0">
                          <a:effectLst/>
                          <a:latin typeface="Arial"/>
                          <a:cs typeface="Arial"/>
                        </a:rPr>
                        <a:t>The UAS shall compute and execute a search procedure to locate an </a:t>
                      </a:r>
                      <a:r>
                        <a:rPr lang="en-US" sz="1400" b="0" i="0" u="none" strike="noStrike" noProof="0" err="1">
                          <a:effectLst/>
                          <a:latin typeface="Arial"/>
                          <a:cs typeface="Arial"/>
                        </a:rPr>
                        <a:t>ArUco</a:t>
                      </a:r>
                      <a:r>
                        <a:rPr lang="en-US" sz="1400" b="0" i="0" u="none" strike="noStrike" noProof="0">
                          <a:effectLst/>
                          <a:latin typeface="Arial"/>
                          <a:cs typeface="Arial"/>
                        </a:rPr>
                        <a:t> marker at a location within an area of interest</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a:ea typeface="Calibri"/>
                          <a:cs typeface="Arial"/>
                        </a:rPr>
                        <a:t>The selected waypoint method must support execution of the planned search pattern within the area of interest.</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extLst>
                  <a:ext uri="{0D108BD9-81ED-4DB2-BD59-A6C34878D82A}">
                    <a16:rowId xmlns:a16="http://schemas.microsoft.com/office/drawing/2014/main" val="1355369355"/>
                  </a:ext>
                </a:extLst>
              </a:tr>
              <a:tr h="645591">
                <a:tc>
                  <a:txBody>
                    <a:bodyPr/>
                    <a:lstStyle/>
                    <a:p>
                      <a:pPr lvl="0">
                        <a:buNone/>
                      </a:pPr>
                      <a:r>
                        <a:rPr lang="en-US" sz="1400" b="0" i="0">
                          <a:effectLst/>
                          <a:latin typeface="Arial"/>
                          <a:ea typeface="Calibri"/>
                          <a:cs typeface="Arial"/>
                        </a:rPr>
                        <a:t>UAS-GNCC-12.4</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buNone/>
                      </a:pPr>
                      <a:r>
                        <a:rPr lang="en-US" sz="1400" b="0" i="0">
                          <a:effectLst/>
                          <a:latin typeface="Arial"/>
                          <a:ea typeface="Calibri"/>
                          <a:cs typeface="Arial"/>
                        </a:rPr>
                        <a:t>All flight paths shall be computed within TBD s</a:t>
                      </a:r>
                      <a:endParaRPr lang="en-US"/>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a:ea typeface="Calibri"/>
                          <a:cs typeface="Arial"/>
                        </a:rPr>
                        <a:t>The computational complexity of the waypoint method affects how quickly a flight path can be generated and updated.</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extLst>
                  <a:ext uri="{0D108BD9-81ED-4DB2-BD59-A6C34878D82A}">
                    <a16:rowId xmlns:a16="http://schemas.microsoft.com/office/drawing/2014/main" val="2224957842"/>
                  </a:ext>
                </a:extLst>
              </a:tr>
              <a:tr h="645591">
                <a:tc>
                  <a:txBody>
                    <a:bodyPr/>
                    <a:lstStyle/>
                    <a:p>
                      <a:pPr lvl="0">
                        <a:buNone/>
                      </a:pPr>
                      <a:r>
                        <a:rPr lang="en-US" sz="1400" b="0" i="0">
                          <a:effectLst/>
                          <a:latin typeface="Arial"/>
                          <a:ea typeface="Calibri"/>
                          <a:cs typeface="Arial"/>
                        </a:rPr>
                        <a:t>UAS-GNCC-10</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buNone/>
                      </a:pPr>
                      <a:r>
                        <a:rPr lang="en-US" sz="1400" b="0" i="0">
                          <a:effectLst/>
                          <a:latin typeface="Arial"/>
                          <a:ea typeface="Calibri"/>
                          <a:cs typeface="Arial"/>
                        </a:rPr>
                        <a:t>All flight paths shall be executed with an accuracy of +/- TBD cm in 3 degrees of freedom</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C0E6F5"/>
                    </a:solidFill>
                  </a:tcPr>
                </a:tc>
                <a:tc>
                  <a:txBody>
                    <a:bodyPr/>
                    <a:lstStyle/>
                    <a:p>
                      <a:pPr lvl="0">
                        <a:buNone/>
                      </a:pPr>
                      <a:r>
                        <a:rPr lang="en-US" sz="1400" b="0" i="0">
                          <a:effectLst/>
                          <a:latin typeface="Arial"/>
                          <a:ea typeface="Calibri"/>
                          <a:cs typeface="Arial"/>
                        </a:rPr>
                        <a:t>Path-tracking accuracy is a primary trade metric, evaluated using RMS and maximum position error under sensor noise.</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C0E6F5"/>
                    </a:solidFill>
                  </a:tcPr>
                </a:tc>
                <a:extLst>
                  <a:ext uri="{0D108BD9-81ED-4DB2-BD59-A6C34878D82A}">
                    <a16:rowId xmlns:a16="http://schemas.microsoft.com/office/drawing/2014/main" val="452152920"/>
                  </a:ext>
                </a:extLst>
              </a:tr>
            </a:tbl>
          </a:graphicData>
        </a:graphic>
      </p:graphicFrame>
      <p:sp>
        <p:nvSpPr>
          <p:cNvPr id="10" name="TextBox 9">
            <a:extLst>
              <a:ext uri="{FF2B5EF4-FFF2-40B4-BE49-F238E27FC236}">
                <a16:creationId xmlns:a16="http://schemas.microsoft.com/office/drawing/2014/main" id="{8C5FC19B-A32E-6E59-E334-8AF5C8618B90}"/>
              </a:ext>
            </a:extLst>
          </p:cNvPr>
          <p:cNvSpPr txBox="1"/>
          <p:nvPr/>
        </p:nvSpPr>
        <p:spPr>
          <a:xfrm>
            <a:off x="547905" y="5565383"/>
            <a:ext cx="1109938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t>Key Requirement Impact:</a:t>
            </a:r>
            <a:r>
              <a:rPr lang="en-US" sz="2400"/>
              <a:t> Waypoint selection must prioritize accurate and repeatable path execution under realistic navigation/sensor error.</a:t>
            </a:r>
          </a:p>
        </p:txBody>
      </p:sp>
      <p:sp>
        <p:nvSpPr>
          <p:cNvPr id="8" name="Slide Number Placeholder 23">
            <a:extLst>
              <a:ext uri="{FF2B5EF4-FFF2-40B4-BE49-F238E27FC236}">
                <a16:creationId xmlns:a16="http://schemas.microsoft.com/office/drawing/2014/main" id="{FE022CE2-1A1D-5461-885F-AC8EFF63F99A}"/>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t>73</a:t>
            </a:fld>
            <a:endParaRPr lang="en-US"/>
          </a:p>
        </p:txBody>
      </p:sp>
      <p:grpSp>
        <p:nvGrpSpPr>
          <p:cNvPr id="11" name="Trade Studies Bar - 4 GNC">
            <a:extLst>
              <a:ext uri="{FF2B5EF4-FFF2-40B4-BE49-F238E27FC236}">
                <a16:creationId xmlns:a16="http://schemas.microsoft.com/office/drawing/2014/main" id="{7F6E869D-6658-9F26-F4AC-E1CB07966D8A}"/>
              </a:ext>
            </a:extLst>
          </p:cNvPr>
          <p:cNvGrpSpPr/>
          <p:nvPr/>
        </p:nvGrpSpPr>
        <p:grpSpPr>
          <a:xfrm>
            <a:off x="814349" y="6570020"/>
            <a:ext cx="10563301" cy="276999"/>
            <a:chOff x="790698" y="5902391"/>
            <a:chExt cx="10563301" cy="276999"/>
          </a:xfrm>
        </p:grpSpPr>
        <p:sp>
          <p:nvSpPr>
            <p:cNvPr id="12" name="Segment 0 - Trade Studies">
              <a:extLst>
                <a:ext uri="{FF2B5EF4-FFF2-40B4-BE49-F238E27FC236}">
                  <a16:creationId xmlns:a16="http://schemas.microsoft.com/office/drawing/2014/main" id="{21DDAC6A-828B-8DF1-F9EB-2DC138035404}"/>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3" name="Segment 1 - Propulsion">
              <a:extLst>
                <a:ext uri="{FF2B5EF4-FFF2-40B4-BE49-F238E27FC236}">
                  <a16:creationId xmlns:a16="http://schemas.microsoft.com/office/drawing/2014/main" id="{6F42EF76-73EA-3B2B-5125-CF86E05CDABC}"/>
                </a:ext>
              </a:extLst>
            </p:cNvPr>
            <p:cNvSpPr/>
            <p:nvPr/>
          </p:nvSpPr>
          <p:spPr>
            <a:xfrm>
              <a:off x="268951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Propulsion</a:t>
              </a:r>
            </a:p>
          </p:txBody>
        </p:sp>
        <p:sp>
          <p:nvSpPr>
            <p:cNvPr id="14" name="Segment 2 - Power Systems">
              <a:extLst>
                <a:ext uri="{FF2B5EF4-FFF2-40B4-BE49-F238E27FC236}">
                  <a16:creationId xmlns:a16="http://schemas.microsoft.com/office/drawing/2014/main" id="{51559B37-5933-3BCD-3A8C-4E0EC35C5F1D}"/>
                </a:ext>
              </a:extLst>
            </p:cNvPr>
            <p:cNvSpPr/>
            <p:nvPr/>
          </p:nvSpPr>
          <p:spPr>
            <a:xfrm>
              <a:off x="441013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Power Systems</a:t>
              </a:r>
            </a:p>
          </p:txBody>
        </p:sp>
        <p:sp>
          <p:nvSpPr>
            <p:cNvPr id="15" name="Segment 3 - Airframe">
              <a:extLst>
                <a:ext uri="{FF2B5EF4-FFF2-40B4-BE49-F238E27FC236}">
                  <a16:creationId xmlns:a16="http://schemas.microsoft.com/office/drawing/2014/main" id="{25C3EC9F-1B1A-946E-91AD-285176D68190}"/>
                </a:ext>
              </a:extLst>
            </p:cNvPr>
            <p:cNvSpPr/>
            <p:nvPr/>
          </p:nvSpPr>
          <p:spPr>
            <a:xfrm>
              <a:off x="613074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Airframe</a:t>
              </a:r>
              <a:r>
                <a:rPr lang="en-US" sz="1050" b="0">
                  <a:solidFill>
                    <a:srgbClr val="FFFFFF"/>
                  </a:solidFill>
                  <a:latin typeface="Calibri"/>
                </a:rPr>
                <a:t> &amp; Aerodynamics</a:t>
              </a:r>
              <a:endParaRPr sz="1050" b="0">
                <a:solidFill>
                  <a:srgbClr val="FFFFFF"/>
                </a:solidFill>
                <a:latin typeface="Calibri"/>
              </a:endParaRPr>
            </a:p>
          </p:txBody>
        </p:sp>
        <p:sp>
          <p:nvSpPr>
            <p:cNvPr id="16" name="Segment 4 - GNC">
              <a:extLst>
                <a:ext uri="{FF2B5EF4-FFF2-40B4-BE49-F238E27FC236}">
                  <a16:creationId xmlns:a16="http://schemas.microsoft.com/office/drawing/2014/main" id="{8C226570-86FF-4809-AA56-66283C6FB3E5}"/>
                </a:ext>
              </a:extLst>
            </p:cNvPr>
            <p:cNvSpPr/>
            <p:nvPr/>
          </p:nvSpPr>
          <p:spPr>
            <a:xfrm>
              <a:off x="7851360"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GNC</a:t>
              </a:r>
            </a:p>
          </p:txBody>
        </p:sp>
        <p:sp>
          <p:nvSpPr>
            <p:cNvPr id="17" name="Segment 5 - Avionics">
              <a:extLst>
                <a:ext uri="{FF2B5EF4-FFF2-40B4-BE49-F238E27FC236}">
                  <a16:creationId xmlns:a16="http://schemas.microsoft.com/office/drawing/2014/main" id="{5E64D52F-A362-FCAB-A99F-B53A9C55F491}"/>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Tree>
    <p:extLst>
      <p:ext uri="{BB962C8B-B14F-4D97-AF65-F5344CB8AC3E}">
        <p14:creationId xmlns:p14="http://schemas.microsoft.com/office/powerpoint/2010/main" val="406240469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DCBC1-51E0-3E80-A193-102C2C6E6ED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3C62415-A5FC-6495-3FAE-6AF90A7A1C62}"/>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AFFF7F26-9264-6EFF-4FE8-5997FB3C02DA}"/>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7E67E815-CD40-C716-7AC4-546F9404007A}"/>
              </a:ext>
            </a:extLst>
          </p:cNvPr>
          <p:cNvSpPr txBox="1"/>
          <p:nvPr/>
        </p:nvSpPr>
        <p:spPr>
          <a:xfrm>
            <a:off x="1281749" y="368854"/>
            <a:ext cx="9094965" cy="627956"/>
          </a:xfrm>
          <a:prstGeom prst="rect">
            <a:avLst/>
          </a:prstGeom>
          <a:noFill/>
          <a:ln/>
        </p:spPr>
        <p:txBody>
          <a:bodyPr wrap="square" lIns="0" tIns="0" rIns="0" bIns="0" rtlCol="0" anchor="ctr"/>
          <a:lstStyle/>
          <a:p>
            <a:r>
              <a:rPr lang="en-US" sz="2800" b="1" kern="0" spc="100">
                <a:solidFill>
                  <a:srgbClr val="2B2A28"/>
                </a:solidFill>
                <a:latin typeface="Arial"/>
                <a:cs typeface="Arial"/>
              </a:rPr>
              <a:t>Waypoint Guidance Modeling and Analysis</a:t>
            </a:r>
          </a:p>
        </p:txBody>
      </p:sp>
      <p:sp>
        <p:nvSpPr>
          <p:cNvPr id="5" name="Shape 2">
            <a:extLst>
              <a:ext uri="{FF2B5EF4-FFF2-40B4-BE49-F238E27FC236}">
                <a16:creationId xmlns:a16="http://schemas.microsoft.com/office/drawing/2014/main" id="{FA8325FA-F3E5-A8A2-E5F4-1B3675B6CD50}"/>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1F9E5615-5FD4-EE34-4D1F-E0E07B5E3DD3}"/>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7" name="Text 4">
            <a:extLst>
              <a:ext uri="{FF2B5EF4-FFF2-40B4-BE49-F238E27FC236}">
                <a16:creationId xmlns:a16="http://schemas.microsoft.com/office/drawing/2014/main" id="{6315911D-DDB2-60F9-D606-B5DBFC7B854A}"/>
              </a:ext>
            </a:extLst>
          </p:cNvPr>
          <p:cNvSpPr txBox="1"/>
          <p:nvPr/>
        </p:nvSpPr>
        <p:spPr>
          <a:xfrm>
            <a:off x="458788" y="1401091"/>
            <a:ext cx="4894020" cy="5091940"/>
          </a:xfrm>
          <a:prstGeom prst="rect">
            <a:avLst/>
          </a:prstGeom>
          <a:noFill/>
          <a:ln/>
        </p:spPr>
        <p:txBody>
          <a:bodyPr wrap="square" lIns="0" tIns="0" rIns="0" bIns="0" rtlCol="0" anchor="t"/>
          <a:lstStyle/>
          <a:p>
            <a:pPr>
              <a:lnSpc>
                <a:spcPct val="105000"/>
              </a:lnSpc>
              <a:spcAft>
                <a:spcPts val="600"/>
              </a:spcAft>
              <a:buSzPct val="100000"/>
            </a:pPr>
            <a:r>
              <a:rPr lang="en-US" sz="2000" b="1" u="sng">
                <a:latin typeface="Arial"/>
                <a:ea typeface="Calibri"/>
                <a:cs typeface="Arial"/>
              </a:rPr>
              <a:t>Objective:</a:t>
            </a:r>
            <a:r>
              <a:rPr lang="en-US" sz="2000">
                <a:latin typeface="Arial"/>
                <a:ea typeface="Calibri"/>
                <a:cs typeface="Arial"/>
              </a:rPr>
              <a:t> </a:t>
            </a:r>
          </a:p>
          <a:p>
            <a:pPr>
              <a:lnSpc>
                <a:spcPct val="105000"/>
              </a:lnSpc>
              <a:spcAft>
                <a:spcPts val="600"/>
              </a:spcAft>
            </a:pPr>
            <a:r>
              <a:rPr lang="en-US" sz="1600">
                <a:latin typeface="Arial"/>
                <a:ea typeface="Calibri"/>
                <a:cs typeface="Arial"/>
              </a:rPr>
              <a:t>Compare direct and spline waypoint guidance methods under identical position-sensor error.</a:t>
            </a:r>
          </a:p>
          <a:p>
            <a:pPr marL="342900" indent="-342900">
              <a:lnSpc>
                <a:spcPct val="105000"/>
              </a:lnSpc>
              <a:spcAft>
                <a:spcPts val="600"/>
              </a:spcAft>
              <a:buSzPct val="100000"/>
              <a:buFont typeface="Arial"/>
              <a:buChar char="•"/>
            </a:pPr>
            <a:endParaRPr lang="en-US" sz="1200">
              <a:latin typeface="Arial"/>
              <a:ea typeface="Calibri"/>
              <a:cs typeface="Arial"/>
            </a:endParaRPr>
          </a:p>
          <a:p>
            <a:pPr>
              <a:lnSpc>
                <a:spcPct val="105000"/>
              </a:lnSpc>
              <a:spcAft>
                <a:spcPts val="600"/>
              </a:spcAft>
              <a:buSzPct val="100000"/>
            </a:pPr>
            <a:r>
              <a:rPr lang="en-US" sz="2000" b="1" u="sng">
                <a:latin typeface="Arial"/>
                <a:ea typeface="Calibri"/>
                <a:cs typeface="Arial"/>
              </a:rPr>
              <a:t>Model Setup: </a:t>
            </a:r>
          </a:p>
          <a:p>
            <a:pPr marL="171450" indent="-171450">
              <a:lnSpc>
                <a:spcPct val="105000"/>
              </a:lnSpc>
              <a:spcAft>
                <a:spcPts val="600"/>
              </a:spcAft>
              <a:buSzPct val="100000"/>
              <a:buFont typeface="Arial"/>
              <a:buChar char="•"/>
            </a:pPr>
            <a:r>
              <a:rPr lang="en-US" sz="1400">
                <a:latin typeface="Arial"/>
                <a:ea typeface="Calibri"/>
                <a:cs typeface="Arial"/>
              </a:rPr>
              <a:t>Two-dimensional kinematic model at constant altitude</a:t>
            </a:r>
          </a:p>
          <a:p>
            <a:pPr marL="171450" indent="-171450">
              <a:lnSpc>
                <a:spcPct val="105000"/>
              </a:lnSpc>
              <a:spcAft>
                <a:spcPts val="600"/>
              </a:spcAft>
              <a:buSzPct val="100000"/>
              <a:buFont typeface="Arial"/>
              <a:buChar char="•"/>
            </a:pPr>
            <a:r>
              <a:rPr lang="en-US" sz="1400">
                <a:latin typeface="Arial"/>
                <a:ea typeface="Calibri"/>
                <a:cs typeface="Arial"/>
              </a:rPr>
              <a:t>Five fixed waypoints within a 5 m x 5 m test area</a:t>
            </a:r>
          </a:p>
          <a:p>
            <a:pPr marL="171450" indent="-171450">
              <a:lnSpc>
                <a:spcPct val="105000"/>
              </a:lnSpc>
              <a:spcAft>
                <a:spcPts val="600"/>
              </a:spcAft>
              <a:buSzPct val="100000"/>
              <a:buFont typeface="Arial"/>
              <a:buChar char="•"/>
            </a:pPr>
            <a:r>
              <a:rPr lang="en-US" sz="1400">
                <a:latin typeface="Arial"/>
                <a:ea typeface="Calibri"/>
                <a:cs typeface="Arial"/>
              </a:rPr>
              <a:t>Average 0.4 m/s speed with 0.5 m/s limit</a:t>
            </a:r>
          </a:p>
          <a:p>
            <a:pPr marL="171450" indent="-171450">
              <a:lnSpc>
                <a:spcPct val="105000"/>
              </a:lnSpc>
              <a:spcAft>
                <a:spcPts val="600"/>
              </a:spcAft>
              <a:buSzPct val="100000"/>
              <a:buFont typeface="Arial"/>
              <a:buChar char="•"/>
            </a:pPr>
            <a:r>
              <a:rPr lang="en-US" sz="1400">
                <a:latin typeface="Arial"/>
                <a:ea typeface="Calibri"/>
                <a:cs typeface="Arial"/>
              </a:rPr>
              <a:t>Direct method uses straight segments</a:t>
            </a:r>
          </a:p>
          <a:p>
            <a:pPr marL="171450" indent="-171450">
              <a:lnSpc>
                <a:spcPct val="105000"/>
              </a:lnSpc>
              <a:spcAft>
                <a:spcPts val="600"/>
              </a:spcAft>
              <a:buSzPct val="100000"/>
              <a:buFont typeface="Arial"/>
              <a:buChar char="•"/>
            </a:pPr>
            <a:r>
              <a:rPr lang="en-US" sz="1400">
                <a:latin typeface="Arial"/>
                <a:ea typeface="Calibri"/>
                <a:cs typeface="Arial"/>
              </a:rPr>
              <a:t>Spline method uses PCHIP interpolation for smooth turns</a:t>
            </a:r>
          </a:p>
          <a:p>
            <a:pPr marL="171450" indent="-171450">
              <a:lnSpc>
                <a:spcPct val="105000"/>
              </a:lnSpc>
              <a:spcAft>
                <a:spcPts val="600"/>
              </a:spcAft>
              <a:buSzPct val="100000"/>
              <a:buFont typeface="Arial"/>
              <a:buChar char="•"/>
            </a:pPr>
            <a:endParaRPr lang="en-US" sz="1200">
              <a:latin typeface="Arial"/>
              <a:ea typeface="Calibri"/>
              <a:cs typeface="Arial"/>
            </a:endParaRPr>
          </a:p>
          <a:p>
            <a:pPr>
              <a:lnSpc>
                <a:spcPct val="105000"/>
              </a:lnSpc>
              <a:spcAft>
                <a:spcPts val="600"/>
              </a:spcAft>
              <a:buSzPct val="100000"/>
            </a:pPr>
            <a:r>
              <a:rPr lang="en-US" sz="2000" b="1" u="sng">
                <a:latin typeface="Arial"/>
                <a:ea typeface="Calibri"/>
                <a:cs typeface="Arial"/>
              </a:rPr>
              <a:t>Sensor-Error Analysis:</a:t>
            </a:r>
          </a:p>
          <a:p>
            <a:pPr marL="171450" indent="-171450">
              <a:lnSpc>
                <a:spcPct val="105000"/>
              </a:lnSpc>
              <a:spcAft>
                <a:spcPts val="600"/>
              </a:spcAft>
              <a:buFont typeface="Arial"/>
              <a:buChar char="•"/>
            </a:pPr>
            <a:r>
              <a:rPr lang="en-US" sz="1400">
                <a:latin typeface="Arial"/>
                <a:ea typeface="Calibri"/>
                <a:cs typeface="Arial"/>
              </a:rPr>
              <a:t>Both methods received the same fixed sensor-error sequence</a:t>
            </a:r>
          </a:p>
          <a:p>
            <a:pPr marL="171450" indent="-171450">
              <a:lnSpc>
                <a:spcPct val="105000"/>
              </a:lnSpc>
              <a:spcAft>
                <a:spcPts val="600"/>
              </a:spcAft>
              <a:buFont typeface="Arial"/>
              <a:buChar char="•"/>
            </a:pPr>
            <a:r>
              <a:rPr lang="en-US" sz="1400">
                <a:latin typeface="Arial"/>
                <a:ea typeface="Calibri"/>
                <a:cs typeface="Arial"/>
              </a:rPr>
              <a:t>Position sensor updated at 5 Hz with a 0.11 m peak error</a:t>
            </a:r>
          </a:p>
          <a:p>
            <a:pPr marL="171450" indent="-171450">
              <a:lnSpc>
                <a:spcPct val="105000"/>
              </a:lnSpc>
              <a:spcAft>
                <a:spcPts val="600"/>
              </a:spcAft>
              <a:buFont typeface="Arial"/>
              <a:buChar char="•"/>
            </a:pPr>
            <a:r>
              <a:rPr lang="en-US" sz="1400">
                <a:latin typeface="Arial"/>
                <a:ea typeface="Calibri"/>
                <a:cs typeface="Arial"/>
              </a:rPr>
              <a:t>Compared cross-track error and endpoint error</a:t>
            </a:r>
          </a:p>
          <a:p>
            <a:pPr marL="171450" indent="-171450">
              <a:lnSpc>
                <a:spcPct val="105000"/>
              </a:lnSpc>
              <a:spcAft>
                <a:spcPts val="600"/>
              </a:spcAft>
              <a:buFont typeface="Arial"/>
              <a:buChar char="•"/>
            </a:pPr>
            <a:endParaRPr lang="en-US" sz="1200">
              <a:solidFill>
                <a:srgbClr val="FF0000"/>
              </a:solidFill>
              <a:latin typeface="Arial"/>
              <a:ea typeface="Calibri"/>
              <a:cs typeface="Arial"/>
            </a:endParaRPr>
          </a:p>
          <a:p>
            <a:pPr>
              <a:lnSpc>
                <a:spcPct val="105000"/>
              </a:lnSpc>
              <a:spcAft>
                <a:spcPts val="600"/>
              </a:spcAft>
            </a:pPr>
            <a:endParaRPr lang="en-US" sz="1200">
              <a:solidFill>
                <a:srgbClr val="FF0000"/>
              </a:solidFill>
              <a:latin typeface="Arial"/>
              <a:ea typeface="Calibri"/>
              <a:cs typeface="Arial"/>
            </a:endParaRPr>
          </a:p>
          <a:p>
            <a:pPr marL="171450" indent="-171450">
              <a:lnSpc>
                <a:spcPct val="105000"/>
              </a:lnSpc>
              <a:spcAft>
                <a:spcPts val="600"/>
              </a:spcAft>
              <a:buSzPct val="100000"/>
              <a:buFont typeface="Arial"/>
              <a:buChar char="•"/>
            </a:pPr>
            <a:endParaRPr lang="en-US" sz="1200">
              <a:solidFill>
                <a:srgbClr val="FF0000"/>
              </a:solidFill>
              <a:latin typeface="Arial"/>
              <a:ea typeface="Calibri"/>
              <a:cs typeface="Arial"/>
            </a:endParaRPr>
          </a:p>
          <a:p>
            <a:pPr marL="342900" indent="-342900">
              <a:lnSpc>
                <a:spcPct val="105000"/>
              </a:lnSpc>
              <a:spcAft>
                <a:spcPts val="600"/>
              </a:spcAft>
              <a:buSzPct val="100000"/>
              <a:buFont typeface="Arial"/>
              <a:buChar char="•"/>
            </a:pPr>
            <a:endParaRPr lang="en-US" sz="1200">
              <a:solidFill>
                <a:srgbClr val="FF0000"/>
              </a:solidFill>
              <a:latin typeface="Arial"/>
              <a:ea typeface="Calibri"/>
              <a:cs typeface="Arial"/>
            </a:endParaRPr>
          </a:p>
        </p:txBody>
      </p:sp>
      <p:pic>
        <p:nvPicPr>
          <p:cNvPr id="11" name="Picture 10">
            <a:extLst>
              <a:ext uri="{FF2B5EF4-FFF2-40B4-BE49-F238E27FC236}">
                <a16:creationId xmlns:a16="http://schemas.microsoft.com/office/drawing/2014/main" id="{58FE328D-B3D5-01A3-54EB-2BE994F287E9}"/>
              </a:ext>
            </a:extLst>
          </p:cNvPr>
          <p:cNvPicPr>
            <a:picLocks noChangeAspect="1"/>
          </p:cNvPicPr>
          <p:nvPr/>
        </p:nvPicPr>
        <p:blipFill>
          <a:blip r:embed="rId4"/>
          <a:stretch>
            <a:fillRect/>
          </a:stretch>
        </p:blipFill>
        <p:spPr>
          <a:xfrm>
            <a:off x="5353775" y="1401419"/>
            <a:ext cx="6526920" cy="3297094"/>
          </a:xfrm>
          <a:prstGeom prst="rect">
            <a:avLst/>
          </a:prstGeom>
        </p:spPr>
      </p:pic>
      <p:sp>
        <p:nvSpPr>
          <p:cNvPr id="10" name="TextBox 9">
            <a:extLst>
              <a:ext uri="{FF2B5EF4-FFF2-40B4-BE49-F238E27FC236}">
                <a16:creationId xmlns:a16="http://schemas.microsoft.com/office/drawing/2014/main" id="{9C2DB080-7219-0A99-C34C-79302565CFD8}"/>
              </a:ext>
            </a:extLst>
          </p:cNvPr>
          <p:cNvSpPr txBox="1"/>
          <p:nvPr/>
        </p:nvSpPr>
        <p:spPr>
          <a:xfrm>
            <a:off x="6569684" y="5096160"/>
            <a:ext cx="456795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t>Modeling Summary:</a:t>
            </a:r>
            <a:r>
              <a:rPr lang="en-US"/>
              <a:t> </a:t>
            </a:r>
            <a:r>
              <a:rPr lang="en-US">
                <a:ea typeface="+mn-lt"/>
                <a:cs typeface="+mn-lt"/>
              </a:rPr>
              <a:t>The kinematic model isolates guidance behavior and sensor-error sensitivity before adding full vehicle dynamics.</a:t>
            </a:r>
          </a:p>
        </p:txBody>
      </p:sp>
      <p:sp>
        <p:nvSpPr>
          <p:cNvPr id="12" name="Slide Number Placeholder 23">
            <a:extLst>
              <a:ext uri="{FF2B5EF4-FFF2-40B4-BE49-F238E27FC236}">
                <a16:creationId xmlns:a16="http://schemas.microsoft.com/office/drawing/2014/main" id="{1379D193-3DC9-F8F7-94BE-5795DB89D4A1}"/>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t>74</a:t>
            </a:fld>
            <a:endParaRPr lang="en-US"/>
          </a:p>
        </p:txBody>
      </p:sp>
      <p:grpSp>
        <p:nvGrpSpPr>
          <p:cNvPr id="13" name="Trade Studies Bar - 4 GNC">
            <a:extLst>
              <a:ext uri="{FF2B5EF4-FFF2-40B4-BE49-F238E27FC236}">
                <a16:creationId xmlns:a16="http://schemas.microsoft.com/office/drawing/2014/main" id="{14E43775-A7B2-6CA2-8473-37E5A0497ECA}"/>
              </a:ext>
            </a:extLst>
          </p:cNvPr>
          <p:cNvGrpSpPr/>
          <p:nvPr/>
        </p:nvGrpSpPr>
        <p:grpSpPr>
          <a:xfrm>
            <a:off x="814349" y="6570020"/>
            <a:ext cx="10563301" cy="276999"/>
            <a:chOff x="790698" y="5902391"/>
            <a:chExt cx="10563301" cy="276999"/>
          </a:xfrm>
        </p:grpSpPr>
        <p:sp>
          <p:nvSpPr>
            <p:cNvPr id="14" name="Segment 0 - Trade Studies">
              <a:extLst>
                <a:ext uri="{FF2B5EF4-FFF2-40B4-BE49-F238E27FC236}">
                  <a16:creationId xmlns:a16="http://schemas.microsoft.com/office/drawing/2014/main" id="{3A3CDA84-CA87-5E97-6A09-17AA29752BBC}"/>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5" name="Segment 1 - Propulsion">
              <a:extLst>
                <a:ext uri="{FF2B5EF4-FFF2-40B4-BE49-F238E27FC236}">
                  <a16:creationId xmlns:a16="http://schemas.microsoft.com/office/drawing/2014/main" id="{A3335940-06B5-B30B-0C35-31A31F1B54BB}"/>
                </a:ext>
              </a:extLst>
            </p:cNvPr>
            <p:cNvSpPr/>
            <p:nvPr/>
          </p:nvSpPr>
          <p:spPr>
            <a:xfrm>
              <a:off x="268951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Propulsion</a:t>
              </a:r>
            </a:p>
          </p:txBody>
        </p:sp>
        <p:sp>
          <p:nvSpPr>
            <p:cNvPr id="16" name="Segment 2 - Power Systems">
              <a:extLst>
                <a:ext uri="{FF2B5EF4-FFF2-40B4-BE49-F238E27FC236}">
                  <a16:creationId xmlns:a16="http://schemas.microsoft.com/office/drawing/2014/main" id="{97CB6C35-D0E7-4625-AC19-3BF2598415F1}"/>
                </a:ext>
              </a:extLst>
            </p:cNvPr>
            <p:cNvSpPr/>
            <p:nvPr/>
          </p:nvSpPr>
          <p:spPr>
            <a:xfrm>
              <a:off x="441013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Power Systems</a:t>
              </a:r>
            </a:p>
          </p:txBody>
        </p:sp>
        <p:sp>
          <p:nvSpPr>
            <p:cNvPr id="17" name="Segment 3 - Airframe">
              <a:extLst>
                <a:ext uri="{FF2B5EF4-FFF2-40B4-BE49-F238E27FC236}">
                  <a16:creationId xmlns:a16="http://schemas.microsoft.com/office/drawing/2014/main" id="{BD62CB83-9982-18C7-1A88-639C42BF1B36}"/>
                </a:ext>
              </a:extLst>
            </p:cNvPr>
            <p:cNvSpPr/>
            <p:nvPr/>
          </p:nvSpPr>
          <p:spPr>
            <a:xfrm>
              <a:off x="613074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Airframe</a:t>
              </a:r>
              <a:r>
                <a:rPr lang="en-US" sz="1050" b="0">
                  <a:solidFill>
                    <a:srgbClr val="FFFFFF"/>
                  </a:solidFill>
                  <a:latin typeface="Calibri"/>
                </a:rPr>
                <a:t> &amp; Aerodynamics</a:t>
              </a:r>
              <a:endParaRPr sz="1050" b="0">
                <a:solidFill>
                  <a:srgbClr val="FFFFFF"/>
                </a:solidFill>
                <a:latin typeface="Calibri"/>
              </a:endParaRPr>
            </a:p>
          </p:txBody>
        </p:sp>
        <p:sp>
          <p:nvSpPr>
            <p:cNvPr id="18" name="Segment 4 - GNC">
              <a:extLst>
                <a:ext uri="{FF2B5EF4-FFF2-40B4-BE49-F238E27FC236}">
                  <a16:creationId xmlns:a16="http://schemas.microsoft.com/office/drawing/2014/main" id="{D5636238-5CD4-B22E-6B02-B4EC471B8493}"/>
                </a:ext>
              </a:extLst>
            </p:cNvPr>
            <p:cNvSpPr/>
            <p:nvPr/>
          </p:nvSpPr>
          <p:spPr>
            <a:xfrm>
              <a:off x="7851360"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GNC</a:t>
              </a:r>
            </a:p>
          </p:txBody>
        </p:sp>
        <p:sp>
          <p:nvSpPr>
            <p:cNvPr id="19" name="Segment 5 - Avionics">
              <a:extLst>
                <a:ext uri="{FF2B5EF4-FFF2-40B4-BE49-F238E27FC236}">
                  <a16:creationId xmlns:a16="http://schemas.microsoft.com/office/drawing/2014/main" id="{BFC4812B-CAF0-17A8-F42A-7CC9F1958DAE}"/>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Tree>
    <p:extLst>
      <p:ext uri="{BB962C8B-B14F-4D97-AF65-F5344CB8AC3E}">
        <p14:creationId xmlns:p14="http://schemas.microsoft.com/office/powerpoint/2010/main" val="181859922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CF5E3-A4B6-E740-6A11-7425D12F6AB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660A404-66F6-EA62-FF4D-458C5EF54D9E}"/>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FFE8059A-A8A3-4214-F5F5-960896756E11}"/>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AAEE7F0F-0224-6276-9308-0E0366A5A664}"/>
              </a:ext>
            </a:extLst>
          </p:cNvPr>
          <p:cNvSpPr txBox="1"/>
          <p:nvPr/>
        </p:nvSpPr>
        <p:spPr>
          <a:xfrm>
            <a:off x="1281748" y="353648"/>
            <a:ext cx="7680960" cy="658368"/>
          </a:xfrm>
          <a:prstGeom prst="rect">
            <a:avLst/>
          </a:prstGeom>
          <a:noFill/>
          <a:ln/>
        </p:spPr>
        <p:txBody>
          <a:bodyPr wrap="square" lIns="0" tIns="0" rIns="0" bIns="0" rtlCol="0" anchor="ctr"/>
          <a:lstStyle/>
          <a:p>
            <a:r>
              <a:rPr lang="en-US" sz="2800" b="1" kern="0" spc="100">
                <a:solidFill>
                  <a:srgbClr val="2B2A28"/>
                </a:solidFill>
                <a:latin typeface="Arial"/>
                <a:cs typeface="Arial"/>
              </a:rPr>
              <a:t>Waypoint Guidance Trade Results</a:t>
            </a:r>
          </a:p>
        </p:txBody>
      </p:sp>
      <p:sp>
        <p:nvSpPr>
          <p:cNvPr id="5" name="Shape 2">
            <a:extLst>
              <a:ext uri="{FF2B5EF4-FFF2-40B4-BE49-F238E27FC236}">
                <a16:creationId xmlns:a16="http://schemas.microsoft.com/office/drawing/2014/main" id="{4201D422-C2BA-AEC9-EA00-976281291D49}"/>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01952D5D-E0EE-6EC0-7F76-C0F344C7CAAB}"/>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8" name="Text 4">
            <a:extLst>
              <a:ext uri="{FF2B5EF4-FFF2-40B4-BE49-F238E27FC236}">
                <a16:creationId xmlns:a16="http://schemas.microsoft.com/office/drawing/2014/main" id="{93675DB4-4B25-B245-3686-1A51061C0B9C}"/>
              </a:ext>
            </a:extLst>
          </p:cNvPr>
          <p:cNvSpPr txBox="1"/>
          <p:nvPr/>
        </p:nvSpPr>
        <p:spPr>
          <a:xfrm>
            <a:off x="370634" y="1454436"/>
            <a:ext cx="5646124" cy="2385357"/>
          </a:xfrm>
          <a:prstGeom prst="rect">
            <a:avLst/>
          </a:prstGeom>
          <a:noFill/>
          <a:ln/>
        </p:spPr>
        <p:txBody>
          <a:bodyPr wrap="square" lIns="0" tIns="0" rIns="0" bIns="0" rtlCol="0" anchor="t"/>
          <a:lstStyle/>
          <a:p>
            <a:pPr>
              <a:lnSpc>
                <a:spcPct val="105000"/>
              </a:lnSpc>
              <a:spcAft>
                <a:spcPts val="600"/>
              </a:spcAft>
              <a:buSzPct val="100000"/>
            </a:pPr>
            <a:r>
              <a:rPr lang="en-US" sz="2000" b="1" u="sng">
                <a:latin typeface="Arial"/>
                <a:ea typeface="Calibri"/>
                <a:cs typeface="Arial"/>
              </a:rPr>
              <a:t>Decision:</a:t>
            </a:r>
            <a:r>
              <a:rPr lang="en-US" sz="2000">
                <a:latin typeface="Arial"/>
                <a:ea typeface="Calibri"/>
                <a:cs typeface="Arial"/>
              </a:rPr>
              <a:t> Spline Waypoint Guidance</a:t>
            </a:r>
          </a:p>
          <a:p>
            <a:pPr marL="171450" indent="-171450">
              <a:lnSpc>
                <a:spcPct val="105000"/>
              </a:lnSpc>
              <a:spcAft>
                <a:spcPts val="600"/>
              </a:spcAft>
              <a:buFont typeface="Arial"/>
              <a:buChar char="•"/>
            </a:pPr>
            <a:r>
              <a:rPr lang="en-US" sz="1600">
                <a:latin typeface="Arial"/>
                <a:ea typeface="Calibri"/>
                <a:cs typeface="Arial"/>
              </a:rPr>
              <a:t>Nearly identical sensor-error responses</a:t>
            </a:r>
          </a:p>
          <a:p>
            <a:pPr marL="171450" indent="-171450">
              <a:lnSpc>
                <a:spcPct val="105000"/>
              </a:lnSpc>
              <a:spcAft>
                <a:spcPts val="600"/>
              </a:spcAft>
              <a:buFont typeface="Arial"/>
              <a:buChar char="•"/>
            </a:pPr>
            <a:r>
              <a:rPr lang="en-US" sz="1600">
                <a:latin typeface="Arial"/>
                <a:ea typeface="Calibri"/>
                <a:cs typeface="Arial"/>
              </a:rPr>
              <a:t>Max average position error of ~2.6 cm</a:t>
            </a:r>
          </a:p>
          <a:p>
            <a:pPr marL="171450" indent="-171450">
              <a:lnSpc>
                <a:spcPct val="105000"/>
              </a:lnSpc>
              <a:spcAft>
                <a:spcPts val="600"/>
              </a:spcAft>
              <a:buFont typeface="Arial"/>
              <a:buChar char="•"/>
            </a:pPr>
            <a:r>
              <a:rPr lang="en-US" sz="1600">
                <a:latin typeface="Arial"/>
                <a:ea typeface="Calibri"/>
                <a:cs typeface="Arial"/>
              </a:rPr>
              <a:t>Spline produces smoother turns and lower endpoint error</a:t>
            </a:r>
          </a:p>
          <a:p>
            <a:pPr marL="171450" indent="-171450">
              <a:lnSpc>
                <a:spcPct val="105000"/>
              </a:lnSpc>
              <a:spcAft>
                <a:spcPts val="600"/>
              </a:spcAft>
              <a:buFont typeface="Arial"/>
              <a:buChar char="•"/>
            </a:pPr>
            <a:r>
              <a:rPr lang="en-US" sz="1600">
                <a:latin typeface="Arial"/>
                <a:ea typeface="Calibri"/>
                <a:cs typeface="Arial"/>
              </a:rPr>
              <a:t>Spline more accurately models the multirotor dynamics</a:t>
            </a:r>
          </a:p>
          <a:p>
            <a:pPr marL="171450" indent="-171450">
              <a:lnSpc>
                <a:spcPct val="105000"/>
              </a:lnSpc>
              <a:spcAft>
                <a:spcPts val="600"/>
              </a:spcAft>
              <a:buFont typeface="Arial"/>
              <a:buChar char="•"/>
            </a:pPr>
            <a:r>
              <a:rPr lang="en-US" sz="1600">
                <a:latin typeface="Arial"/>
                <a:ea typeface="Calibri"/>
                <a:cs typeface="Arial"/>
              </a:rPr>
              <a:t>Direct remains an easier alternative</a:t>
            </a:r>
          </a:p>
          <a:p>
            <a:pPr marL="171450" indent="-171450">
              <a:lnSpc>
                <a:spcPct val="105000"/>
              </a:lnSpc>
              <a:spcAft>
                <a:spcPts val="600"/>
              </a:spcAft>
              <a:buFont typeface="Arial"/>
              <a:buChar char="•"/>
            </a:pPr>
            <a:endParaRPr lang="en-US" sz="1200">
              <a:latin typeface="Arial"/>
              <a:ea typeface="Calibri"/>
              <a:cs typeface="Arial"/>
            </a:endParaRPr>
          </a:p>
        </p:txBody>
      </p:sp>
      <p:pic>
        <p:nvPicPr>
          <p:cNvPr id="10" name="Picture 9">
            <a:extLst>
              <a:ext uri="{FF2B5EF4-FFF2-40B4-BE49-F238E27FC236}">
                <a16:creationId xmlns:a16="http://schemas.microsoft.com/office/drawing/2014/main" id="{2FAD3776-A7A5-246E-CBF8-04C3E726DABB}"/>
              </a:ext>
            </a:extLst>
          </p:cNvPr>
          <p:cNvPicPr>
            <a:picLocks noChangeAspect="1"/>
          </p:cNvPicPr>
          <p:nvPr/>
        </p:nvPicPr>
        <p:blipFill>
          <a:blip r:embed="rId4"/>
          <a:stretch>
            <a:fillRect/>
          </a:stretch>
        </p:blipFill>
        <p:spPr>
          <a:xfrm>
            <a:off x="6569628" y="863880"/>
            <a:ext cx="4978463" cy="3184368"/>
          </a:xfrm>
          <a:prstGeom prst="rect">
            <a:avLst/>
          </a:prstGeom>
        </p:spPr>
      </p:pic>
      <p:graphicFrame>
        <p:nvGraphicFramePr>
          <p:cNvPr id="12" name="Table 11">
            <a:extLst>
              <a:ext uri="{FF2B5EF4-FFF2-40B4-BE49-F238E27FC236}">
                <a16:creationId xmlns:a16="http://schemas.microsoft.com/office/drawing/2014/main" id="{859BF807-E7F0-BB35-CED9-469B756D4F8E}"/>
              </a:ext>
            </a:extLst>
          </p:cNvPr>
          <p:cNvGraphicFramePr>
            <a:graphicFrameLocks noGrp="1"/>
          </p:cNvGraphicFramePr>
          <p:nvPr>
            <p:extLst>
              <p:ext uri="{D42A27DB-BD31-4B8C-83A1-F6EECF244321}">
                <p14:modId xmlns:p14="http://schemas.microsoft.com/office/powerpoint/2010/main" val="946869740"/>
              </p:ext>
            </p:extLst>
          </p:nvPr>
        </p:nvGraphicFramePr>
        <p:xfrm>
          <a:off x="252350" y="4188971"/>
          <a:ext cx="7043703" cy="2169044"/>
        </p:xfrm>
        <a:graphic>
          <a:graphicData uri="http://schemas.openxmlformats.org/drawingml/2006/table">
            <a:tbl>
              <a:tblPr firstRow="1" bandRow="1">
                <a:tableStyleId>{5C22544A-7EE6-4342-B048-85BDC9FD1C3A}</a:tableStyleId>
              </a:tblPr>
              <a:tblGrid>
                <a:gridCol w="1978857">
                  <a:extLst>
                    <a:ext uri="{9D8B030D-6E8A-4147-A177-3AD203B41FA5}">
                      <a16:colId xmlns:a16="http://schemas.microsoft.com/office/drawing/2014/main" val="290253223"/>
                    </a:ext>
                  </a:extLst>
                </a:gridCol>
                <a:gridCol w="1289448">
                  <a:extLst>
                    <a:ext uri="{9D8B030D-6E8A-4147-A177-3AD203B41FA5}">
                      <a16:colId xmlns:a16="http://schemas.microsoft.com/office/drawing/2014/main" val="2017727996"/>
                    </a:ext>
                  </a:extLst>
                </a:gridCol>
                <a:gridCol w="1891269">
                  <a:extLst>
                    <a:ext uri="{9D8B030D-6E8A-4147-A177-3AD203B41FA5}">
                      <a16:colId xmlns:a16="http://schemas.microsoft.com/office/drawing/2014/main" val="463386772"/>
                    </a:ext>
                  </a:extLst>
                </a:gridCol>
                <a:gridCol w="1884129">
                  <a:extLst>
                    <a:ext uri="{9D8B030D-6E8A-4147-A177-3AD203B41FA5}">
                      <a16:colId xmlns:a16="http://schemas.microsoft.com/office/drawing/2014/main" val="2875013295"/>
                    </a:ext>
                  </a:extLst>
                </a:gridCol>
              </a:tblGrid>
              <a:tr h="340244">
                <a:tc>
                  <a:txBody>
                    <a:bodyPr/>
                    <a:lstStyle/>
                    <a:p>
                      <a:endParaRPr lang="en-US" sz="1600"/>
                    </a:p>
                  </a:txBody>
                  <a:tcPr/>
                </a:tc>
                <a:tc>
                  <a:txBody>
                    <a:bodyPr/>
                    <a:lstStyle/>
                    <a:p>
                      <a:pPr lvl="0">
                        <a:buNone/>
                      </a:pPr>
                      <a:r>
                        <a:rPr lang="en-US" sz="1600"/>
                        <a:t>Weight</a:t>
                      </a:r>
                    </a:p>
                  </a:txBody>
                  <a:tcPr/>
                </a:tc>
                <a:tc>
                  <a:txBody>
                    <a:bodyPr/>
                    <a:lstStyle/>
                    <a:p>
                      <a:r>
                        <a:rPr lang="en-US" sz="1600"/>
                        <a:t>Method 1: Direct</a:t>
                      </a:r>
                    </a:p>
                  </a:txBody>
                  <a:tcPr/>
                </a:tc>
                <a:tc>
                  <a:txBody>
                    <a:bodyPr/>
                    <a:lstStyle/>
                    <a:p>
                      <a:r>
                        <a:rPr lang="en-US" sz="1600"/>
                        <a:t>Method 2: Spline</a:t>
                      </a:r>
                    </a:p>
                  </a:txBody>
                  <a:tcPr/>
                </a:tc>
                <a:extLst>
                  <a:ext uri="{0D108BD9-81ED-4DB2-BD59-A6C34878D82A}">
                    <a16:rowId xmlns:a16="http://schemas.microsoft.com/office/drawing/2014/main" val="3235912367"/>
                  </a:ext>
                </a:extLst>
              </a:tr>
              <a:tr h="265815">
                <a:tc>
                  <a:txBody>
                    <a:bodyPr/>
                    <a:lstStyle/>
                    <a:p>
                      <a:r>
                        <a:rPr lang="en-US" sz="1200"/>
                        <a:t>Mission Completion Reliability</a:t>
                      </a:r>
                    </a:p>
                  </a:txBody>
                  <a:tcPr/>
                </a:tc>
                <a:tc>
                  <a:txBody>
                    <a:bodyPr/>
                    <a:lstStyle/>
                    <a:p>
                      <a:pPr lvl="0">
                        <a:buNone/>
                      </a:pPr>
                      <a:r>
                        <a:rPr lang="en-US" sz="1200"/>
                        <a:t>25</a:t>
                      </a:r>
                    </a:p>
                  </a:txBody>
                  <a:tcPr/>
                </a:tc>
                <a:tc>
                  <a:txBody>
                    <a:bodyPr/>
                    <a:lstStyle/>
                    <a:p>
                      <a:r>
                        <a:rPr lang="en-US" sz="1200"/>
                        <a:t>1</a:t>
                      </a:r>
                    </a:p>
                  </a:txBody>
                  <a:tcPr/>
                </a:tc>
                <a:tc>
                  <a:txBody>
                    <a:bodyPr/>
                    <a:lstStyle/>
                    <a:p>
                      <a:r>
                        <a:rPr lang="en-US" sz="1200"/>
                        <a:t>2</a:t>
                      </a:r>
                    </a:p>
                  </a:txBody>
                  <a:tcPr/>
                </a:tc>
                <a:extLst>
                  <a:ext uri="{0D108BD9-81ED-4DB2-BD59-A6C34878D82A}">
                    <a16:rowId xmlns:a16="http://schemas.microsoft.com/office/drawing/2014/main" val="1752253789"/>
                  </a:ext>
                </a:extLst>
              </a:tr>
              <a:tr h="265815">
                <a:tc>
                  <a:txBody>
                    <a:bodyPr/>
                    <a:lstStyle/>
                    <a:p>
                      <a:r>
                        <a:rPr lang="en-US" sz="1200"/>
                        <a:t>Path Tracking Accuracy</a:t>
                      </a:r>
                    </a:p>
                  </a:txBody>
                  <a:tcPr/>
                </a:tc>
                <a:tc>
                  <a:txBody>
                    <a:bodyPr/>
                    <a:lstStyle/>
                    <a:p>
                      <a:pPr lvl="0">
                        <a:buNone/>
                      </a:pPr>
                      <a:r>
                        <a:rPr lang="en-US" sz="1200"/>
                        <a:t>25</a:t>
                      </a:r>
                    </a:p>
                  </a:txBody>
                  <a:tcPr/>
                </a:tc>
                <a:tc>
                  <a:txBody>
                    <a:bodyPr/>
                    <a:lstStyle/>
                    <a:p>
                      <a:r>
                        <a:rPr lang="en-US" sz="1200"/>
                        <a:t>2</a:t>
                      </a:r>
                    </a:p>
                  </a:txBody>
                  <a:tcPr/>
                </a:tc>
                <a:tc>
                  <a:txBody>
                    <a:bodyPr/>
                    <a:lstStyle/>
                    <a:p>
                      <a:r>
                        <a:rPr lang="en-US" sz="1200"/>
                        <a:t>2</a:t>
                      </a:r>
                    </a:p>
                  </a:txBody>
                  <a:tcPr/>
                </a:tc>
                <a:extLst>
                  <a:ext uri="{0D108BD9-81ED-4DB2-BD59-A6C34878D82A}">
                    <a16:rowId xmlns:a16="http://schemas.microsoft.com/office/drawing/2014/main" val="970204289"/>
                  </a:ext>
                </a:extLst>
              </a:tr>
              <a:tr h="265815">
                <a:tc>
                  <a:txBody>
                    <a:bodyPr/>
                    <a:lstStyle/>
                    <a:p>
                      <a:pPr lvl="0">
                        <a:buNone/>
                      </a:pPr>
                      <a:r>
                        <a:rPr lang="en-US" sz="1200"/>
                        <a:t>Sensor Error Response</a:t>
                      </a:r>
                    </a:p>
                  </a:txBody>
                  <a:tcPr/>
                </a:tc>
                <a:tc>
                  <a:txBody>
                    <a:bodyPr/>
                    <a:lstStyle/>
                    <a:p>
                      <a:pPr lvl="0">
                        <a:buNone/>
                      </a:pPr>
                      <a:r>
                        <a:rPr lang="en-US" sz="1200"/>
                        <a:t>20</a:t>
                      </a:r>
                    </a:p>
                  </a:txBody>
                  <a:tcPr/>
                </a:tc>
                <a:tc>
                  <a:txBody>
                    <a:bodyPr/>
                    <a:lstStyle/>
                    <a:p>
                      <a:r>
                        <a:rPr lang="en-US" sz="1200"/>
                        <a:t>1</a:t>
                      </a:r>
                    </a:p>
                  </a:txBody>
                  <a:tcPr/>
                </a:tc>
                <a:tc>
                  <a:txBody>
                    <a:bodyPr/>
                    <a:lstStyle/>
                    <a:p>
                      <a:r>
                        <a:rPr lang="en-US" sz="1200"/>
                        <a:t>2</a:t>
                      </a:r>
                    </a:p>
                  </a:txBody>
                  <a:tcPr/>
                </a:tc>
                <a:extLst>
                  <a:ext uri="{0D108BD9-81ED-4DB2-BD59-A6C34878D82A}">
                    <a16:rowId xmlns:a16="http://schemas.microsoft.com/office/drawing/2014/main" val="3082738462"/>
                  </a:ext>
                </a:extLst>
              </a:tr>
              <a:tr h="265815">
                <a:tc>
                  <a:txBody>
                    <a:bodyPr/>
                    <a:lstStyle/>
                    <a:p>
                      <a:pPr lvl="0">
                        <a:buNone/>
                      </a:pPr>
                      <a:r>
                        <a:rPr lang="en-US" sz="1200"/>
                        <a:t>Path Efficiency</a:t>
                      </a:r>
                    </a:p>
                  </a:txBody>
                  <a:tcPr/>
                </a:tc>
                <a:tc>
                  <a:txBody>
                    <a:bodyPr/>
                    <a:lstStyle/>
                    <a:p>
                      <a:pPr lvl="0">
                        <a:buNone/>
                      </a:pPr>
                      <a:r>
                        <a:rPr lang="en-US" sz="1200"/>
                        <a:t>15</a:t>
                      </a:r>
                    </a:p>
                  </a:txBody>
                  <a:tcPr/>
                </a:tc>
                <a:tc>
                  <a:txBody>
                    <a:bodyPr/>
                    <a:lstStyle/>
                    <a:p>
                      <a:r>
                        <a:rPr lang="en-US" sz="1200"/>
                        <a:t>2</a:t>
                      </a:r>
                    </a:p>
                  </a:txBody>
                  <a:tcPr/>
                </a:tc>
                <a:tc>
                  <a:txBody>
                    <a:bodyPr/>
                    <a:lstStyle/>
                    <a:p>
                      <a:r>
                        <a:rPr lang="en-US" sz="1200"/>
                        <a:t>1</a:t>
                      </a:r>
                    </a:p>
                  </a:txBody>
                  <a:tcPr/>
                </a:tc>
                <a:extLst>
                  <a:ext uri="{0D108BD9-81ED-4DB2-BD59-A6C34878D82A}">
                    <a16:rowId xmlns:a16="http://schemas.microsoft.com/office/drawing/2014/main" val="460448686"/>
                  </a:ext>
                </a:extLst>
              </a:tr>
              <a:tr h="265815">
                <a:tc>
                  <a:txBody>
                    <a:bodyPr/>
                    <a:lstStyle/>
                    <a:p>
                      <a:r>
                        <a:rPr lang="en-US" sz="1200"/>
                        <a:t>Ease of Implementation</a:t>
                      </a:r>
                    </a:p>
                  </a:txBody>
                  <a:tcPr/>
                </a:tc>
                <a:tc>
                  <a:txBody>
                    <a:bodyPr/>
                    <a:lstStyle/>
                    <a:p>
                      <a:pPr lvl="0">
                        <a:buNone/>
                      </a:pPr>
                      <a:r>
                        <a:rPr lang="en-US" sz="1200"/>
                        <a:t>15</a:t>
                      </a:r>
                    </a:p>
                  </a:txBody>
                  <a:tcPr/>
                </a:tc>
                <a:tc>
                  <a:txBody>
                    <a:bodyPr/>
                    <a:lstStyle/>
                    <a:p>
                      <a:r>
                        <a:rPr lang="en-US" sz="1200"/>
                        <a:t>2</a:t>
                      </a:r>
                    </a:p>
                  </a:txBody>
                  <a:tcPr/>
                </a:tc>
                <a:tc>
                  <a:txBody>
                    <a:bodyPr/>
                    <a:lstStyle/>
                    <a:p>
                      <a:r>
                        <a:rPr lang="en-US" sz="1200"/>
                        <a:t>1</a:t>
                      </a:r>
                    </a:p>
                  </a:txBody>
                  <a:tcPr/>
                </a:tc>
                <a:extLst>
                  <a:ext uri="{0D108BD9-81ED-4DB2-BD59-A6C34878D82A}">
                    <a16:rowId xmlns:a16="http://schemas.microsoft.com/office/drawing/2014/main" val="1256373856"/>
                  </a:ext>
                </a:extLst>
              </a:tr>
              <a:tr h="265815">
                <a:tc>
                  <a:txBody>
                    <a:bodyPr/>
                    <a:lstStyle/>
                    <a:p>
                      <a:r>
                        <a:rPr lang="en-US" sz="1200"/>
                        <a:t>Total Score</a:t>
                      </a:r>
                    </a:p>
                  </a:txBody>
                  <a:tcPr/>
                </a:tc>
                <a:tc>
                  <a:txBody>
                    <a:bodyPr/>
                    <a:lstStyle/>
                    <a:p>
                      <a:pPr lvl="0">
                        <a:buNone/>
                      </a:pPr>
                      <a:r>
                        <a:rPr lang="en-US" sz="1200"/>
                        <a:t>100</a:t>
                      </a:r>
                    </a:p>
                  </a:txBody>
                  <a:tcPr/>
                </a:tc>
                <a:tc>
                  <a:txBody>
                    <a:bodyPr/>
                    <a:lstStyle/>
                    <a:p>
                      <a:r>
                        <a:rPr lang="en-US" sz="1200"/>
                        <a:t>1.55</a:t>
                      </a:r>
                    </a:p>
                  </a:txBody>
                  <a:tcPr/>
                </a:tc>
                <a:tc>
                  <a:txBody>
                    <a:bodyPr/>
                    <a:lstStyle/>
                    <a:p>
                      <a:r>
                        <a:rPr lang="en-US" sz="1200" b="0"/>
                        <a:t>1.77</a:t>
                      </a:r>
                    </a:p>
                  </a:txBody>
                  <a:tcPr/>
                </a:tc>
                <a:extLst>
                  <a:ext uri="{0D108BD9-81ED-4DB2-BD59-A6C34878D82A}">
                    <a16:rowId xmlns:a16="http://schemas.microsoft.com/office/drawing/2014/main" val="249454046"/>
                  </a:ext>
                </a:extLst>
              </a:tr>
            </a:tbl>
          </a:graphicData>
        </a:graphic>
      </p:graphicFrame>
      <p:sp>
        <p:nvSpPr>
          <p:cNvPr id="11" name="TextBox 10">
            <a:extLst>
              <a:ext uri="{FF2B5EF4-FFF2-40B4-BE49-F238E27FC236}">
                <a16:creationId xmlns:a16="http://schemas.microsoft.com/office/drawing/2014/main" id="{F42DDF13-CCD2-806C-447B-64DF594F29D4}"/>
              </a:ext>
            </a:extLst>
          </p:cNvPr>
          <p:cNvSpPr txBox="1"/>
          <p:nvPr/>
        </p:nvSpPr>
        <p:spPr>
          <a:xfrm>
            <a:off x="7613723" y="4490468"/>
            <a:ext cx="4211698"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t>Trade Study Takeaway:</a:t>
            </a:r>
            <a:r>
              <a:rPr lang="en-US" sz="2000"/>
              <a:t> </a:t>
            </a:r>
            <a:r>
              <a:rPr lang="en-US" sz="2000">
                <a:ea typeface="+mn-lt"/>
                <a:cs typeface="+mn-lt"/>
              </a:rPr>
              <a:t>The trade study favored spline guidance due to its smoother trajectory, lower endpoint error, and better representation of expected multirotor behavior.</a:t>
            </a:r>
          </a:p>
        </p:txBody>
      </p:sp>
      <p:sp>
        <p:nvSpPr>
          <p:cNvPr id="9" name="Slide Number Placeholder 23">
            <a:extLst>
              <a:ext uri="{FF2B5EF4-FFF2-40B4-BE49-F238E27FC236}">
                <a16:creationId xmlns:a16="http://schemas.microsoft.com/office/drawing/2014/main" id="{81D9D1FF-41EA-D130-241B-EB55724FE42A}"/>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t>75</a:t>
            </a:fld>
            <a:endParaRPr lang="en-US"/>
          </a:p>
        </p:txBody>
      </p:sp>
      <p:grpSp>
        <p:nvGrpSpPr>
          <p:cNvPr id="13" name="Trade Studies Bar - 4 GNC">
            <a:extLst>
              <a:ext uri="{FF2B5EF4-FFF2-40B4-BE49-F238E27FC236}">
                <a16:creationId xmlns:a16="http://schemas.microsoft.com/office/drawing/2014/main" id="{07D8C77B-A651-8963-35F2-AC5136C05C5A}"/>
              </a:ext>
            </a:extLst>
          </p:cNvPr>
          <p:cNvGrpSpPr/>
          <p:nvPr/>
        </p:nvGrpSpPr>
        <p:grpSpPr>
          <a:xfrm>
            <a:off x="814349" y="6570020"/>
            <a:ext cx="10563301" cy="276999"/>
            <a:chOff x="790698" y="5902391"/>
            <a:chExt cx="10563301" cy="276999"/>
          </a:xfrm>
        </p:grpSpPr>
        <p:sp>
          <p:nvSpPr>
            <p:cNvPr id="14" name="Segment 0 - Trade Studies">
              <a:extLst>
                <a:ext uri="{FF2B5EF4-FFF2-40B4-BE49-F238E27FC236}">
                  <a16:creationId xmlns:a16="http://schemas.microsoft.com/office/drawing/2014/main" id="{E227FAE8-8197-E853-B725-14D0D471BEBD}"/>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5" name="Segment 1 - Propulsion">
              <a:extLst>
                <a:ext uri="{FF2B5EF4-FFF2-40B4-BE49-F238E27FC236}">
                  <a16:creationId xmlns:a16="http://schemas.microsoft.com/office/drawing/2014/main" id="{33C13F4B-B83B-64F7-D758-5CC35B6F6195}"/>
                </a:ext>
              </a:extLst>
            </p:cNvPr>
            <p:cNvSpPr/>
            <p:nvPr/>
          </p:nvSpPr>
          <p:spPr>
            <a:xfrm>
              <a:off x="268951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Propulsion</a:t>
              </a:r>
            </a:p>
          </p:txBody>
        </p:sp>
        <p:sp>
          <p:nvSpPr>
            <p:cNvPr id="16" name="Segment 2 - Power Systems">
              <a:extLst>
                <a:ext uri="{FF2B5EF4-FFF2-40B4-BE49-F238E27FC236}">
                  <a16:creationId xmlns:a16="http://schemas.microsoft.com/office/drawing/2014/main" id="{C7DF6B51-4E0C-0DD5-A259-2628DA3BDDFB}"/>
                </a:ext>
              </a:extLst>
            </p:cNvPr>
            <p:cNvSpPr/>
            <p:nvPr/>
          </p:nvSpPr>
          <p:spPr>
            <a:xfrm>
              <a:off x="441013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Power Systems</a:t>
              </a:r>
            </a:p>
          </p:txBody>
        </p:sp>
        <p:sp>
          <p:nvSpPr>
            <p:cNvPr id="17" name="Segment 3 - Airframe">
              <a:extLst>
                <a:ext uri="{FF2B5EF4-FFF2-40B4-BE49-F238E27FC236}">
                  <a16:creationId xmlns:a16="http://schemas.microsoft.com/office/drawing/2014/main" id="{01A8C5B1-E67A-1B65-4550-2AF6A563521A}"/>
                </a:ext>
              </a:extLst>
            </p:cNvPr>
            <p:cNvSpPr/>
            <p:nvPr/>
          </p:nvSpPr>
          <p:spPr>
            <a:xfrm>
              <a:off x="613074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Airframe</a:t>
              </a:r>
              <a:r>
                <a:rPr lang="en-US" sz="1050" b="0">
                  <a:solidFill>
                    <a:srgbClr val="FFFFFF"/>
                  </a:solidFill>
                  <a:latin typeface="Calibri"/>
                </a:rPr>
                <a:t> &amp; Aerodynamics</a:t>
              </a:r>
              <a:endParaRPr sz="1050" b="0">
                <a:solidFill>
                  <a:srgbClr val="FFFFFF"/>
                </a:solidFill>
                <a:latin typeface="Calibri"/>
              </a:endParaRPr>
            </a:p>
          </p:txBody>
        </p:sp>
        <p:sp>
          <p:nvSpPr>
            <p:cNvPr id="18" name="Segment 4 - GNC">
              <a:extLst>
                <a:ext uri="{FF2B5EF4-FFF2-40B4-BE49-F238E27FC236}">
                  <a16:creationId xmlns:a16="http://schemas.microsoft.com/office/drawing/2014/main" id="{454F2BCA-617B-528E-B16A-49B9902A3051}"/>
                </a:ext>
              </a:extLst>
            </p:cNvPr>
            <p:cNvSpPr/>
            <p:nvPr/>
          </p:nvSpPr>
          <p:spPr>
            <a:xfrm>
              <a:off x="7851360"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GNC</a:t>
              </a:r>
            </a:p>
          </p:txBody>
        </p:sp>
        <p:sp>
          <p:nvSpPr>
            <p:cNvPr id="19" name="Segment 5 - Avionics">
              <a:extLst>
                <a:ext uri="{FF2B5EF4-FFF2-40B4-BE49-F238E27FC236}">
                  <a16:creationId xmlns:a16="http://schemas.microsoft.com/office/drawing/2014/main" id="{768A50BA-80FE-811E-8959-99F0DE9594A3}"/>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Tree>
    <p:extLst>
      <p:ext uri="{BB962C8B-B14F-4D97-AF65-F5344CB8AC3E}">
        <p14:creationId xmlns:p14="http://schemas.microsoft.com/office/powerpoint/2010/main" val="33218124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2B2A27"/>
        </a:solidFill>
        <a:effectLst/>
      </p:bgPr>
    </p:bg>
    <p:spTree>
      <p:nvGrpSpPr>
        <p:cNvPr id="1" name="">
          <a:extLst>
            <a:ext uri="{FF2B5EF4-FFF2-40B4-BE49-F238E27FC236}">
              <a16:creationId xmlns:a16="http://schemas.microsoft.com/office/drawing/2014/main" id="{78A6446A-585C-2D41-6B98-179E8720735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12DF3DE-E50D-6017-AD66-E6BD437C0DED}"/>
              </a:ext>
            </a:extLst>
          </p:cNvPr>
          <p:cNvSpPr/>
          <p:nvPr/>
        </p:nvSpPr>
        <p:spPr>
          <a:xfrm>
            <a:off x="9648508" y="4754880"/>
            <a:ext cx="408920" cy="408920"/>
          </a:xfrm>
          <a:prstGeom prst="rect">
            <a:avLst/>
          </a:prstGeom>
          <a:ln w="12700">
            <a:solidFill>
              <a:srgbClr val="C6890F">
                <a:alpha val="14000"/>
              </a:srgbClr>
            </a:solidFill>
            <a:prstDash val="solid"/>
          </a:ln>
        </p:spPr>
        <p:txBody>
          <a:bodyPr/>
          <a:lstStyle/>
          <a:p>
            <a:endParaRPr lang="en-US" sz="1800"/>
          </a:p>
        </p:txBody>
      </p:sp>
      <p:sp>
        <p:nvSpPr>
          <p:cNvPr id="3" name="Shape 1">
            <a:extLst>
              <a:ext uri="{FF2B5EF4-FFF2-40B4-BE49-F238E27FC236}">
                <a16:creationId xmlns:a16="http://schemas.microsoft.com/office/drawing/2014/main" id="{50FA98B2-C9DF-6D94-1EBC-6BD52A13FD69}"/>
              </a:ext>
            </a:extLst>
          </p:cNvPr>
          <p:cNvSpPr/>
          <p:nvPr/>
        </p:nvSpPr>
        <p:spPr>
          <a:xfrm>
            <a:off x="10123996" y="4754880"/>
            <a:ext cx="408920" cy="408920"/>
          </a:xfrm>
          <a:prstGeom prst="rect">
            <a:avLst/>
          </a:prstGeom>
          <a:ln w="12700">
            <a:solidFill>
              <a:srgbClr val="C6890F">
                <a:alpha val="14000"/>
              </a:srgbClr>
            </a:solidFill>
            <a:prstDash val="solid"/>
          </a:ln>
        </p:spPr>
        <p:txBody>
          <a:bodyPr/>
          <a:lstStyle/>
          <a:p>
            <a:endParaRPr lang="en-US" sz="1800"/>
          </a:p>
        </p:txBody>
      </p:sp>
      <p:sp>
        <p:nvSpPr>
          <p:cNvPr id="4" name="Shape 2">
            <a:extLst>
              <a:ext uri="{FF2B5EF4-FFF2-40B4-BE49-F238E27FC236}">
                <a16:creationId xmlns:a16="http://schemas.microsoft.com/office/drawing/2014/main" id="{08CD3981-F53E-3237-4852-2F1B315098C5}"/>
              </a:ext>
            </a:extLst>
          </p:cNvPr>
          <p:cNvSpPr/>
          <p:nvPr/>
        </p:nvSpPr>
        <p:spPr>
          <a:xfrm>
            <a:off x="10599484" y="4754880"/>
            <a:ext cx="408920" cy="408920"/>
          </a:xfrm>
          <a:prstGeom prst="rect">
            <a:avLst/>
          </a:prstGeom>
          <a:ln w="12700">
            <a:solidFill>
              <a:srgbClr val="C6890F">
                <a:alpha val="14000"/>
              </a:srgbClr>
            </a:solidFill>
            <a:prstDash val="solid"/>
          </a:ln>
        </p:spPr>
        <p:txBody>
          <a:bodyPr/>
          <a:lstStyle/>
          <a:p>
            <a:endParaRPr lang="en-US" sz="1800"/>
          </a:p>
        </p:txBody>
      </p:sp>
      <p:sp>
        <p:nvSpPr>
          <p:cNvPr id="5" name="Shape 3">
            <a:extLst>
              <a:ext uri="{FF2B5EF4-FFF2-40B4-BE49-F238E27FC236}">
                <a16:creationId xmlns:a16="http://schemas.microsoft.com/office/drawing/2014/main" id="{6FC4EA4D-4EE1-06E1-3AEE-41846E317A8A}"/>
              </a:ext>
            </a:extLst>
          </p:cNvPr>
          <p:cNvSpPr/>
          <p:nvPr/>
        </p:nvSpPr>
        <p:spPr>
          <a:xfrm>
            <a:off x="11074972" y="4754880"/>
            <a:ext cx="408920" cy="408920"/>
          </a:xfrm>
          <a:prstGeom prst="rect">
            <a:avLst/>
          </a:prstGeom>
          <a:ln w="12700">
            <a:solidFill>
              <a:srgbClr val="C6890F">
                <a:alpha val="14000"/>
              </a:srgbClr>
            </a:solidFill>
            <a:prstDash val="solid"/>
          </a:ln>
        </p:spPr>
        <p:txBody>
          <a:bodyPr/>
          <a:lstStyle/>
          <a:p>
            <a:endParaRPr lang="en-US" sz="1800"/>
          </a:p>
        </p:txBody>
      </p:sp>
      <p:sp>
        <p:nvSpPr>
          <p:cNvPr id="6" name="Shape 4">
            <a:extLst>
              <a:ext uri="{FF2B5EF4-FFF2-40B4-BE49-F238E27FC236}">
                <a16:creationId xmlns:a16="http://schemas.microsoft.com/office/drawing/2014/main" id="{F2D7E7F9-E2CA-D558-D4EB-E56DFDF3CE19}"/>
              </a:ext>
            </a:extLst>
          </p:cNvPr>
          <p:cNvSpPr/>
          <p:nvPr/>
        </p:nvSpPr>
        <p:spPr>
          <a:xfrm>
            <a:off x="9648508" y="5230368"/>
            <a:ext cx="408920" cy="408920"/>
          </a:xfrm>
          <a:prstGeom prst="rect">
            <a:avLst/>
          </a:prstGeom>
          <a:ln w="12700">
            <a:solidFill>
              <a:srgbClr val="C6890F">
                <a:alpha val="14000"/>
              </a:srgbClr>
            </a:solidFill>
            <a:prstDash val="solid"/>
          </a:ln>
        </p:spPr>
        <p:txBody>
          <a:bodyPr/>
          <a:lstStyle/>
          <a:p>
            <a:endParaRPr lang="en-US" sz="1800"/>
          </a:p>
        </p:txBody>
      </p:sp>
      <p:sp>
        <p:nvSpPr>
          <p:cNvPr id="7" name="Shape 5">
            <a:extLst>
              <a:ext uri="{FF2B5EF4-FFF2-40B4-BE49-F238E27FC236}">
                <a16:creationId xmlns:a16="http://schemas.microsoft.com/office/drawing/2014/main" id="{61671295-6DBA-05B5-0B23-C6E761ECB303}"/>
              </a:ext>
            </a:extLst>
          </p:cNvPr>
          <p:cNvSpPr/>
          <p:nvPr/>
        </p:nvSpPr>
        <p:spPr>
          <a:xfrm>
            <a:off x="10123996" y="5230368"/>
            <a:ext cx="408920" cy="408920"/>
          </a:xfrm>
          <a:prstGeom prst="rect">
            <a:avLst/>
          </a:prstGeom>
          <a:ln w="12700">
            <a:solidFill>
              <a:srgbClr val="C6890F">
                <a:alpha val="14000"/>
              </a:srgbClr>
            </a:solidFill>
            <a:prstDash val="solid"/>
          </a:ln>
        </p:spPr>
        <p:txBody>
          <a:bodyPr/>
          <a:lstStyle/>
          <a:p>
            <a:endParaRPr lang="en-US" sz="1800"/>
          </a:p>
        </p:txBody>
      </p:sp>
      <p:sp>
        <p:nvSpPr>
          <p:cNvPr id="8" name="Shape 6">
            <a:extLst>
              <a:ext uri="{FF2B5EF4-FFF2-40B4-BE49-F238E27FC236}">
                <a16:creationId xmlns:a16="http://schemas.microsoft.com/office/drawing/2014/main" id="{B7E8D077-1660-582F-8282-56D6C66CDA0D}"/>
              </a:ext>
            </a:extLst>
          </p:cNvPr>
          <p:cNvSpPr/>
          <p:nvPr/>
        </p:nvSpPr>
        <p:spPr>
          <a:xfrm>
            <a:off x="10599484" y="5230368"/>
            <a:ext cx="408920" cy="408920"/>
          </a:xfrm>
          <a:prstGeom prst="rect">
            <a:avLst/>
          </a:prstGeom>
          <a:ln w="12700">
            <a:solidFill>
              <a:srgbClr val="C6890F">
                <a:alpha val="14000"/>
              </a:srgbClr>
            </a:solidFill>
            <a:prstDash val="solid"/>
          </a:ln>
        </p:spPr>
        <p:txBody>
          <a:bodyPr/>
          <a:lstStyle/>
          <a:p>
            <a:endParaRPr lang="en-US" sz="1800"/>
          </a:p>
        </p:txBody>
      </p:sp>
      <p:sp>
        <p:nvSpPr>
          <p:cNvPr id="9" name="Shape 7">
            <a:extLst>
              <a:ext uri="{FF2B5EF4-FFF2-40B4-BE49-F238E27FC236}">
                <a16:creationId xmlns:a16="http://schemas.microsoft.com/office/drawing/2014/main" id="{682E71D5-6DFF-9112-AE59-247AC7F82B17}"/>
              </a:ext>
            </a:extLst>
          </p:cNvPr>
          <p:cNvSpPr/>
          <p:nvPr/>
        </p:nvSpPr>
        <p:spPr>
          <a:xfrm>
            <a:off x="11074972" y="5230368"/>
            <a:ext cx="408920" cy="408920"/>
          </a:xfrm>
          <a:prstGeom prst="rect">
            <a:avLst/>
          </a:prstGeom>
          <a:ln w="12700">
            <a:solidFill>
              <a:srgbClr val="C6890F">
                <a:alpha val="14000"/>
              </a:srgbClr>
            </a:solidFill>
            <a:prstDash val="solid"/>
          </a:ln>
        </p:spPr>
        <p:txBody>
          <a:bodyPr/>
          <a:lstStyle/>
          <a:p>
            <a:endParaRPr lang="en-US" sz="1800"/>
          </a:p>
        </p:txBody>
      </p:sp>
      <p:sp>
        <p:nvSpPr>
          <p:cNvPr id="10" name="Shape 8">
            <a:extLst>
              <a:ext uri="{FF2B5EF4-FFF2-40B4-BE49-F238E27FC236}">
                <a16:creationId xmlns:a16="http://schemas.microsoft.com/office/drawing/2014/main" id="{069C681A-E956-678B-643A-E4A405F57EC6}"/>
              </a:ext>
            </a:extLst>
          </p:cNvPr>
          <p:cNvSpPr/>
          <p:nvPr/>
        </p:nvSpPr>
        <p:spPr>
          <a:xfrm>
            <a:off x="9648508" y="5705856"/>
            <a:ext cx="408920" cy="408920"/>
          </a:xfrm>
          <a:prstGeom prst="rect">
            <a:avLst/>
          </a:prstGeom>
          <a:ln w="12700">
            <a:solidFill>
              <a:srgbClr val="C6890F">
                <a:alpha val="14000"/>
              </a:srgbClr>
            </a:solidFill>
            <a:prstDash val="solid"/>
          </a:ln>
        </p:spPr>
        <p:txBody>
          <a:bodyPr/>
          <a:lstStyle/>
          <a:p>
            <a:endParaRPr lang="en-US" sz="1800"/>
          </a:p>
        </p:txBody>
      </p:sp>
      <p:sp>
        <p:nvSpPr>
          <p:cNvPr id="11" name="Shape 9">
            <a:extLst>
              <a:ext uri="{FF2B5EF4-FFF2-40B4-BE49-F238E27FC236}">
                <a16:creationId xmlns:a16="http://schemas.microsoft.com/office/drawing/2014/main" id="{79DCA15E-5FE3-B910-AAAE-91BA3E0863F7}"/>
              </a:ext>
            </a:extLst>
          </p:cNvPr>
          <p:cNvSpPr/>
          <p:nvPr/>
        </p:nvSpPr>
        <p:spPr>
          <a:xfrm>
            <a:off x="10123996" y="5705856"/>
            <a:ext cx="408920" cy="408920"/>
          </a:xfrm>
          <a:prstGeom prst="rect">
            <a:avLst/>
          </a:prstGeom>
          <a:ln w="12700">
            <a:solidFill>
              <a:srgbClr val="C6890F">
                <a:alpha val="14000"/>
              </a:srgbClr>
            </a:solidFill>
            <a:prstDash val="solid"/>
          </a:ln>
        </p:spPr>
        <p:txBody>
          <a:bodyPr/>
          <a:lstStyle/>
          <a:p>
            <a:endParaRPr lang="en-US" sz="1800"/>
          </a:p>
        </p:txBody>
      </p:sp>
      <p:sp>
        <p:nvSpPr>
          <p:cNvPr id="12" name="Shape 10">
            <a:extLst>
              <a:ext uri="{FF2B5EF4-FFF2-40B4-BE49-F238E27FC236}">
                <a16:creationId xmlns:a16="http://schemas.microsoft.com/office/drawing/2014/main" id="{40909F5D-F56C-0198-A95D-C5E10BA80F7A}"/>
              </a:ext>
            </a:extLst>
          </p:cNvPr>
          <p:cNvSpPr/>
          <p:nvPr/>
        </p:nvSpPr>
        <p:spPr>
          <a:xfrm>
            <a:off x="10599484" y="5705856"/>
            <a:ext cx="408920" cy="408920"/>
          </a:xfrm>
          <a:prstGeom prst="rect">
            <a:avLst/>
          </a:prstGeom>
          <a:ln w="12700">
            <a:solidFill>
              <a:srgbClr val="C6890F">
                <a:alpha val="14000"/>
              </a:srgbClr>
            </a:solidFill>
            <a:prstDash val="solid"/>
          </a:ln>
        </p:spPr>
        <p:txBody>
          <a:bodyPr/>
          <a:lstStyle/>
          <a:p>
            <a:endParaRPr lang="en-US" sz="1800"/>
          </a:p>
        </p:txBody>
      </p:sp>
      <p:sp>
        <p:nvSpPr>
          <p:cNvPr id="13" name="Shape 11">
            <a:extLst>
              <a:ext uri="{FF2B5EF4-FFF2-40B4-BE49-F238E27FC236}">
                <a16:creationId xmlns:a16="http://schemas.microsoft.com/office/drawing/2014/main" id="{2D471A94-5968-10B4-D44E-FBDE9965B2CA}"/>
              </a:ext>
            </a:extLst>
          </p:cNvPr>
          <p:cNvSpPr/>
          <p:nvPr/>
        </p:nvSpPr>
        <p:spPr>
          <a:xfrm>
            <a:off x="11074972" y="5705856"/>
            <a:ext cx="408920" cy="408920"/>
          </a:xfrm>
          <a:prstGeom prst="rect">
            <a:avLst/>
          </a:prstGeom>
          <a:ln w="12700">
            <a:solidFill>
              <a:srgbClr val="C6890F">
                <a:alpha val="14000"/>
              </a:srgbClr>
            </a:solidFill>
            <a:prstDash val="solid"/>
          </a:ln>
        </p:spPr>
        <p:txBody>
          <a:bodyPr/>
          <a:lstStyle/>
          <a:p>
            <a:endParaRPr lang="en-US" sz="1800"/>
          </a:p>
        </p:txBody>
      </p:sp>
      <p:sp>
        <p:nvSpPr>
          <p:cNvPr id="14" name="Shape 12">
            <a:extLst>
              <a:ext uri="{FF2B5EF4-FFF2-40B4-BE49-F238E27FC236}">
                <a16:creationId xmlns:a16="http://schemas.microsoft.com/office/drawing/2014/main" id="{65713B54-F50D-D78B-9B27-FB8DA21E3833}"/>
              </a:ext>
            </a:extLst>
          </p:cNvPr>
          <p:cNvSpPr/>
          <p:nvPr/>
        </p:nvSpPr>
        <p:spPr>
          <a:xfrm>
            <a:off x="9785668"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5" name="Shape 13">
            <a:extLst>
              <a:ext uri="{FF2B5EF4-FFF2-40B4-BE49-F238E27FC236}">
                <a16:creationId xmlns:a16="http://schemas.microsoft.com/office/drawing/2014/main" id="{27C39FAE-8F93-DB0F-69E1-A9C928A03A16}"/>
              </a:ext>
            </a:extLst>
          </p:cNvPr>
          <p:cNvSpPr/>
          <p:nvPr/>
        </p:nvSpPr>
        <p:spPr>
          <a:xfrm>
            <a:off x="9944408" y="798820"/>
            <a:ext cx="249448" cy="249448"/>
          </a:xfrm>
          <a:prstGeom prst="ellipse">
            <a:avLst/>
          </a:prstGeom>
          <a:ln w="28575">
            <a:solidFill>
              <a:srgbClr val="C6890F">
                <a:alpha val="85000"/>
              </a:srgbClr>
            </a:solidFill>
            <a:prstDash val="solid"/>
          </a:ln>
        </p:spPr>
        <p:txBody>
          <a:bodyPr/>
          <a:lstStyle/>
          <a:p>
            <a:endParaRPr lang="en-US" sz="1800"/>
          </a:p>
        </p:txBody>
      </p:sp>
      <p:sp>
        <p:nvSpPr>
          <p:cNvPr id="16" name="Shape 14">
            <a:extLst>
              <a:ext uri="{FF2B5EF4-FFF2-40B4-BE49-F238E27FC236}">
                <a16:creationId xmlns:a16="http://schemas.microsoft.com/office/drawing/2014/main" id="{3E35063F-0F00-AEB1-8782-57F8A8E9FB11}"/>
              </a:ext>
            </a:extLst>
          </p:cNvPr>
          <p:cNvSpPr/>
          <p:nvPr/>
        </p:nvSpPr>
        <p:spPr>
          <a:xfrm>
            <a:off x="10511336"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7" name="Shape 15">
            <a:extLst>
              <a:ext uri="{FF2B5EF4-FFF2-40B4-BE49-F238E27FC236}">
                <a16:creationId xmlns:a16="http://schemas.microsoft.com/office/drawing/2014/main" id="{64A42016-FC53-3D3A-1982-6B04F71F453C}"/>
              </a:ext>
            </a:extLst>
          </p:cNvPr>
          <p:cNvSpPr/>
          <p:nvPr/>
        </p:nvSpPr>
        <p:spPr>
          <a:xfrm>
            <a:off x="10670076" y="798820"/>
            <a:ext cx="249448" cy="249448"/>
          </a:xfrm>
          <a:prstGeom prst="ellipse">
            <a:avLst/>
          </a:prstGeom>
          <a:ln w="28575">
            <a:solidFill>
              <a:srgbClr val="C6890F">
                <a:alpha val="85000"/>
              </a:srgbClr>
            </a:solidFill>
            <a:prstDash val="solid"/>
          </a:ln>
        </p:spPr>
        <p:txBody>
          <a:bodyPr/>
          <a:lstStyle/>
          <a:p>
            <a:endParaRPr lang="en-US" sz="1800"/>
          </a:p>
        </p:txBody>
      </p:sp>
      <p:sp>
        <p:nvSpPr>
          <p:cNvPr id="18" name="Shape 16">
            <a:extLst>
              <a:ext uri="{FF2B5EF4-FFF2-40B4-BE49-F238E27FC236}">
                <a16:creationId xmlns:a16="http://schemas.microsoft.com/office/drawing/2014/main" id="{DEA9DDAC-E5A4-F8C3-3609-9B89EA904DC3}"/>
              </a:ext>
            </a:extLst>
          </p:cNvPr>
          <p:cNvSpPr/>
          <p:nvPr/>
        </p:nvSpPr>
        <p:spPr>
          <a:xfrm>
            <a:off x="10749446" y="878190"/>
            <a:ext cx="90708" cy="90708"/>
          </a:xfrm>
          <a:prstGeom prst="ellipse">
            <a:avLst/>
          </a:prstGeom>
          <a:solidFill>
            <a:srgbClr val="2E9BC4">
              <a:alpha val="85000"/>
            </a:srgbClr>
          </a:solidFill>
          <a:ln/>
        </p:spPr>
        <p:txBody>
          <a:bodyPr/>
          <a:lstStyle/>
          <a:p>
            <a:endParaRPr lang="en-US" sz="1800"/>
          </a:p>
        </p:txBody>
      </p:sp>
      <p:sp>
        <p:nvSpPr>
          <p:cNvPr id="22" name="Text 20">
            <a:extLst>
              <a:ext uri="{FF2B5EF4-FFF2-40B4-BE49-F238E27FC236}">
                <a16:creationId xmlns:a16="http://schemas.microsoft.com/office/drawing/2014/main" id="{98F7458A-CD5F-CA2D-4911-1BC463F4B7AC}"/>
              </a:ext>
            </a:extLst>
          </p:cNvPr>
          <p:cNvSpPr txBox="1"/>
          <p:nvPr/>
        </p:nvSpPr>
        <p:spPr>
          <a:xfrm>
            <a:off x="605092" y="2651760"/>
            <a:ext cx="10515600" cy="1097280"/>
          </a:xfrm>
          <a:prstGeom prst="rect">
            <a:avLst/>
          </a:prstGeom>
          <a:noFill/>
          <a:ln/>
        </p:spPr>
        <p:txBody>
          <a:bodyPr wrap="square" lIns="0" tIns="0" rIns="0" bIns="0" rtlCol="0" anchor="ctr"/>
          <a:lstStyle/>
          <a:p>
            <a:r>
              <a:rPr lang="en-US" sz="5000" b="1">
                <a:solidFill>
                  <a:srgbClr val="C6890F"/>
                </a:solidFill>
                <a:latin typeface="Arial"/>
                <a:cs typeface="Arial"/>
              </a:rPr>
              <a:t>UAS – GNCC: Design/Prototyping</a:t>
            </a:r>
            <a:endParaRPr lang="en-US"/>
          </a:p>
        </p:txBody>
      </p:sp>
      <p:sp>
        <p:nvSpPr>
          <p:cNvPr id="23" name="Shape 21">
            <a:extLst>
              <a:ext uri="{FF2B5EF4-FFF2-40B4-BE49-F238E27FC236}">
                <a16:creationId xmlns:a16="http://schemas.microsoft.com/office/drawing/2014/main" id="{008D41FF-C7D1-938A-A7F1-C37B10ECD234}"/>
              </a:ext>
            </a:extLst>
          </p:cNvPr>
          <p:cNvSpPr/>
          <p:nvPr/>
        </p:nvSpPr>
        <p:spPr>
          <a:xfrm>
            <a:off x="659956" y="3886200"/>
            <a:ext cx="3108960" cy="0"/>
          </a:xfrm>
          <a:prstGeom prst="line">
            <a:avLst/>
          </a:prstGeom>
          <a:noFill/>
          <a:ln w="25400">
            <a:solidFill>
              <a:srgbClr val="C6890F"/>
            </a:solidFill>
            <a:prstDash val="solid"/>
          </a:ln>
        </p:spPr>
        <p:txBody>
          <a:bodyPr/>
          <a:lstStyle/>
          <a:p>
            <a:endParaRPr lang="en-US" sz="1800"/>
          </a:p>
        </p:txBody>
      </p:sp>
      <p:sp>
        <p:nvSpPr>
          <p:cNvPr id="24" name="Text 22">
            <a:extLst>
              <a:ext uri="{FF2B5EF4-FFF2-40B4-BE49-F238E27FC236}">
                <a16:creationId xmlns:a16="http://schemas.microsoft.com/office/drawing/2014/main" id="{1B9D348E-DB92-B0C4-4EAF-6DD161733DD0}"/>
              </a:ext>
            </a:extLst>
          </p:cNvPr>
          <p:cNvSpPr txBox="1"/>
          <p:nvPr/>
        </p:nvSpPr>
        <p:spPr>
          <a:xfrm>
            <a:off x="641668" y="4114800"/>
            <a:ext cx="8686800" cy="548640"/>
          </a:xfrm>
          <a:prstGeom prst="rect">
            <a:avLst/>
          </a:prstGeom>
          <a:noFill/>
          <a:ln/>
        </p:spPr>
        <p:txBody>
          <a:bodyPr wrap="square" lIns="0" tIns="0" rIns="0" bIns="0" rtlCol="0" anchor="ctr"/>
          <a:lstStyle/>
          <a:p>
            <a:r>
              <a:rPr lang="en-US" sz="1600">
                <a:solidFill>
                  <a:srgbClr val="E9E3D6"/>
                </a:solidFill>
                <a:latin typeface="Arial"/>
                <a:cs typeface="Arial"/>
              </a:rPr>
              <a:t>Trade-studies</a:t>
            </a:r>
            <a:endParaRPr lang="en-US" sz="1800"/>
          </a:p>
        </p:txBody>
      </p:sp>
      <p:sp>
        <p:nvSpPr>
          <p:cNvPr id="19" name="Text 19">
            <a:extLst>
              <a:ext uri="{FF2B5EF4-FFF2-40B4-BE49-F238E27FC236}">
                <a16:creationId xmlns:a16="http://schemas.microsoft.com/office/drawing/2014/main" id="{6A74718B-B940-3BE4-F3F1-F397B48650F8}"/>
              </a:ext>
            </a:extLst>
          </p:cNvPr>
          <p:cNvSpPr txBox="1"/>
          <p:nvPr/>
        </p:nvSpPr>
        <p:spPr>
          <a:xfrm>
            <a:off x="641500" y="2194881"/>
            <a:ext cx="8227457" cy="36566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kern="0" spc="300">
                <a:solidFill>
                  <a:srgbClr val="2E9BC4"/>
                </a:solidFill>
                <a:latin typeface="Arial"/>
                <a:ea typeface="Arial" pitchFamily="34" charset="-122"/>
                <a:cs typeface="Arial"/>
              </a:rPr>
              <a:t>ASEN 4018-013</a:t>
            </a:r>
            <a:endParaRPr lang="en-US" sz="1400">
              <a:latin typeface="Arial"/>
              <a:cs typeface="Arial"/>
            </a:endParaRPr>
          </a:p>
        </p:txBody>
      </p:sp>
      <p:sp>
        <p:nvSpPr>
          <p:cNvPr id="20" name="Slide Number Placeholder 23">
            <a:extLst>
              <a:ext uri="{FF2B5EF4-FFF2-40B4-BE49-F238E27FC236}">
                <a16:creationId xmlns:a16="http://schemas.microsoft.com/office/drawing/2014/main" id="{FBCAF06D-4CD6-EBA3-6129-F1FA94BE4A1C}"/>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solidFill>
                  <a:schemeClr val="bg1"/>
                </a:solidFill>
              </a:rPr>
              <a:t>76</a:t>
            </a:fld>
            <a:endParaRPr lang="en-US">
              <a:solidFill>
                <a:schemeClr val="bg1"/>
              </a:solidFill>
            </a:endParaRPr>
          </a:p>
        </p:txBody>
      </p:sp>
    </p:spTree>
    <p:extLst>
      <p:ext uri="{BB962C8B-B14F-4D97-AF65-F5344CB8AC3E}">
        <p14:creationId xmlns:p14="http://schemas.microsoft.com/office/powerpoint/2010/main" val="65592687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8F2A8-4D27-89AE-89D3-8333E9597F7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31A3024-8D2E-04EC-E455-CF8C439011CA}"/>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D4C2B37A-33D4-A30A-14EA-0EBC6A0AEA7A}"/>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F70D709F-87E9-B1FB-9C1F-13B9430711CB}"/>
              </a:ext>
            </a:extLst>
          </p:cNvPr>
          <p:cNvSpPr txBox="1"/>
          <p:nvPr/>
        </p:nvSpPr>
        <p:spPr>
          <a:xfrm>
            <a:off x="1281748" y="353648"/>
            <a:ext cx="7680960" cy="658368"/>
          </a:xfrm>
          <a:prstGeom prst="rect">
            <a:avLst/>
          </a:prstGeom>
          <a:noFill/>
          <a:ln/>
        </p:spPr>
        <p:txBody>
          <a:bodyPr wrap="square" lIns="0" tIns="0" rIns="0" bIns="0" rtlCol="0" anchor="ctr"/>
          <a:lstStyle/>
          <a:p>
            <a:r>
              <a:rPr lang="en-US" sz="2800" b="1" kern="0" spc="100">
                <a:solidFill>
                  <a:srgbClr val="2B2A28"/>
                </a:solidFill>
                <a:latin typeface="Arial"/>
                <a:cs typeface="Arial"/>
              </a:rPr>
              <a:t>Path Forward</a:t>
            </a:r>
          </a:p>
        </p:txBody>
      </p:sp>
      <p:sp>
        <p:nvSpPr>
          <p:cNvPr id="5" name="Shape 2">
            <a:extLst>
              <a:ext uri="{FF2B5EF4-FFF2-40B4-BE49-F238E27FC236}">
                <a16:creationId xmlns:a16="http://schemas.microsoft.com/office/drawing/2014/main" id="{2CAC1514-2BDA-E5BC-274A-DFB40C6D4863}"/>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9C53B904-F404-D144-F125-8BCC55CE52A8}"/>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graphicFrame>
        <p:nvGraphicFramePr>
          <p:cNvPr id="8" name="Table 7">
            <a:extLst>
              <a:ext uri="{FF2B5EF4-FFF2-40B4-BE49-F238E27FC236}">
                <a16:creationId xmlns:a16="http://schemas.microsoft.com/office/drawing/2014/main" id="{2D833F99-4268-D3DE-DE27-CDF9FAD2C6E9}"/>
              </a:ext>
            </a:extLst>
          </p:cNvPr>
          <p:cNvGraphicFramePr>
            <a:graphicFrameLocks noGrp="1"/>
          </p:cNvGraphicFramePr>
          <p:nvPr>
            <p:extLst>
              <p:ext uri="{D42A27DB-BD31-4B8C-83A1-F6EECF244321}">
                <p14:modId xmlns:p14="http://schemas.microsoft.com/office/powerpoint/2010/main" val="904496476"/>
              </p:ext>
            </p:extLst>
          </p:nvPr>
        </p:nvGraphicFramePr>
        <p:xfrm>
          <a:off x="1055076" y="1494691"/>
          <a:ext cx="10082072" cy="4526027"/>
        </p:xfrm>
        <a:graphic>
          <a:graphicData uri="http://schemas.openxmlformats.org/drawingml/2006/table">
            <a:tbl>
              <a:tblPr bandRow="1">
                <a:tableStyleId>{5C22544A-7EE6-4342-B048-85BDC9FD1C3A}</a:tableStyleId>
              </a:tblPr>
              <a:tblGrid>
                <a:gridCol w="3499994">
                  <a:extLst>
                    <a:ext uri="{9D8B030D-6E8A-4147-A177-3AD203B41FA5}">
                      <a16:colId xmlns:a16="http://schemas.microsoft.com/office/drawing/2014/main" val="2753146721"/>
                    </a:ext>
                  </a:extLst>
                </a:gridCol>
                <a:gridCol w="2194026">
                  <a:extLst>
                    <a:ext uri="{9D8B030D-6E8A-4147-A177-3AD203B41FA5}">
                      <a16:colId xmlns:a16="http://schemas.microsoft.com/office/drawing/2014/main" val="227563140"/>
                    </a:ext>
                  </a:extLst>
                </a:gridCol>
                <a:gridCol w="2194026">
                  <a:extLst>
                    <a:ext uri="{9D8B030D-6E8A-4147-A177-3AD203B41FA5}">
                      <a16:colId xmlns:a16="http://schemas.microsoft.com/office/drawing/2014/main" val="12834235"/>
                    </a:ext>
                  </a:extLst>
                </a:gridCol>
                <a:gridCol w="2194026">
                  <a:extLst>
                    <a:ext uri="{9D8B030D-6E8A-4147-A177-3AD203B41FA5}">
                      <a16:colId xmlns:a16="http://schemas.microsoft.com/office/drawing/2014/main" val="418012683"/>
                    </a:ext>
                  </a:extLst>
                </a:gridCol>
              </a:tblGrid>
              <a:tr h="452603">
                <a:tc>
                  <a:txBody>
                    <a:bodyPr/>
                    <a:lstStyle/>
                    <a:p>
                      <a:pPr marL="0" indent="0" algn="l" fontAlgn="base">
                        <a:buNone/>
                      </a:pPr>
                      <a:r>
                        <a:rPr lang="en-US" sz="1050" b="1" i="0">
                          <a:solidFill>
                            <a:srgbClr val="C6890F"/>
                          </a:solidFill>
                          <a:effectLst/>
                          <a:latin typeface="Arial"/>
                        </a:rPr>
                        <a:t>PENDING ITEMS</a:t>
                      </a:r>
                      <a:endParaRPr lang="en-US" b="0" i="0">
                        <a:solidFill>
                          <a:srgbClr val="000000"/>
                        </a:solidFill>
                        <a:effectLst/>
                        <a:latin typeface="Arial"/>
                      </a:endParaRP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2B2A28"/>
                    </a:solidFill>
                  </a:tcPr>
                </a:tc>
                <a:tc>
                  <a:txBody>
                    <a:bodyPr/>
                    <a:lstStyle/>
                    <a:p>
                      <a:pPr marL="0" indent="0" algn="ctr" fontAlgn="base">
                        <a:buNone/>
                      </a:pPr>
                      <a:r>
                        <a:rPr lang="en-US" sz="1050" b="1" i="0">
                          <a:solidFill>
                            <a:srgbClr val="C6890F"/>
                          </a:solidFill>
                          <a:effectLst/>
                          <a:latin typeface="Arial"/>
                        </a:rPr>
                        <a:t>PLANNED</a:t>
                      </a:r>
                      <a:endParaRPr lang="en-US" b="0" i="0">
                        <a:solidFill>
                          <a:srgbClr val="000000"/>
                        </a:solidFill>
                        <a:effectLst/>
                        <a:latin typeface="Arial"/>
                      </a:endParaRP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2B2A28"/>
                    </a:solidFill>
                  </a:tcPr>
                </a:tc>
                <a:tc>
                  <a:txBody>
                    <a:bodyPr/>
                    <a:lstStyle/>
                    <a:p>
                      <a:pPr marL="0" indent="0" algn="ctr" fontAlgn="base">
                        <a:buNone/>
                      </a:pPr>
                      <a:r>
                        <a:rPr lang="en-US" sz="1050" b="1" i="0">
                          <a:solidFill>
                            <a:srgbClr val="C6890F"/>
                          </a:solidFill>
                          <a:effectLst/>
                          <a:latin typeface="Arial"/>
                        </a:rPr>
                        <a:t>IN PROGRESS</a:t>
                      </a: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2B2A28"/>
                    </a:solidFill>
                  </a:tcPr>
                </a:tc>
                <a:tc>
                  <a:txBody>
                    <a:bodyPr/>
                    <a:lstStyle/>
                    <a:p>
                      <a:pPr marL="0" indent="0" algn="ctr" fontAlgn="base">
                        <a:buNone/>
                      </a:pPr>
                      <a:r>
                        <a:rPr lang="en-US" sz="1050" b="1" i="0">
                          <a:solidFill>
                            <a:srgbClr val="C6890F"/>
                          </a:solidFill>
                          <a:effectLst/>
                          <a:latin typeface="Arial"/>
                        </a:rPr>
                        <a:t>COMPLETED</a:t>
                      </a:r>
                      <a:endParaRPr lang="en-US" b="0" i="0">
                        <a:solidFill>
                          <a:srgbClr val="000000"/>
                        </a:solidFill>
                        <a:effectLst/>
                        <a:latin typeface="Arial"/>
                      </a:endParaRP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2B2A28"/>
                    </a:solidFill>
                  </a:tcPr>
                </a:tc>
                <a:extLst>
                  <a:ext uri="{0D108BD9-81ED-4DB2-BD59-A6C34878D82A}">
                    <a16:rowId xmlns:a16="http://schemas.microsoft.com/office/drawing/2014/main" val="999613101"/>
                  </a:ext>
                </a:extLst>
              </a:tr>
              <a:tr h="678904">
                <a:tc>
                  <a:txBody>
                    <a:bodyPr/>
                    <a:lstStyle/>
                    <a:p>
                      <a:pPr marL="0" indent="0" algn="l" fontAlgn="base">
                        <a:buNone/>
                      </a:pPr>
                      <a:r>
                        <a:rPr lang="en-US" sz="1100" b="0" i="0">
                          <a:solidFill>
                            <a:srgbClr val="000000"/>
                          </a:solidFill>
                          <a:effectLst/>
                          <a:latin typeface="Arial"/>
                        </a:rPr>
                        <a:t>Waypoint Development/Flight Algorithm Modelling</a:t>
                      </a: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tc>
                  <a:txBody>
                    <a:bodyPr/>
                    <a:lstStyle/>
                    <a:p>
                      <a:pPr marL="0" indent="0" algn="ctr" fontAlgn="base">
                        <a:buNone/>
                      </a:pPr>
                      <a:r>
                        <a:rPr lang="en-US" sz="1100" b="0" i="0">
                          <a:solidFill>
                            <a:srgbClr val="000000"/>
                          </a:solidFill>
                          <a:effectLst/>
                          <a:latin typeface="Arial"/>
                        </a:rPr>
                        <a:t>X</a:t>
                      </a: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tc>
                  <a:txBody>
                    <a:bodyPr/>
                    <a:lstStyle/>
                    <a:p>
                      <a:pPr lvl="0" algn="ctr">
                        <a:lnSpc>
                          <a:spcPct val="100000"/>
                        </a:lnSpc>
                        <a:spcBef>
                          <a:spcPts val="0"/>
                        </a:spcBef>
                        <a:spcAft>
                          <a:spcPts val="0"/>
                        </a:spcAft>
                        <a:buNone/>
                      </a:pPr>
                      <a:endParaRPr lang="en-US" sz="1100" b="0" i="0" u="none" strike="noStrike" noProof="0">
                        <a:solidFill>
                          <a:srgbClr val="000000"/>
                        </a:solidFill>
                        <a:effectLst/>
                        <a:latin typeface="Arial"/>
                        <a:cs typeface="Arial"/>
                      </a:endParaRPr>
                    </a:p>
                    <a:p>
                      <a:pPr lvl="0">
                        <a:buNone/>
                      </a:pPr>
                      <a:endParaRPr lang="en-US">
                        <a:effectLst/>
                      </a:endParaRPr>
                    </a:p>
                  </a:txBody>
                  <a:tcPr anchor="b">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tc>
                  <a:txBody>
                    <a:bodyPr/>
                    <a:lstStyle/>
                    <a:p>
                      <a:pPr fontAlgn="ctr">
                        <a:buNone/>
                      </a:pPr>
                      <a:endParaRPr lang="en-US">
                        <a:effectLst/>
                      </a:endParaRP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extLst>
                  <a:ext uri="{0D108BD9-81ED-4DB2-BD59-A6C34878D82A}">
                    <a16:rowId xmlns:a16="http://schemas.microsoft.com/office/drawing/2014/main" val="1765898286"/>
                  </a:ext>
                </a:extLst>
              </a:tr>
              <a:tr h="678904">
                <a:tc>
                  <a:txBody>
                    <a:bodyPr/>
                    <a:lstStyle/>
                    <a:p>
                      <a:pPr marL="0" indent="0" algn="l" fontAlgn="base">
                        <a:buNone/>
                      </a:pPr>
                      <a:r>
                        <a:rPr lang="en-US" sz="1100" b="0" i="0">
                          <a:solidFill>
                            <a:srgbClr val="000000"/>
                          </a:solidFill>
                          <a:effectLst/>
                          <a:latin typeface="Arial"/>
                        </a:rPr>
                        <a:t>Sensor-Suite and Fusion Modeling</a:t>
                      </a: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tc>
                  <a:txBody>
                    <a:bodyPr/>
                    <a:lstStyle/>
                    <a:p>
                      <a:pPr marL="0" indent="0" algn="ctr" fontAlgn="base">
                        <a:buNone/>
                      </a:pPr>
                      <a:r>
                        <a:rPr lang="en-US" sz="1100" b="0" i="0">
                          <a:solidFill>
                            <a:srgbClr val="000000"/>
                          </a:solidFill>
                          <a:effectLst/>
                          <a:latin typeface="Arial"/>
                        </a:rPr>
                        <a:t>X</a:t>
                      </a:r>
                      <a:endParaRPr lang="en-US" b="0" i="0">
                        <a:solidFill>
                          <a:srgbClr val="000000"/>
                        </a:solidFill>
                        <a:effectLst/>
                        <a:latin typeface="Arial"/>
                      </a:endParaRP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tc>
                  <a:txBody>
                    <a:bodyPr/>
                    <a:lstStyle/>
                    <a:p>
                      <a:pPr fontAlgn="ctr">
                        <a:buNone/>
                      </a:pPr>
                      <a:endParaRPr lang="en-US">
                        <a:effectLst/>
                      </a:endParaRP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tc>
                  <a:txBody>
                    <a:bodyPr/>
                    <a:lstStyle/>
                    <a:p>
                      <a:pPr fontAlgn="ctr">
                        <a:buNone/>
                      </a:pPr>
                      <a:endParaRPr lang="en-US">
                        <a:effectLst/>
                      </a:endParaRP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extLst>
                  <a:ext uri="{0D108BD9-81ED-4DB2-BD59-A6C34878D82A}">
                    <a16:rowId xmlns:a16="http://schemas.microsoft.com/office/drawing/2014/main" val="1042683526"/>
                  </a:ext>
                </a:extLst>
              </a:tr>
              <a:tr h="678904">
                <a:tc>
                  <a:txBody>
                    <a:bodyPr/>
                    <a:lstStyle/>
                    <a:p>
                      <a:pPr lvl="0">
                        <a:buNone/>
                      </a:pPr>
                      <a:r>
                        <a:rPr lang="en-US" sz="1100" b="0" i="0" u="none" strike="noStrike" noProof="0">
                          <a:solidFill>
                            <a:srgbClr val="000000"/>
                          </a:solidFill>
                          <a:effectLst/>
                          <a:latin typeface="Arial"/>
                          <a:cs typeface="Arial"/>
                        </a:rPr>
                        <a:t>LQR Review &amp; Control Law Integration</a:t>
                      </a:r>
                      <a:endParaRPr lang="en-US"/>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tc>
                  <a:txBody>
                    <a:bodyPr/>
                    <a:lstStyle/>
                    <a:p>
                      <a:pPr lvl="0" algn="ctr">
                        <a:lnSpc>
                          <a:spcPct val="100000"/>
                        </a:lnSpc>
                        <a:spcBef>
                          <a:spcPts val="0"/>
                        </a:spcBef>
                        <a:spcAft>
                          <a:spcPts val="0"/>
                        </a:spcAft>
                        <a:buNone/>
                      </a:pPr>
                      <a:r>
                        <a:rPr lang="en-US" sz="1100" b="0" i="0" u="none" strike="noStrike" noProof="0">
                          <a:solidFill>
                            <a:srgbClr val="000000"/>
                          </a:solidFill>
                          <a:effectLst/>
                          <a:latin typeface="Arial"/>
                          <a:cs typeface="Arial"/>
                        </a:rPr>
                        <a:t>X</a:t>
                      </a: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tc>
                  <a:txBody>
                    <a:bodyPr/>
                    <a:lstStyle/>
                    <a:p>
                      <a:pPr fontAlgn="ctr">
                        <a:buNone/>
                      </a:pPr>
                      <a:endParaRPr lang="en-US">
                        <a:effectLst/>
                      </a:endParaRP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tc>
                  <a:txBody>
                    <a:bodyPr/>
                    <a:lstStyle/>
                    <a:p>
                      <a:pPr fontAlgn="ctr">
                        <a:buNone/>
                      </a:pPr>
                      <a:endParaRPr lang="en-US">
                        <a:effectLst/>
                      </a:endParaRP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extLst>
                  <a:ext uri="{0D108BD9-81ED-4DB2-BD59-A6C34878D82A}">
                    <a16:rowId xmlns:a16="http://schemas.microsoft.com/office/drawing/2014/main" val="709927647"/>
                  </a:ext>
                </a:extLst>
              </a:tr>
              <a:tr h="678904">
                <a:tc>
                  <a:txBody>
                    <a:bodyPr/>
                    <a:lstStyle/>
                    <a:p>
                      <a:pPr lvl="0">
                        <a:buNone/>
                      </a:pPr>
                      <a:r>
                        <a:rPr lang="en-US" sz="1100" b="0" i="0" u="none" strike="noStrike" noProof="0">
                          <a:solidFill>
                            <a:srgbClr val="000000"/>
                          </a:solidFill>
                          <a:effectLst/>
                          <a:latin typeface="Arial"/>
                          <a:cs typeface="Arial"/>
                        </a:rPr>
                        <a:t>Monte-Carlo Gains Simulation </a:t>
                      </a:r>
                      <a:endParaRPr lang="en-US">
                        <a:latin typeface="Arial"/>
                        <a:cs typeface="Arial"/>
                      </a:endParaRPr>
                    </a:p>
                  </a:txBody>
                  <a:tcPr anchor="ctr">
                    <a:lnL w="12181">
                      <a:solidFill>
                        <a:srgbClr val="E4D7BC"/>
                      </a:solidFill>
                    </a:lnL>
                    <a:lnR w="12181">
                      <a:solidFill>
                        <a:srgbClr val="E4D7BC"/>
                      </a:solidFill>
                    </a:lnR>
                    <a:lnT w="12182" cap="flat" cmpd="sng" algn="ctr">
                      <a:solidFill>
                        <a:srgbClr val="E4D7BC"/>
                      </a:solidFill>
                      <a:prstDash val="solid"/>
                      <a:round/>
                      <a:headEnd type="none" w="med" len="med"/>
                      <a:tailEnd type="none" w="med" len="med"/>
                    </a:lnT>
                    <a:lnB w="12181" cap="flat" cmpd="sng" algn="ctr">
                      <a:solidFill>
                        <a:srgbClr val="E4D7BC"/>
                      </a:solidFill>
                      <a:prstDash val="solid"/>
                      <a:round/>
                      <a:headEnd type="none" w="med" len="med"/>
                      <a:tailEnd type="none" w="med" len="med"/>
                    </a:lnB>
                    <a:solidFill>
                      <a:srgbClr val="FFFFFF"/>
                    </a:solidFill>
                  </a:tcPr>
                </a:tc>
                <a:tc>
                  <a:txBody>
                    <a:bodyPr/>
                    <a:lstStyle/>
                    <a:p>
                      <a:pPr lvl="0" algn="ctr">
                        <a:lnSpc>
                          <a:spcPct val="100000"/>
                        </a:lnSpc>
                        <a:spcBef>
                          <a:spcPts val="0"/>
                        </a:spcBef>
                        <a:spcAft>
                          <a:spcPts val="0"/>
                        </a:spcAft>
                        <a:buNone/>
                      </a:pPr>
                      <a:r>
                        <a:rPr lang="en-US" sz="1100" b="0" i="0" u="none" strike="noStrike" noProof="0">
                          <a:solidFill>
                            <a:srgbClr val="000000"/>
                          </a:solidFill>
                          <a:effectLst/>
                          <a:latin typeface="Arial"/>
                          <a:cs typeface="Arial"/>
                        </a:rPr>
                        <a:t>X</a:t>
                      </a:r>
                    </a:p>
                  </a:txBody>
                  <a:tcPr anchor="ctr">
                    <a:lnL w="12181">
                      <a:solidFill>
                        <a:srgbClr val="E4D7BC"/>
                      </a:solidFill>
                    </a:lnL>
                    <a:lnR w="12181">
                      <a:solidFill>
                        <a:srgbClr val="E4D7BC"/>
                      </a:solidFill>
                    </a:lnR>
                    <a:lnT w="12182" cap="flat" cmpd="sng" algn="ctr">
                      <a:solidFill>
                        <a:srgbClr val="E4D7BC"/>
                      </a:solidFill>
                      <a:prstDash val="solid"/>
                      <a:round/>
                      <a:headEnd type="none" w="med" len="med"/>
                      <a:tailEnd type="none" w="med" len="med"/>
                    </a:lnT>
                    <a:lnB w="12181" cap="flat" cmpd="sng" algn="ctr">
                      <a:solidFill>
                        <a:srgbClr val="E4D7BC"/>
                      </a:solidFill>
                      <a:prstDash val="solid"/>
                      <a:round/>
                      <a:headEnd type="none" w="med" len="med"/>
                      <a:tailEnd type="none" w="med" len="med"/>
                    </a:lnB>
                    <a:solidFill>
                      <a:srgbClr val="FFFFFF"/>
                    </a:solidFill>
                  </a:tcPr>
                </a:tc>
                <a:tc>
                  <a:txBody>
                    <a:bodyPr/>
                    <a:lstStyle/>
                    <a:p>
                      <a:pPr lvl="0">
                        <a:buNone/>
                      </a:pPr>
                      <a:endParaRPr lang="en-US">
                        <a:effectLst/>
                      </a:endParaRPr>
                    </a:p>
                  </a:txBody>
                  <a:tcPr anchor="ctr">
                    <a:lnL w="12181">
                      <a:solidFill>
                        <a:srgbClr val="E4D7BC"/>
                      </a:solidFill>
                    </a:lnL>
                    <a:lnR w="12181">
                      <a:solidFill>
                        <a:srgbClr val="E4D7BC"/>
                      </a:solidFill>
                    </a:lnR>
                    <a:lnT w="12182" cap="flat" cmpd="sng" algn="ctr">
                      <a:solidFill>
                        <a:srgbClr val="E4D7BC"/>
                      </a:solidFill>
                      <a:prstDash val="solid"/>
                      <a:round/>
                      <a:headEnd type="none" w="med" len="med"/>
                      <a:tailEnd type="none" w="med" len="med"/>
                    </a:lnT>
                    <a:lnB w="12181" cap="flat" cmpd="sng" algn="ctr">
                      <a:solidFill>
                        <a:srgbClr val="E4D7BC"/>
                      </a:solidFill>
                      <a:prstDash val="solid"/>
                      <a:round/>
                      <a:headEnd type="none" w="med" len="med"/>
                      <a:tailEnd type="none" w="med" len="med"/>
                    </a:lnB>
                    <a:solidFill>
                      <a:srgbClr val="FFFFFF"/>
                    </a:solidFill>
                  </a:tcPr>
                </a:tc>
                <a:tc>
                  <a:txBody>
                    <a:bodyPr/>
                    <a:lstStyle/>
                    <a:p>
                      <a:pPr lvl="0">
                        <a:buNone/>
                      </a:pPr>
                      <a:endParaRPr lang="en-US">
                        <a:effectLst/>
                      </a:endParaRPr>
                    </a:p>
                  </a:txBody>
                  <a:tcPr anchor="ctr">
                    <a:lnL w="12181">
                      <a:solidFill>
                        <a:srgbClr val="E4D7BC"/>
                      </a:solidFill>
                    </a:lnL>
                    <a:lnR w="12181">
                      <a:solidFill>
                        <a:srgbClr val="E4D7BC"/>
                      </a:solidFill>
                    </a:lnR>
                    <a:lnT w="12182" cap="flat" cmpd="sng" algn="ctr">
                      <a:solidFill>
                        <a:srgbClr val="E4D7BC"/>
                      </a:solidFill>
                      <a:prstDash val="solid"/>
                      <a:round/>
                      <a:headEnd type="none" w="med" len="med"/>
                      <a:tailEnd type="none" w="med" len="med"/>
                    </a:lnT>
                    <a:lnB w="12181" cap="flat" cmpd="sng" algn="ctr">
                      <a:solidFill>
                        <a:srgbClr val="E4D7BC"/>
                      </a:solidFill>
                      <a:prstDash val="solid"/>
                      <a:round/>
                      <a:headEnd type="none" w="med" len="med"/>
                      <a:tailEnd type="none" w="med" len="med"/>
                    </a:lnB>
                    <a:solidFill>
                      <a:srgbClr val="FFFFFF"/>
                    </a:solidFill>
                  </a:tcPr>
                </a:tc>
                <a:extLst>
                  <a:ext uri="{0D108BD9-81ED-4DB2-BD59-A6C34878D82A}">
                    <a16:rowId xmlns:a16="http://schemas.microsoft.com/office/drawing/2014/main" val="654105373"/>
                  </a:ext>
                </a:extLst>
              </a:tr>
              <a:tr h="678904">
                <a:tc>
                  <a:txBody>
                    <a:bodyPr/>
                    <a:lstStyle/>
                    <a:p>
                      <a:pPr lvl="0">
                        <a:buNone/>
                      </a:pPr>
                      <a:r>
                        <a:rPr lang="en-US" sz="1100" b="0" i="0" u="none" strike="noStrike" noProof="0">
                          <a:solidFill>
                            <a:srgbClr val="000000"/>
                          </a:solidFill>
                          <a:effectLst/>
                          <a:latin typeface="Arial"/>
                          <a:cs typeface="Arial"/>
                        </a:rPr>
                        <a:t>Software-In-The-Loop-Modeling</a:t>
                      </a:r>
                    </a:p>
                  </a:txBody>
                  <a:tcPr anchor="ctr">
                    <a:lnL w="12180">
                      <a:solidFill>
                        <a:srgbClr val="E4D7BC"/>
                      </a:solidFill>
                    </a:lnL>
                    <a:lnR w="12180">
                      <a:solidFill>
                        <a:srgbClr val="E4D7BC"/>
                      </a:solidFill>
                    </a:lnR>
                    <a:lnT w="12181" cap="flat" cmpd="sng" algn="ctr">
                      <a:solidFill>
                        <a:srgbClr val="E4D7BC"/>
                      </a:solidFill>
                      <a:prstDash val="solid"/>
                      <a:round/>
                      <a:headEnd type="none" w="med" len="med"/>
                      <a:tailEnd type="none" w="med" len="med"/>
                    </a:lnT>
                    <a:lnB w="12181" cap="flat" cmpd="sng" algn="ctr">
                      <a:solidFill>
                        <a:srgbClr val="E4D7BC"/>
                      </a:solidFill>
                      <a:prstDash val="solid"/>
                      <a:round/>
                      <a:headEnd type="none" w="med" len="med"/>
                      <a:tailEnd type="none" w="med" len="med"/>
                    </a:lnB>
                    <a:solidFill>
                      <a:srgbClr val="FFFFFF"/>
                    </a:solidFill>
                  </a:tcPr>
                </a:tc>
                <a:tc>
                  <a:txBody>
                    <a:bodyPr/>
                    <a:lstStyle/>
                    <a:p>
                      <a:pPr lvl="0" algn="ctr">
                        <a:lnSpc>
                          <a:spcPct val="100000"/>
                        </a:lnSpc>
                        <a:spcBef>
                          <a:spcPts val="0"/>
                        </a:spcBef>
                        <a:spcAft>
                          <a:spcPts val="0"/>
                        </a:spcAft>
                        <a:buNone/>
                      </a:pPr>
                      <a:r>
                        <a:rPr lang="en-US" sz="1100" b="0" i="0" u="none" strike="noStrike" noProof="0">
                          <a:solidFill>
                            <a:srgbClr val="000000"/>
                          </a:solidFill>
                          <a:effectLst/>
                          <a:latin typeface="Arial"/>
                          <a:cs typeface="Arial"/>
                        </a:rPr>
                        <a:t>X</a:t>
                      </a:r>
                    </a:p>
                  </a:txBody>
                  <a:tcPr anchor="ctr">
                    <a:lnL w="12180">
                      <a:solidFill>
                        <a:srgbClr val="E4D7BC"/>
                      </a:solidFill>
                    </a:lnL>
                    <a:lnR w="12180">
                      <a:solidFill>
                        <a:srgbClr val="E4D7BC"/>
                      </a:solidFill>
                    </a:lnR>
                    <a:lnT w="12181" cap="flat" cmpd="sng" algn="ctr">
                      <a:solidFill>
                        <a:srgbClr val="E4D7BC"/>
                      </a:solidFill>
                      <a:prstDash val="solid"/>
                      <a:round/>
                      <a:headEnd type="none" w="med" len="med"/>
                      <a:tailEnd type="none" w="med" len="med"/>
                    </a:lnT>
                    <a:lnB w="12181" cap="flat" cmpd="sng" algn="ctr">
                      <a:solidFill>
                        <a:srgbClr val="E4D7BC"/>
                      </a:solidFill>
                      <a:prstDash val="solid"/>
                      <a:round/>
                      <a:headEnd type="none" w="med" len="med"/>
                      <a:tailEnd type="none" w="med" len="med"/>
                    </a:lnB>
                    <a:solidFill>
                      <a:srgbClr val="FFFFFF"/>
                    </a:solidFill>
                  </a:tcPr>
                </a:tc>
                <a:tc>
                  <a:txBody>
                    <a:bodyPr/>
                    <a:lstStyle/>
                    <a:p>
                      <a:pPr lvl="0" algn="ctr">
                        <a:lnSpc>
                          <a:spcPct val="100000"/>
                        </a:lnSpc>
                        <a:spcBef>
                          <a:spcPts val="0"/>
                        </a:spcBef>
                        <a:spcAft>
                          <a:spcPts val="0"/>
                        </a:spcAft>
                        <a:buNone/>
                      </a:pPr>
                      <a:r>
                        <a:rPr lang="en-US" sz="1100" b="0" i="0" u="none" strike="noStrike" noProof="0">
                          <a:solidFill>
                            <a:srgbClr val="000000"/>
                          </a:solidFill>
                          <a:effectLst/>
                          <a:latin typeface="Arial"/>
                          <a:cs typeface="Arial"/>
                        </a:rPr>
                        <a:t>X</a:t>
                      </a:r>
                    </a:p>
                  </a:txBody>
                  <a:tcPr anchor="ctr">
                    <a:lnL w="12180">
                      <a:solidFill>
                        <a:srgbClr val="E4D7BC"/>
                      </a:solidFill>
                    </a:lnL>
                    <a:lnR w="12180">
                      <a:solidFill>
                        <a:srgbClr val="E4D7BC"/>
                      </a:solidFill>
                    </a:lnR>
                    <a:lnT w="12181" cap="flat" cmpd="sng" algn="ctr">
                      <a:solidFill>
                        <a:srgbClr val="E4D7BC"/>
                      </a:solidFill>
                      <a:prstDash val="solid"/>
                      <a:round/>
                      <a:headEnd type="none" w="med" len="med"/>
                      <a:tailEnd type="none" w="med" len="med"/>
                    </a:lnT>
                    <a:lnB w="12181" cap="flat" cmpd="sng" algn="ctr">
                      <a:solidFill>
                        <a:srgbClr val="E4D7BC"/>
                      </a:solidFill>
                      <a:prstDash val="solid"/>
                      <a:round/>
                      <a:headEnd type="none" w="med" len="med"/>
                      <a:tailEnd type="none" w="med" len="med"/>
                    </a:lnB>
                    <a:solidFill>
                      <a:srgbClr val="FFFFFF"/>
                    </a:solidFill>
                  </a:tcPr>
                </a:tc>
                <a:tc>
                  <a:txBody>
                    <a:bodyPr/>
                    <a:lstStyle/>
                    <a:p>
                      <a:pPr lvl="0">
                        <a:buNone/>
                      </a:pPr>
                      <a:endParaRPr lang="en-US">
                        <a:effectLst/>
                      </a:endParaRPr>
                    </a:p>
                  </a:txBody>
                  <a:tcPr anchor="ctr">
                    <a:lnL w="12180">
                      <a:solidFill>
                        <a:srgbClr val="E4D7BC"/>
                      </a:solidFill>
                    </a:lnL>
                    <a:lnR w="12180">
                      <a:solidFill>
                        <a:srgbClr val="E4D7BC"/>
                      </a:solidFill>
                    </a:lnR>
                    <a:lnT w="12181" cap="flat" cmpd="sng" algn="ctr">
                      <a:solidFill>
                        <a:srgbClr val="E4D7BC"/>
                      </a:solidFill>
                      <a:prstDash val="solid"/>
                      <a:round/>
                      <a:headEnd type="none" w="med" len="med"/>
                      <a:tailEnd type="none" w="med" len="med"/>
                    </a:lnT>
                    <a:lnB w="12181" cap="flat" cmpd="sng" algn="ctr">
                      <a:solidFill>
                        <a:srgbClr val="E4D7BC"/>
                      </a:solidFill>
                      <a:prstDash val="solid"/>
                      <a:round/>
                      <a:headEnd type="none" w="med" len="med"/>
                      <a:tailEnd type="none" w="med" len="med"/>
                    </a:lnB>
                    <a:solidFill>
                      <a:srgbClr val="FFFFFF"/>
                    </a:solidFill>
                  </a:tcPr>
                </a:tc>
                <a:extLst>
                  <a:ext uri="{0D108BD9-81ED-4DB2-BD59-A6C34878D82A}">
                    <a16:rowId xmlns:a16="http://schemas.microsoft.com/office/drawing/2014/main" val="2123047127"/>
                  </a:ext>
                </a:extLst>
              </a:tr>
              <a:tr h="678904">
                <a:tc>
                  <a:txBody>
                    <a:bodyPr/>
                    <a:lstStyle/>
                    <a:p>
                      <a:pPr lvl="0">
                        <a:buNone/>
                      </a:pPr>
                      <a:r>
                        <a:rPr lang="en-US" sz="1100" b="0" i="0" u="none" strike="noStrike" noProof="0">
                          <a:solidFill>
                            <a:srgbClr val="000000"/>
                          </a:solidFill>
                          <a:effectLst/>
                          <a:latin typeface="Arial"/>
                          <a:cs typeface="Arial"/>
                        </a:rPr>
                        <a:t>GPS Integration</a:t>
                      </a:r>
                    </a:p>
                  </a:txBody>
                  <a:tcPr anchor="ctr">
                    <a:lnL w="12180">
                      <a:solidFill>
                        <a:srgbClr val="E4D7BC"/>
                      </a:solidFill>
                    </a:lnL>
                    <a:lnR w="12180">
                      <a:solidFill>
                        <a:srgbClr val="E4D7BC"/>
                      </a:solidFill>
                    </a:lnR>
                    <a:lnT w="12181" cap="flat" cmpd="sng" algn="ctr">
                      <a:solidFill>
                        <a:srgbClr val="E4D7BC"/>
                      </a:solidFill>
                      <a:prstDash val="solid"/>
                      <a:round/>
                      <a:headEnd type="none" w="med" len="med"/>
                      <a:tailEnd type="none" w="med" len="med"/>
                    </a:lnT>
                    <a:lnB w="12180">
                      <a:solidFill>
                        <a:srgbClr val="E4D7BC"/>
                      </a:solidFill>
                    </a:lnB>
                    <a:solidFill>
                      <a:srgbClr val="FFFFFF"/>
                    </a:solidFill>
                  </a:tcPr>
                </a:tc>
                <a:tc>
                  <a:txBody>
                    <a:bodyPr/>
                    <a:lstStyle/>
                    <a:p>
                      <a:pPr lvl="0" algn="ctr">
                        <a:lnSpc>
                          <a:spcPct val="100000"/>
                        </a:lnSpc>
                        <a:spcBef>
                          <a:spcPts val="0"/>
                        </a:spcBef>
                        <a:spcAft>
                          <a:spcPts val="0"/>
                        </a:spcAft>
                        <a:buNone/>
                      </a:pPr>
                      <a:r>
                        <a:rPr lang="en-US" sz="1100" b="0" i="0" u="none" strike="noStrike" noProof="0">
                          <a:solidFill>
                            <a:srgbClr val="000000"/>
                          </a:solidFill>
                          <a:effectLst/>
                          <a:latin typeface="Arial"/>
                          <a:cs typeface="Arial"/>
                        </a:rPr>
                        <a:t>X</a:t>
                      </a:r>
                    </a:p>
                  </a:txBody>
                  <a:tcPr anchor="ctr">
                    <a:lnL w="12180">
                      <a:solidFill>
                        <a:srgbClr val="E4D7BC"/>
                      </a:solidFill>
                    </a:lnL>
                    <a:lnR w="12180">
                      <a:solidFill>
                        <a:srgbClr val="E4D7BC"/>
                      </a:solidFill>
                    </a:lnR>
                    <a:lnT w="12181" cap="flat" cmpd="sng" algn="ctr">
                      <a:solidFill>
                        <a:srgbClr val="E4D7BC"/>
                      </a:solidFill>
                      <a:prstDash val="solid"/>
                      <a:round/>
                      <a:headEnd type="none" w="med" len="med"/>
                      <a:tailEnd type="none" w="med" len="med"/>
                    </a:lnT>
                    <a:lnB w="12180">
                      <a:solidFill>
                        <a:srgbClr val="E4D7BC"/>
                      </a:solidFill>
                    </a:lnB>
                    <a:solidFill>
                      <a:srgbClr val="FFFFFF"/>
                    </a:solidFill>
                  </a:tcPr>
                </a:tc>
                <a:tc>
                  <a:txBody>
                    <a:bodyPr/>
                    <a:lstStyle/>
                    <a:p>
                      <a:pPr lvl="0" algn="ctr">
                        <a:lnSpc>
                          <a:spcPct val="100000"/>
                        </a:lnSpc>
                        <a:spcBef>
                          <a:spcPts val="0"/>
                        </a:spcBef>
                        <a:spcAft>
                          <a:spcPts val="0"/>
                        </a:spcAft>
                        <a:buNone/>
                      </a:pPr>
                      <a:endParaRPr lang="en-US" sz="1100" b="0" i="0" u="none" strike="noStrike" noProof="0">
                        <a:solidFill>
                          <a:srgbClr val="000000"/>
                        </a:solidFill>
                        <a:effectLst/>
                        <a:latin typeface="Arial"/>
                        <a:cs typeface="Arial"/>
                      </a:endParaRPr>
                    </a:p>
                  </a:txBody>
                  <a:tcPr anchor="ctr">
                    <a:lnL w="12180">
                      <a:solidFill>
                        <a:srgbClr val="E4D7BC"/>
                      </a:solidFill>
                    </a:lnL>
                    <a:lnR w="12180">
                      <a:solidFill>
                        <a:srgbClr val="E4D7BC"/>
                      </a:solidFill>
                    </a:lnR>
                    <a:lnT w="12181" cap="flat" cmpd="sng" algn="ctr">
                      <a:solidFill>
                        <a:srgbClr val="E4D7BC"/>
                      </a:solidFill>
                      <a:prstDash val="solid"/>
                      <a:round/>
                      <a:headEnd type="none" w="med" len="med"/>
                      <a:tailEnd type="none" w="med" len="med"/>
                    </a:lnT>
                    <a:lnB w="12180">
                      <a:solidFill>
                        <a:srgbClr val="E4D7BC"/>
                      </a:solidFill>
                    </a:lnB>
                    <a:solidFill>
                      <a:srgbClr val="FFFFFF"/>
                    </a:solidFill>
                  </a:tcPr>
                </a:tc>
                <a:tc>
                  <a:txBody>
                    <a:bodyPr/>
                    <a:lstStyle/>
                    <a:p>
                      <a:pPr lvl="0">
                        <a:buNone/>
                      </a:pPr>
                      <a:endParaRPr lang="en-US">
                        <a:effectLst/>
                      </a:endParaRPr>
                    </a:p>
                  </a:txBody>
                  <a:tcPr anchor="ctr">
                    <a:lnL w="12180">
                      <a:solidFill>
                        <a:srgbClr val="E4D7BC"/>
                      </a:solidFill>
                    </a:lnL>
                    <a:lnR w="12180">
                      <a:solidFill>
                        <a:srgbClr val="E4D7BC"/>
                      </a:solidFill>
                    </a:lnR>
                    <a:lnT w="12181" cap="flat" cmpd="sng" algn="ctr">
                      <a:solidFill>
                        <a:srgbClr val="E4D7BC"/>
                      </a:solidFill>
                      <a:prstDash val="solid"/>
                      <a:round/>
                      <a:headEnd type="none" w="med" len="med"/>
                      <a:tailEnd type="none" w="med" len="med"/>
                    </a:lnT>
                    <a:lnB w="12180">
                      <a:solidFill>
                        <a:srgbClr val="E4D7BC"/>
                      </a:solidFill>
                    </a:lnB>
                    <a:solidFill>
                      <a:srgbClr val="FFFFFF"/>
                    </a:solidFill>
                  </a:tcPr>
                </a:tc>
                <a:extLst>
                  <a:ext uri="{0D108BD9-81ED-4DB2-BD59-A6C34878D82A}">
                    <a16:rowId xmlns:a16="http://schemas.microsoft.com/office/drawing/2014/main" val="3124297778"/>
                  </a:ext>
                </a:extLst>
              </a:tr>
            </a:tbl>
          </a:graphicData>
        </a:graphic>
      </p:graphicFrame>
      <p:sp>
        <p:nvSpPr>
          <p:cNvPr id="9" name="Slide Number Placeholder 23">
            <a:extLst>
              <a:ext uri="{FF2B5EF4-FFF2-40B4-BE49-F238E27FC236}">
                <a16:creationId xmlns:a16="http://schemas.microsoft.com/office/drawing/2014/main" id="{8450BFDC-9F73-F829-C212-4D1F2636DAB3}"/>
              </a:ext>
            </a:extLst>
          </p:cNvPr>
          <p:cNvSpPr>
            <a:spLocks noGrp="1"/>
          </p:cNvSpPr>
          <p:nvPr>
            <p:ph type="sldNum" sz="quarter" idx="11"/>
          </p:nvPr>
        </p:nvSpPr>
        <p:spPr>
          <a:xfrm>
            <a:off x="9145743" y="6525958"/>
            <a:ext cx="2743200" cy="365125"/>
          </a:xfrm>
        </p:spPr>
        <p:txBody>
          <a:bodyPr/>
          <a:lstStyle/>
          <a:p>
            <a:fld id="{6ACAF18C-C32B-5246-8B79-94468F598665}" type="slidenum">
              <a:rPr lang="en-US" smtClean="0"/>
              <a:t>77</a:t>
            </a:fld>
            <a:endParaRPr lang="en-US"/>
          </a:p>
        </p:txBody>
      </p:sp>
      <p:grpSp>
        <p:nvGrpSpPr>
          <p:cNvPr id="10" name="Trade Studies Bar - 4 GNC">
            <a:extLst>
              <a:ext uri="{FF2B5EF4-FFF2-40B4-BE49-F238E27FC236}">
                <a16:creationId xmlns:a16="http://schemas.microsoft.com/office/drawing/2014/main" id="{AD25F337-54BB-4942-735A-063C3BAFCC5E}"/>
              </a:ext>
            </a:extLst>
          </p:cNvPr>
          <p:cNvGrpSpPr/>
          <p:nvPr/>
        </p:nvGrpSpPr>
        <p:grpSpPr>
          <a:xfrm>
            <a:off x="814349" y="6570020"/>
            <a:ext cx="10563301" cy="276999"/>
            <a:chOff x="790698" y="5902391"/>
            <a:chExt cx="10563301" cy="276999"/>
          </a:xfrm>
        </p:grpSpPr>
        <p:sp>
          <p:nvSpPr>
            <p:cNvPr id="11" name="Segment 0 - Trade Studies">
              <a:extLst>
                <a:ext uri="{FF2B5EF4-FFF2-40B4-BE49-F238E27FC236}">
                  <a16:creationId xmlns:a16="http://schemas.microsoft.com/office/drawing/2014/main" id="{FE251E21-4E8C-9266-5B96-EDF8D504CFD7}"/>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2" name="Segment 1 - Propulsion">
              <a:extLst>
                <a:ext uri="{FF2B5EF4-FFF2-40B4-BE49-F238E27FC236}">
                  <a16:creationId xmlns:a16="http://schemas.microsoft.com/office/drawing/2014/main" id="{B2EB9E54-0EDE-1670-17F9-85A7A4B4730E}"/>
                </a:ext>
              </a:extLst>
            </p:cNvPr>
            <p:cNvSpPr/>
            <p:nvPr/>
          </p:nvSpPr>
          <p:spPr>
            <a:xfrm>
              <a:off x="268951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Propulsion</a:t>
              </a:r>
            </a:p>
          </p:txBody>
        </p:sp>
        <p:sp>
          <p:nvSpPr>
            <p:cNvPr id="13" name="Segment 2 - Power Systems">
              <a:extLst>
                <a:ext uri="{FF2B5EF4-FFF2-40B4-BE49-F238E27FC236}">
                  <a16:creationId xmlns:a16="http://schemas.microsoft.com/office/drawing/2014/main" id="{0019D1C9-5C90-8350-7610-8C988D2E7655}"/>
                </a:ext>
              </a:extLst>
            </p:cNvPr>
            <p:cNvSpPr/>
            <p:nvPr/>
          </p:nvSpPr>
          <p:spPr>
            <a:xfrm>
              <a:off x="441013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Power Systems</a:t>
              </a:r>
            </a:p>
          </p:txBody>
        </p:sp>
        <p:sp>
          <p:nvSpPr>
            <p:cNvPr id="14" name="Segment 3 - Airframe">
              <a:extLst>
                <a:ext uri="{FF2B5EF4-FFF2-40B4-BE49-F238E27FC236}">
                  <a16:creationId xmlns:a16="http://schemas.microsoft.com/office/drawing/2014/main" id="{9278015A-1362-EE48-CF5D-1058F8A7A079}"/>
                </a:ext>
              </a:extLst>
            </p:cNvPr>
            <p:cNvSpPr/>
            <p:nvPr/>
          </p:nvSpPr>
          <p:spPr>
            <a:xfrm>
              <a:off x="613074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Airframe</a:t>
              </a:r>
              <a:r>
                <a:rPr lang="en-US" sz="1050" b="0">
                  <a:solidFill>
                    <a:srgbClr val="FFFFFF"/>
                  </a:solidFill>
                  <a:latin typeface="Calibri"/>
                </a:rPr>
                <a:t> &amp; Aerodynamics</a:t>
              </a:r>
              <a:endParaRPr sz="1050" b="0">
                <a:solidFill>
                  <a:srgbClr val="FFFFFF"/>
                </a:solidFill>
                <a:latin typeface="Calibri"/>
              </a:endParaRPr>
            </a:p>
          </p:txBody>
        </p:sp>
        <p:sp>
          <p:nvSpPr>
            <p:cNvPr id="15" name="Segment 4 - GNC">
              <a:extLst>
                <a:ext uri="{FF2B5EF4-FFF2-40B4-BE49-F238E27FC236}">
                  <a16:creationId xmlns:a16="http://schemas.microsoft.com/office/drawing/2014/main" id="{B37F6D83-B024-2875-4974-F4CEB97E55E4}"/>
                </a:ext>
              </a:extLst>
            </p:cNvPr>
            <p:cNvSpPr/>
            <p:nvPr/>
          </p:nvSpPr>
          <p:spPr>
            <a:xfrm>
              <a:off x="7851360"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GNC</a:t>
              </a:r>
            </a:p>
          </p:txBody>
        </p:sp>
        <p:sp>
          <p:nvSpPr>
            <p:cNvPr id="16" name="Segment 5 - Avionics">
              <a:extLst>
                <a:ext uri="{FF2B5EF4-FFF2-40B4-BE49-F238E27FC236}">
                  <a16:creationId xmlns:a16="http://schemas.microsoft.com/office/drawing/2014/main" id="{6C3BC2CD-F268-0613-5662-4791AF2E058E}"/>
                </a:ext>
              </a:extLst>
            </p:cNvPr>
            <p:cNvSpPr/>
            <p:nvPr/>
          </p:nvSpPr>
          <p:spPr>
            <a:xfrm>
              <a:off x="9571975" y="5902391"/>
              <a:ext cx="1782024"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Avionics</a:t>
              </a:r>
            </a:p>
          </p:txBody>
        </p:sp>
      </p:grpSp>
    </p:spTree>
    <p:extLst>
      <p:ext uri="{BB962C8B-B14F-4D97-AF65-F5344CB8AC3E}">
        <p14:creationId xmlns:p14="http://schemas.microsoft.com/office/powerpoint/2010/main" val="219023922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2B2A27"/>
        </a:solidFill>
        <a:effectLst/>
      </p:bgPr>
    </p:bg>
    <p:spTree>
      <p:nvGrpSpPr>
        <p:cNvPr id="1" name="">
          <a:extLst>
            <a:ext uri="{FF2B5EF4-FFF2-40B4-BE49-F238E27FC236}">
              <a16:creationId xmlns:a16="http://schemas.microsoft.com/office/drawing/2014/main" id="{D4E20850-ADFA-E50A-49AF-AF5A33B73CA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B195F9D-3E38-A39C-6B8F-D24E9204C735}"/>
              </a:ext>
            </a:extLst>
          </p:cNvPr>
          <p:cNvSpPr/>
          <p:nvPr/>
        </p:nvSpPr>
        <p:spPr>
          <a:xfrm>
            <a:off x="9648508" y="4754880"/>
            <a:ext cx="408920" cy="408920"/>
          </a:xfrm>
          <a:prstGeom prst="rect">
            <a:avLst/>
          </a:prstGeom>
          <a:ln w="12700">
            <a:solidFill>
              <a:srgbClr val="C6890F">
                <a:alpha val="14000"/>
              </a:srgbClr>
            </a:solidFill>
            <a:prstDash val="solid"/>
          </a:ln>
        </p:spPr>
        <p:txBody>
          <a:bodyPr/>
          <a:lstStyle/>
          <a:p>
            <a:endParaRPr lang="en-US" sz="1800"/>
          </a:p>
        </p:txBody>
      </p:sp>
      <p:sp>
        <p:nvSpPr>
          <p:cNvPr id="3" name="Shape 1">
            <a:extLst>
              <a:ext uri="{FF2B5EF4-FFF2-40B4-BE49-F238E27FC236}">
                <a16:creationId xmlns:a16="http://schemas.microsoft.com/office/drawing/2014/main" id="{26E776EA-B2F3-5824-3A66-8BDBF82241AC}"/>
              </a:ext>
            </a:extLst>
          </p:cNvPr>
          <p:cNvSpPr/>
          <p:nvPr/>
        </p:nvSpPr>
        <p:spPr>
          <a:xfrm>
            <a:off x="10123996" y="4754880"/>
            <a:ext cx="408920" cy="408920"/>
          </a:xfrm>
          <a:prstGeom prst="rect">
            <a:avLst/>
          </a:prstGeom>
          <a:ln w="12700">
            <a:solidFill>
              <a:srgbClr val="C6890F">
                <a:alpha val="14000"/>
              </a:srgbClr>
            </a:solidFill>
            <a:prstDash val="solid"/>
          </a:ln>
        </p:spPr>
        <p:txBody>
          <a:bodyPr/>
          <a:lstStyle/>
          <a:p>
            <a:endParaRPr lang="en-US" sz="1800"/>
          </a:p>
        </p:txBody>
      </p:sp>
      <p:sp>
        <p:nvSpPr>
          <p:cNvPr id="4" name="Shape 2">
            <a:extLst>
              <a:ext uri="{FF2B5EF4-FFF2-40B4-BE49-F238E27FC236}">
                <a16:creationId xmlns:a16="http://schemas.microsoft.com/office/drawing/2014/main" id="{2878E6FD-CB47-BD4C-0088-01B02A494C4A}"/>
              </a:ext>
            </a:extLst>
          </p:cNvPr>
          <p:cNvSpPr/>
          <p:nvPr/>
        </p:nvSpPr>
        <p:spPr>
          <a:xfrm>
            <a:off x="10599484" y="4754880"/>
            <a:ext cx="408920" cy="408920"/>
          </a:xfrm>
          <a:prstGeom prst="rect">
            <a:avLst/>
          </a:prstGeom>
          <a:ln w="12700">
            <a:solidFill>
              <a:srgbClr val="C6890F">
                <a:alpha val="14000"/>
              </a:srgbClr>
            </a:solidFill>
            <a:prstDash val="solid"/>
          </a:ln>
        </p:spPr>
        <p:txBody>
          <a:bodyPr/>
          <a:lstStyle/>
          <a:p>
            <a:endParaRPr lang="en-US" sz="1800"/>
          </a:p>
        </p:txBody>
      </p:sp>
      <p:sp>
        <p:nvSpPr>
          <p:cNvPr id="5" name="Shape 3">
            <a:extLst>
              <a:ext uri="{FF2B5EF4-FFF2-40B4-BE49-F238E27FC236}">
                <a16:creationId xmlns:a16="http://schemas.microsoft.com/office/drawing/2014/main" id="{2C17F052-BAB6-EECE-408D-7B702B9DE0EA}"/>
              </a:ext>
            </a:extLst>
          </p:cNvPr>
          <p:cNvSpPr/>
          <p:nvPr/>
        </p:nvSpPr>
        <p:spPr>
          <a:xfrm>
            <a:off x="11074972" y="4754880"/>
            <a:ext cx="408920" cy="408920"/>
          </a:xfrm>
          <a:prstGeom prst="rect">
            <a:avLst/>
          </a:prstGeom>
          <a:ln w="12700">
            <a:solidFill>
              <a:srgbClr val="C6890F">
                <a:alpha val="14000"/>
              </a:srgbClr>
            </a:solidFill>
            <a:prstDash val="solid"/>
          </a:ln>
        </p:spPr>
        <p:txBody>
          <a:bodyPr/>
          <a:lstStyle/>
          <a:p>
            <a:endParaRPr lang="en-US" sz="1800"/>
          </a:p>
        </p:txBody>
      </p:sp>
      <p:sp>
        <p:nvSpPr>
          <p:cNvPr id="6" name="Shape 4">
            <a:extLst>
              <a:ext uri="{FF2B5EF4-FFF2-40B4-BE49-F238E27FC236}">
                <a16:creationId xmlns:a16="http://schemas.microsoft.com/office/drawing/2014/main" id="{9B738FE9-3A19-CD72-F1BE-02A8939BDDDE}"/>
              </a:ext>
            </a:extLst>
          </p:cNvPr>
          <p:cNvSpPr/>
          <p:nvPr/>
        </p:nvSpPr>
        <p:spPr>
          <a:xfrm>
            <a:off x="9648508" y="5230368"/>
            <a:ext cx="408920" cy="408920"/>
          </a:xfrm>
          <a:prstGeom prst="rect">
            <a:avLst/>
          </a:prstGeom>
          <a:ln w="12700">
            <a:solidFill>
              <a:srgbClr val="C6890F">
                <a:alpha val="14000"/>
              </a:srgbClr>
            </a:solidFill>
            <a:prstDash val="solid"/>
          </a:ln>
        </p:spPr>
        <p:txBody>
          <a:bodyPr/>
          <a:lstStyle/>
          <a:p>
            <a:endParaRPr lang="en-US" sz="1800"/>
          </a:p>
        </p:txBody>
      </p:sp>
      <p:sp>
        <p:nvSpPr>
          <p:cNvPr id="7" name="Shape 5">
            <a:extLst>
              <a:ext uri="{FF2B5EF4-FFF2-40B4-BE49-F238E27FC236}">
                <a16:creationId xmlns:a16="http://schemas.microsoft.com/office/drawing/2014/main" id="{32584B5D-1177-1F74-B951-4D1A742A80A8}"/>
              </a:ext>
            </a:extLst>
          </p:cNvPr>
          <p:cNvSpPr/>
          <p:nvPr/>
        </p:nvSpPr>
        <p:spPr>
          <a:xfrm>
            <a:off x="10123996" y="5230368"/>
            <a:ext cx="408920" cy="408920"/>
          </a:xfrm>
          <a:prstGeom prst="rect">
            <a:avLst/>
          </a:prstGeom>
          <a:ln w="12700">
            <a:solidFill>
              <a:srgbClr val="C6890F">
                <a:alpha val="14000"/>
              </a:srgbClr>
            </a:solidFill>
            <a:prstDash val="solid"/>
          </a:ln>
        </p:spPr>
        <p:txBody>
          <a:bodyPr/>
          <a:lstStyle/>
          <a:p>
            <a:endParaRPr lang="en-US" sz="1800"/>
          </a:p>
        </p:txBody>
      </p:sp>
      <p:sp>
        <p:nvSpPr>
          <p:cNvPr id="8" name="Shape 6">
            <a:extLst>
              <a:ext uri="{FF2B5EF4-FFF2-40B4-BE49-F238E27FC236}">
                <a16:creationId xmlns:a16="http://schemas.microsoft.com/office/drawing/2014/main" id="{1E287BC2-5B90-26BD-6132-6B390CE65A4C}"/>
              </a:ext>
            </a:extLst>
          </p:cNvPr>
          <p:cNvSpPr/>
          <p:nvPr/>
        </p:nvSpPr>
        <p:spPr>
          <a:xfrm>
            <a:off x="10599484" y="5230368"/>
            <a:ext cx="408920" cy="408920"/>
          </a:xfrm>
          <a:prstGeom prst="rect">
            <a:avLst/>
          </a:prstGeom>
          <a:ln w="12700">
            <a:solidFill>
              <a:srgbClr val="C6890F">
                <a:alpha val="14000"/>
              </a:srgbClr>
            </a:solidFill>
            <a:prstDash val="solid"/>
          </a:ln>
        </p:spPr>
        <p:txBody>
          <a:bodyPr/>
          <a:lstStyle/>
          <a:p>
            <a:endParaRPr lang="en-US" sz="1800"/>
          </a:p>
        </p:txBody>
      </p:sp>
      <p:sp>
        <p:nvSpPr>
          <p:cNvPr id="9" name="Shape 7">
            <a:extLst>
              <a:ext uri="{FF2B5EF4-FFF2-40B4-BE49-F238E27FC236}">
                <a16:creationId xmlns:a16="http://schemas.microsoft.com/office/drawing/2014/main" id="{844ADC5A-FB6E-337B-7435-0E9E33C08056}"/>
              </a:ext>
            </a:extLst>
          </p:cNvPr>
          <p:cNvSpPr/>
          <p:nvPr/>
        </p:nvSpPr>
        <p:spPr>
          <a:xfrm>
            <a:off x="11074972" y="5230368"/>
            <a:ext cx="408920" cy="408920"/>
          </a:xfrm>
          <a:prstGeom prst="rect">
            <a:avLst/>
          </a:prstGeom>
          <a:ln w="12700">
            <a:solidFill>
              <a:srgbClr val="C6890F">
                <a:alpha val="14000"/>
              </a:srgbClr>
            </a:solidFill>
            <a:prstDash val="solid"/>
          </a:ln>
        </p:spPr>
        <p:txBody>
          <a:bodyPr/>
          <a:lstStyle/>
          <a:p>
            <a:endParaRPr lang="en-US" sz="1800"/>
          </a:p>
        </p:txBody>
      </p:sp>
      <p:sp>
        <p:nvSpPr>
          <p:cNvPr id="10" name="Shape 8">
            <a:extLst>
              <a:ext uri="{FF2B5EF4-FFF2-40B4-BE49-F238E27FC236}">
                <a16:creationId xmlns:a16="http://schemas.microsoft.com/office/drawing/2014/main" id="{9856CCCC-EBB9-F170-BC07-72169DC3B543}"/>
              </a:ext>
            </a:extLst>
          </p:cNvPr>
          <p:cNvSpPr/>
          <p:nvPr/>
        </p:nvSpPr>
        <p:spPr>
          <a:xfrm>
            <a:off x="9648508" y="5705856"/>
            <a:ext cx="408920" cy="408920"/>
          </a:xfrm>
          <a:prstGeom prst="rect">
            <a:avLst/>
          </a:prstGeom>
          <a:ln w="12700">
            <a:solidFill>
              <a:srgbClr val="C6890F">
                <a:alpha val="14000"/>
              </a:srgbClr>
            </a:solidFill>
            <a:prstDash val="solid"/>
          </a:ln>
        </p:spPr>
        <p:txBody>
          <a:bodyPr/>
          <a:lstStyle/>
          <a:p>
            <a:endParaRPr lang="en-US" sz="1800"/>
          </a:p>
        </p:txBody>
      </p:sp>
      <p:sp>
        <p:nvSpPr>
          <p:cNvPr id="11" name="Shape 9">
            <a:extLst>
              <a:ext uri="{FF2B5EF4-FFF2-40B4-BE49-F238E27FC236}">
                <a16:creationId xmlns:a16="http://schemas.microsoft.com/office/drawing/2014/main" id="{496FF3C4-5F3F-A0FB-3F16-7E4EEF29541B}"/>
              </a:ext>
            </a:extLst>
          </p:cNvPr>
          <p:cNvSpPr/>
          <p:nvPr/>
        </p:nvSpPr>
        <p:spPr>
          <a:xfrm>
            <a:off x="10123996" y="5705856"/>
            <a:ext cx="408920" cy="408920"/>
          </a:xfrm>
          <a:prstGeom prst="rect">
            <a:avLst/>
          </a:prstGeom>
          <a:ln w="12700">
            <a:solidFill>
              <a:srgbClr val="C6890F">
                <a:alpha val="14000"/>
              </a:srgbClr>
            </a:solidFill>
            <a:prstDash val="solid"/>
          </a:ln>
        </p:spPr>
        <p:txBody>
          <a:bodyPr/>
          <a:lstStyle/>
          <a:p>
            <a:endParaRPr lang="en-US" sz="1800"/>
          </a:p>
        </p:txBody>
      </p:sp>
      <p:sp>
        <p:nvSpPr>
          <p:cNvPr id="12" name="Shape 10">
            <a:extLst>
              <a:ext uri="{FF2B5EF4-FFF2-40B4-BE49-F238E27FC236}">
                <a16:creationId xmlns:a16="http://schemas.microsoft.com/office/drawing/2014/main" id="{0AAC0F6C-E953-BD74-CFAC-EE7884D73D28}"/>
              </a:ext>
            </a:extLst>
          </p:cNvPr>
          <p:cNvSpPr/>
          <p:nvPr/>
        </p:nvSpPr>
        <p:spPr>
          <a:xfrm>
            <a:off x="10599484" y="5705856"/>
            <a:ext cx="408920" cy="408920"/>
          </a:xfrm>
          <a:prstGeom prst="rect">
            <a:avLst/>
          </a:prstGeom>
          <a:ln w="12700">
            <a:solidFill>
              <a:srgbClr val="C6890F">
                <a:alpha val="14000"/>
              </a:srgbClr>
            </a:solidFill>
            <a:prstDash val="solid"/>
          </a:ln>
        </p:spPr>
        <p:txBody>
          <a:bodyPr/>
          <a:lstStyle/>
          <a:p>
            <a:endParaRPr lang="en-US" sz="1800"/>
          </a:p>
        </p:txBody>
      </p:sp>
      <p:sp>
        <p:nvSpPr>
          <p:cNvPr id="13" name="Shape 11">
            <a:extLst>
              <a:ext uri="{FF2B5EF4-FFF2-40B4-BE49-F238E27FC236}">
                <a16:creationId xmlns:a16="http://schemas.microsoft.com/office/drawing/2014/main" id="{56DC7AC0-6922-73CB-6FE5-AF2AA769FCFF}"/>
              </a:ext>
            </a:extLst>
          </p:cNvPr>
          <p:cNvSpPr/>
          <p:nvPr/>
        </p:nvSpPr>
        <p:spPr>
          <a:xfrm>
            <a:off x="11074972" y="5705856"/>
            <a:ext cx="408920" cy="408920"/>
          </a:xfrm>
          <a:prstGeom prst="rect">
            <a:avLst/>
          </a:prstGeom>
          <a:ln w="12700">
            <a:solidFill>
              <a:srgbClr val="C6890F">
                <a:alpha val="14000"/>
              </a:srgbClr>
            </a:solidFill>
            <a:prstDash val="solid"/>
          </a:ln>
        </p:spPr>
        <p:txBody>
          <a:bodyPr/>
          <a:lstStyle/>
          <a:p>
            <a:endParaRPr lang="en-US" sz="1800"/>
          </a:p>
        </p:txBody>
      </p:sp>
      <p:sp>
        <p:nvSpPr>
          <p:cNvPr id="14" name="Shape 12">
            <a:extLst>
              <a:ext uri="{FF2B5EF4-FFF2-40B4-BE49-F238E27FC236}">
                <a16:creationId xmlns:a16="http://schemas.microsoft.com/office/drawing/2014/main" id="{7AF5010D-CF9E-D251-A4ED-6BD22644C32E}"/>
              </a:ext>
            </a:extLst>
          </p:cNvPr>
          <p:cNvSpPr/>
          <p:nvPr/>
        </p:nvSpPr>
        <p:spPr>
          <a:xfrm>
            <a:off x="9785668"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5" name="Shape 13">
            <a:extLst>
              <a:ext uri="{FF2B5EF4-FFF2-40B4-BE49-F238E27FC236}">
                <a16:creationId xmlns:a16="http://schemas.microsoft.com/office/drawing/2014/main" id="{60C85619-4616-BE6B-C5D6-B6A3F3F351E2}"/>
              </a:ext>
            </a:extLst>
          </p:cNvPr>
          <p:cNvSpPr/>
          <p:nvPr/>
        </p:nvSpPr>
        <p:spPr>
          <a:xfrm>
            <a:off x="9944408" y="798820"/>
            <a:ext cx="249448" cy="249448"/>
          </a:xfrm>
          <a:prstGeom prst="ellipse">
            <a:avLst/>
          </a:prstGeom>
          <a:ln w="28575">
            <a:solidFill>
              <a:srgbClr val="C6890F">
                <a:alpha val="85000"/>
              </a:srgbClr>
            </a:solidFill>
            <a:prstDash val="solid"/>
          </a:ln>
        </p:spPr>
        <p:txBody>
          <a:bodyPr/>
          <a:lstStyle/>
          <a:p>
            <a:endParaRPr lang="en-US" sz="1800"/>
          </a:p>
        </p:txBody>
      </p:sp>
      <p:sp>
        <p:nvSpPr>
          <p:cNvPr id="16" name="Shape 14">
            <a:extLst>
              <a:ext uri="{FF2B5EF4-FFF2-40B4-BE49-F238E27FC236}">
                <a16:creationId xmlns:a16="http://schemas.microsoft.com/office/drawing/2014/main" id="{7C56F35E-A9C0-D732-AD1A-042B4C178D58}"/>
              </a:ext>
            </a:extLst>
          </p:cNvPr>
          <p:cNvSpPr/>
          <p:nvPr/>
        </p:nvSpPr>
        <p:spPr>
          <a:xfrm>
            <a:off x="10511336"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7" name="Shape 15">
            <a:extLst>
              <a:ext uri="{FF2B5EF4-FFF2-40B4-BE49-F238E27FC236}">
                <a16:creationId xmlns:a16="http://schemas.microsoft.com/office/drawing/2014/main" id="{8C02E7B6-6FFE-80AC-9D88-49A0FBFE4C8F}"/>
              </a:ext>
            </a:extLst>
          </p:cNvPr>
          <p:cNvSpPr/>
          <p:nvPr/>
        </p:nvSpPr>
        <p:spPr>
          <a:xfrm>
            <a:off x="10670076" y="798820"/>
            <a:ext cx="249448" cy="249448"/>
          </a:xfrm>
          <a:prstGeom prst="ellipse">
            <a:avLst/>
          </a:prstGeom>
          <a:ln w="28575">
            <a:solidFill>
              <a:srgbClr val="C6890F">
                <a:alpha val="85000"/>
              </a:srgbClr>
            </a:solidFill>
            <a:prstDash val="solid"/>
          </a:ln>
        </p:spPr>
        <p:txBody>
          <a:bodyPr/>
          <a:lstStyle/>
          <a:p>
            <a:endParaRPr lang="en-US" sz="1800"/>
          </a:p>
        </p:txBody>
      </p:sp>
      <p:sp>
        <p:nvSpPr>
          <p:cNvPr id="18" name="Shape 16">
            <a:extLst>
              <a:ext uri="{FF2B5EF4-FFF2-40B4-BE49-F238E27FC236}">
                <a16:creationId xmlns:a16="http://schemas.microsoft.com/office/drawing/2014/main" id="{B090A61A-3A16-C3D5-0BE4-1AD114B7C616}"/>
              </a:ext>
            </a:extLst>
          </p:cNvPr>
          <p:cNvSpPr/>
          <p:nvPr/>
        </p:nvSpPr>
        <p:spPr>
          <a:xfrm>
            <a:off x="10749446" y="878190"/>
            <a:ext cx="90708" cy="90708"/>
          </a:xfrm>
          <a:prstGeom prst="ellipse">
            <a:avLst/>
          </a:prstGeom>
          <a:solidFill>
            <a:srgbClr val="2E9BC4">
              <a:alpha val="85000"/>
            </a:srgbClr>
          </a:solidFill>
          <a:ln/>
        </p:spPr>
        <p:txBody>
          <a:bodyPr/>
          <a:lstStyle/>
          <a:p>
            <a:endParaRPr lang="en-US" sz="1800"/>
          </a:p>
        </p:txBody>
      </p:sp>
      <p:sp>
        <p:nvSpPr>
          <p:cNvPr id="22" name="Text 20">
            <a:extLst>
              <a:ext uri="{FF2B5EF4-FFF2-40B4-BE49-F238E27FC236}">
                <a16:creationId xmlns:a16="http://schemas.microsoft.com/office/drawing/2014/main" id="{F457EB5F-6E9C-2A47-0CE5-AB96B1E01AB4}"/>
              </a:ext>
            </a:extLst>
          </p:cNvPr>
          <p:cNvSpPr txBox="1"/>
          <p:nvPr/>
        </p:nvSpPr>
        <p:spPr>
          <a:xfrm>
            <a:off x="605092" y="2651760"/>
            <a:ext cx="10515600" cy="1097280"/>
          </a:xfrm>
          <a:prstGeom prst="rect">
            <a:avLst/>
          </a:prstGeom>
          <a:noFill/>
          <a:ln/>
        </p:spPr>
        <p:txBody>
          <a:bodyPr wrap="square" lIns="0" tIns="0" rIns="0" bIns="0" rtlCol="0" anchor="ctr"/>
          <a:lstStyle/>
          <a:p>
            <a:r>
              <a:rPr lang="en-US" sz="5000" b="1">
                <a:solidFill>
                  <a:srgbClr val="C6890F"/>
                </a:solidFill>
                <a:latin typeface="Arial"/>
                <a:cs typeface="Arial"/>
              </a:rPr>
              <a:t>Avionics</a:t>
            </a:r>
            <a:endParaRPr lang="en-US"/>
          </a:p>
        </p:txBody>
      </p:sp>
      <p:sp>
        <p:nvSpPr>
          <p:cNvPr id="23" name="Shape 21">
            <a:extLst>
              <a:ext uri="{FF2B5EF4-FFF2-40B4-BE49-F238E27FC236}">
                <a16:creationId xmlns:a16="http://schemas.microsoft.com/office/drawing/2014/main" id="{F8F9ED2F-2844-79A9-92C1-F355E33D7A93}"/>
              </a:ext>
            </a:extLst>
          </p:cNvPr>
          <p:cNvSpPr/>
          <p:nvPr/>
        </p:nvSpPr>
        <p:spPr>
          <a:xfrm>
            <a:off x="659956" y="3886200"/>
            <a:ext cx="3108960" cy="0"/>
          </a:xfrm>
          <a:prstGeom prst="line">
            <a:avLst/>
          </a:prstGeom>
          <a:noFill/>
          <a:ln w="25400">
            <a:solidFill>
              <a:srgbClr val="C6890F"/>
            </a:solidFill>
            <a:prstDash val="solid"/>
          </a:ln>
        </p:spPr>
        <p:txBody>
          <a:bodyPr/>
          <a:lstStyle/>
          <a:p>
            <a:endParaRPr lang="en-US" sz="1800"/>
          </a:p>
        </p:txBody>
      </p:sp>
      <p:sp>
        <p:nvSpPr>
          <p:cNvPr id="24" name="Text 22">
            <a:extLst>
              <a:ext uri="{FF2B5EF4-FFF2-40B4-BE49-F238E27FC236}">
                <a16:creationId xmlns:a16="http://schemas.microsoft.com/office/drawing/2014/main" id="{39B6A4D9-41BE-9588-AE27-E4CEF9A245B8}"/>
              </a:ext>
            </a:extLst>
          </p:cNvPr>
          <p:cNvSpPr txBox="1"/>
          <p:nvPr/>
        </p:nvSpPr>
        <p:spPr>
          <a:xfrm>
            <a:off x="641668" y="4114800"/>
            <a:ext cx="8686800" cy="548640"/>
          </a:xfrm>
          <a:prstGeom prst="rect">
            <a:avLst/>
          </a:prstGeom>
          <a:noFill/>
          <a:ln/>
        </p:spPr>
        <p:txBody>
          <a:bodyPr wrap="square" lIns="0" tIns="0" rIns="0" bIns="0" rtlCol="0" anchor="ctr"/>
          <a:lstStyle/>
          <a:p>
            <a:r>
              <a:rPr lang="en-US" sz="1600">
                <a:solidFill>
                  <a:srgbClr val="E9E3D6"/>
                </a:solidFill>
                <a:latin typeface="Arial"/>
                <a:cs typeface="Arial"/>
              </a:rPr>
              <a:t>Trade Studies</a:t>
            </a:r>
            <a:endParaRPr lang="en-US" sz="1800"/>
          </a:p>
        </p:txBody>
      </p:sp>
      <p:sp>
        <p:nvSpPr>
          <p:cNvPr id="19" name="Text 19">
            <a:extLst>
              <a:ext uri="{FF2B5EF4-FFF2-40B4-BE49-F238E27FC236}">
                <a16:creationId xmlns:a16="http://schemas.microsoft.com/office/drawing/2014/main" id="{FE3A74D0-A9BD-CFF8-6DFB-1BB33BD807CA}"/>
              </a:ext>
            </a:extLst>
          </p:cNvPr>
          <p:cNvSpPr txBox="1"/>
          <p:nvPr/>
        </p:nvSpPr>
        <p:spPr>
          <a:xfrm>
            <a:off x="641500" y="2194881"/>
            <a:ext cx="8227457" cy="36566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kern="0" spc="300">
                <a:solidFill>
                  <a:srgbClr val="2E9BC4"/>
                </a:solidFill>
                <a:latin typeface="Arial"/>
                <a:ea typeface="Arial" pitchFamily="34" charset="-122"/>
                <a:cs typeface="Arial"/>
              </a:rPr>
              <a:t>ASEN 4018-013</a:t>
            </a:r>
            <a:endParaRPr lang="en-US" sz="1400">
              <a:latin typeface="Arial"/>
              <a:cs typeface="Arial"/>
            </a:endParaRPr>
          </a:p>
        </p:txBody>
      </p:sp>
      <p:sp>
        <p:nvSpPr>
          <p:cNvPr id="26" name="Slide Number Placeholder 23">
            <a:extLst>
              <a:ext uri="{FF2B5EF4-FFF2-40B4-BE49-F238E27FC236}">
                <a16:creationId xmlns:a16="http://schemas.microsoft.com/office/drawing/2014/main" id="{22AB4115-1988-067D-8066-A6F8C47519E9}"/>
              </a:ext>
            </a:extLst>
          </p:cNvPr>
          <p:cNvSpPr txBox="1">
            <a:spLocks/>
          </p:cNvSpPr>
          <p:nvPr/>
        </p:nvSpPr>
        <p:spPr>
          <a:xfrm>
            <a:off x="9145743" y="652595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ACAF18C-C32B-5246-8B79-94468F598665}" type="slidenum">
              <a:rPr lang="en-US" smtClean="0">
                <a:solidFill>
                  <a:schemeClr val="bg1"/>
                </a:solidFill>
              </a:rPr>
              <a:pPr/>
              <a:t>78</a:t>
            </a:fld>
            <a:endParaRPr lang="en-US">
              <a:solidFill>
                <a:schemeClr val="bg1"/>
              </a:solidFill>
            </a:endParaRPr>
          </a:p>
        </p:txBody>
      </p:sp>
    </p:spTree>
    <p:extLst>
      <p:ext uri="{BB962C8B-B14F-4D97-AF65-F5344CB8AC3E}">
        <p14:creationId xmlns:p14="http://schemas.microsoft.com/office/powerpoint/2010/main" val="244769015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latin typeface="Arial" panose="020B0604020202020204" pitchFamily="34" charset="0"/>
              <a:cs typeface="Arial" panose="020B0604020202020204" pitchFamily="34" charset="0"/>
            </a:endParaRPr>
          </a:p>
        </p:txBody>
      </p:sp>
      <p:pic>
        <p:nvPicPr>
          <p:cNvPr id="3" name="Image 0" descr="preencoded.png"/>
          <p:cNvPicPr>
            <a:picLocks noChangeAspect="1"/>
          </p:cNvPicPr>
          <p:nvPr/>
        </p:nvPicPr>
        <p:blipFill>
          <a:blip r:embed="rId4"/>
          <a:stretch>
            <a:fillRect/>
          </a:stretch>
        </p:blipFill>
        <p:spPr>
          <a:xfrm>
            <a:off x="579489" y="504749"/>
            <a:ext cx="362102" cy="362102"/>
          </a:xfrm>
          <a:prstGeom prst="rect">
            <a:avLst/>
          </a:prstGeom>
        </p:spPr>
      </p:pic>
      <p:sp>
        <p:nvSpPr>
          <p:cNvPr id="4" name="Text 1"/>
          <p:cNvSpPr txBox="1"/>
          <p:nvPr/>
        </p:nvSpPr>
        <p:spPr>
          <a:xfrm>
            <a:off x="1281748" y="353648"/>
            <a:ext cx="7680960" cy="658368"/>
          </a:xfrm>
          <a:prstGeom prst="rect">
            <a:avLst/>
          </a:prstGeom>
          <a:noFill/>
          <a:ln/>
        </p:spPr>
        <p:txBody>
          <a:bodyPr wrap="square" lIns="0" tIns="0" rIns="0" bIns="0" rtlCol="0" anchor="ctr"/>
          <a:lstStyle/>
          <a:p>
            <a:r>
              <a:rPr lang="en-US" sz="2800" b="1" kern="0" spc="100">
                <a:solidFill>
                  <a:srgbClr val="2B2A28"/>
                </a:solidFill>
                <a:latin typeface="Arial"/>
                <a:ea typeface="Calibri"/>
                <a:cs typeface="Arial"/>
              </a:rPr>
              <a:t>Subsystem Background</a:t>
            </a:r>
          </a:p>
        </p:txBody>
      </p:sp>
      <p:sp>
        <p:nvSpPr>
          <p:cNvPr id="5" name="Shape 2"/>
          <p:cNvSpPr/>
          <p:nvPr/>
        </p:nvSpPr>
        <p:spPr>
          <a:xfrm>
            <a:off x="10361740" y="457200"/>
            <a:ext cx="1371600" cy="329184"/>
          </a:xfrm>
          <a:prstGeom prst="roundRect">
            <a:avLst>
              <a:gd name="adj" fmla="val 50000"/>
            </a:avLst>
          </a:prstGeom>
          <a:solidFill>
            <a:srgbClr val="C6890F"/>
          </a:solidFill>
          <a:ln/>
        </p:spPr>
        <p:txBody>
          <a:bodyPr/>
          <a:lstStyle/>
          <a:p>
            <a:endParaRPr lang="en-US" sz="1800">
              <a:latin typeface="Arial" panose="020B0604020202020204" pitchFamily="34" charset="0"/>
              <a:cs typeface="Arial" panose="020B0604020202020204" pitchFamily="34" charset="0"/>
            </a:endParaRPr>
          </a:p>
        </p:txBody>
      </p:sp>
      <p:sp>
        <p:nvSpPr>
          <p:cNvPr id="6" name="Text 3"/>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anose="020B0604020202020204" pitchFamily="34" charset="0"/>
                <a:ea typeface="Arial" pitchFamily="34" charset="-122"/>
                <a:cs typeface="Arial" panose="020B0604020202020204" pitchFamily="34" charset="0"/>
              </a:rPr>
              <a:t>Trade Studies</a:t>
            </a:r>
            <a:endParaRPr lang="en-US" sz="1000">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8E69983F-707A-62E6-249A-C247B887EB8B}"/>
              </a:ext>
            </a:extLst>
          </p:cNvPr>
          <p:cNvGrpSpPr/>
          <p:nvPr/>
        </p:nvGrpSpPr>
        <p:grpSpPr>
          <a:xfrm>
            <a:off x="1926835" y="-4313768"/>
            <a:ext cx="7680960" cy="3877985"/>
            <a:chOff x="4440357" y="1279828"/>
            <a:chExt cx="7680960" cy="3877985"/>
          </a:xfrm>
        </p:grpSpPr>
        <p:sp>
          <p:nvSpPr>
            <p:cNvPr id="12" name="TextBox 11">
              <a:extLst>
                <a:ext uri="{FF2B5EF4-FFF2-40B4-BE49-F238E27FC236}">
                  <a16:creationId xmlns:a16="http://schemas.microsoft.com/office/drawing/2014/main" id="{4AC1938C-01FA-D44A-CDB9-86BD38378F9F}"/>
                </a:ext>
              </a:extLst>
            </p:cNvPr>
            <p:cNvSpPr txBox="1"/>
            <p:nvPr/>
          </p:nvSpPr>
          <p:spPr>
            <a:xfrm>
              <a:off x="4440357" y="1741493"/>
              <a:ext cx="7680960" cy="341632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a:latin typeface="Arial" panose="020B0604020202020204" pitchFamily="34" charset="0"/>
                  <a:cs typeface="Arial" panose="020B0604020202020204" pitchFamily="34" charset="0"/>
                </a:rPr>
                <a:t>Responsible for the flight vehicle’s onboard electronics, computing, sensing, and communications infrastructure. Owns flight computers, sensors, data buses, telemetry, communications, software interfaces, and integration of the electronic systems supporting vehicle operations.</a:t>
              </a:r>
              <a:br>
                <a:rPr lang="en-US" sz="2400">
                  <a:latin typeface="Arial" panose="020B0604020202020204" pitchFamily="34" charset="0"/>
                  <a:cs typeface="Arial" panose="020B0604020202020204" pitchFamily="34" charset="0"/>
                </a:rPr>
              </a:br>
              <a:br>
                <a:rPr lang="en-US" sz="2400">
                  <a:latin typeface="Arial" panose="020B0604020202020204" pitchFamily="34" charset="0"/>
                  <a:cs typeface="Arial" panose="020B0604020202020204" pitchFamily="34" charset="0"/>
                </a:rPr>
              </a:br>
              <a:r>
                <a:rPr lang="en-US" sz="2400">
                  <a:latin typeface="Arial" panose="020B0604020202020204" pitchFamily="34" charset="0"/>
                  <a:cs typeface="Arial" panose="020B0604020202020204" pitchFamily="34" charset="0"/>
                </a:rPr>
                <a:t>Includes electronics system architecture, system integration, and component level design and modeling</a:t>
              </a:r>
            </a:p>
          </p:txBody>
        </p:sp>
        <p:sp>
          <p:nvSpPr>
            <p:cNvPr id="8" name="TextBox 7">
              <a:extLst>
                <a:ext uri="{FF2B5EF4-FFF2-40B4-BE49-F238E27FC236}">
                  <a16:creationId xmlns:a16="http://schemas.microsoft.com/office/drawing/2014/main" id="{E7DCD736-6A5D-A16F-1D9E-B4AD19E304E7}"/>
                </a:ext>
              </a:extLst>
            </p:cNvPr>
            <p:cNvSpPr txBox="1"/>
            <p:nvPr/>
          </p:nvSpPr>
          <p:spPr>
            <a:xfrm>
              <a:off x="4440357" y="1279828"/>
              <a:ext cx="2644346" cy="461665"/>
            </a:xfrm>
            <a:prstGeom prst="rect">
              <a:avLst/>
            </a:prstGeom>
            <a:noFill/>
          </p:spPr>
          <p:txBody>
            <a:bodyPr wrap="square" rtlCol="0">
              <a:spAutoFit/>
            </a:bodyPr>
            <a:lstStyle/>
            <a:p>
              <a:r>
                <a:rPr lang="en-US" sz="2400" b="1">
                  <a:latin typeface="Arial" panose="020B0604020202020204" pitchFamily="34" charset="0"/>
                  <a:cs typeface="Arial" panose="020B0604020202020204" pitchFamily="34" charset="0"/>
                </a:rPr>
                <a:t>Sub-Team Role:</a:t>
              </a:r>
            </a:p>
          </p:txBody>
        </p:sp>
      </p:grpSp>
      <p:sp>
        <p:nvSpPr>
          <p:cNvPr id="10" name="Text 4">
            <a:extLst>
              <a:ext uri="{FF2B5EF4-FFF2-40B4-BE49-F238E27FC236}">
                <a16:creationId xmlns:a16="http://schemas.microsoft.com/office/drawing/2014/main" id="{0112AB5B-A02F-5C80-F02F-CC2068F1DE7A}"/>
              </a:ext>
            </a:extLst>
          </p:cNvPr>
          <p:cNvSpPr txBox="1"/>
          <p:nvPr/>
        </p:nvSpPr>
        <p:spPr>
          <a:xfrm>
            <a:off x="758724" y="1554480"/>
            <a:ext cx="10796729" cy="4206240"/>
          </a:xfrm>
          <a:prstGeom prst="rect">
            <a:avLst/>
          </a:prstGeom>
          <a:noFill/>
          <a:ln/>
        </p:spPr>
        <p:txBody>
          <a:bodyPr wrap="square" lIns="0" tIns="0" rIns="0" bIns="0" rtlCol="0" anchor="t"/>
          <a:lstStyle/>
          <a:p>
            <a:pPr>
              <a:lnSpc>
                <a:spcPct val="105000"/>
              </a:lnSpc>
              <a:spcAft>
                <a:spcPts val="600"/>
              </a:spcAft>
              <a:buSzPct val="100000"/>
            </a:pPr>
            <a:r>
              <a:rPr lang="en-US" sz="2800" b="1" u="sng">
                <a:solidFill>
                  <a:srgbClr val="000000"/>
                </a:solidFill>
                <a:latin typeface="Arial"/>
                <a:ea typeface="Calibri"/>
                <a:cs typeface="Arial"/>
              </a:rPr>
              <a:t>Avionics Sub-Team</a:t>
            </a:r>
          </a:p>
          <a:p>
            <a:pPr marL="342900" indent="-342900">
              <a:lnSpc>
                <a:spcPct val="105000"/>
              </a:lnSpc>
              <a:spcAft>
                <a:spcPts val="600"/>
              </a:spcAft>
              <a:buSzPct val="100000"/>
              <a:buFont typeface="Arial"/>
              <a:buChar char="•"/>
            </a:pPr>
            <a:r>
              <a:rPr lang="en-US" sz="1600" b="1">
                <a:solidFill>
                  <a:srgbClr val="000000"/>
                </a:solidFill>
                <a:latin typeface="Arial"/>
                <a:ea typeface="Calibri"/>
                <a:cs typeface="Arial"/>
              </a:rPr>
              <a:t>Drone requires avionics to perform all flight functions</a:t>
            </a:r>
            <a:endParaRPr lang="en-US" sz="2400">
              <a:solidFill>
                <a:srgbClr val="000000"/>
              </a:solidFill>
            </a:endParaRPr>
          </a:p>
          <a:p>
            <a:pPr marL="800100" lvl="1" indent="-342900">
              <a:lnSpc>
                <a:spcPct val="105000"/>
              </a:lnSpc>
              <a:spcAft>
                <a:spcPts val="600"/>
              </a:spcAft>
              <a:buSzPct val="100000"/>
              <a:buFont typeface="Courier New"/>
              <a:buChar char="o"/>
            </a:pPr>
            <a:r>
              <a:rPr lang="en-US" sz="1600">
                <a:solidFill>
                  <a:srgbClr val="000000"/>
                </a:solidFill>
                <a:latin typeface="Arial"/>
                <a:ea typeface="Calibri"/>
                <a:cs typeface="Arial"/>
              </a:rPr>
              <a:t>Flight</a:t>
            </a:r>
          </a:p>
          <a:p>
            <a:pPr marL="800100" lvl="1" indent="-342900">
              <a:lnSpc>
                <a:spcPct val="105000"/>
              </a:lnSpc>
              <a:spcAft>
                <a:spcPts val="600"/>
              </a:spcAft>
              <a:buSzPct val="100000"/>
              <a:buFont typeface="Courier New"/>
              <a:buChar char="o"/>
            </a:pPr>
            <a:r>
              <a:rPr lang="en-US" sz="1600">
                <a:solidFill>
                  <a:srgbClr val="000000"/>
                </a:solidFill>
                <a:latin typeface="Arial"/>
                <a:ea typeface="Calibri"/>
                <a:cs typeface="Arial"/>
              </a:rPr>
              <a:t>Computing</a:t>
            </a:r>
          </a:p>
          <a:p>
            <a:pPr marL="800100" lvl="1" indent="-342900">
              <a:lnSpc>
                <a:spcPct val="105000"/>
              </a:lnSpc>
              <a:spcAft>
                <a:spcPts val="600"/>
              </a:spcAft>
              <a:buSzPct val="100000"/>
              <a:buFont typeface="Courier New"/>
              <a:buChar char="o"/>
            </a:pPr>
            <a:r>
              <a:rPr lang="en-US" sz="1600">
                <a:solidFill>
                  <a:srgbClr val="000000"/>
                </a:solidFill>
                <a:latin typeface="Arial"/>
                <a:ea typeface="Calibri"/>
                <a:cs typeface="Arial"/>
              </a:rPr>
              <a:t>Sensing</a:t>
            </a:r>
          </a:p>
          <a:p>
            <a:pPr marL="800100" lvl="1" indent="-342900">
              <a:lnSpc>
                <a:spcPct val="105000"/>
              </a:lnSpc>
              <a:spcAft>
                <a:spcPts val="600"/>
              </a:spcAft>
              <a:buSzPct val="100000"/>
              <a:buFont typeface="Courier New"/>
              <a:buChar char="o"/>
            </a:pPr>
            <a:r>
              <a:rPr lang="en-US" sz="1600">
                <a:solidFill>
                  <a:srgbClr val="000000"/>
                </a:solidFill>
                <a:latin typeface="Arial"/>
                <a:ea typeface="Calibri"/>
                <a:cs typeface="Arial"/>
              </a:rPr>
              <a:t>Communications</a:t>
            </a:r>
          </a:p>
          <a:p>
            <a:pPr marL="800100" lvl="1" indent="-342900">
              <a:lnSpc>
                <a:spcPct val="105000"/>
              </a:lnSpc>
              <a:spcAft>
                <a:spcPts val="600"/>
              </a:spcAft>
              <a:buSzPct val="100000"/>
              <a:buFont typeface="Courier New"/>
              <a:buChar char="o"/>
            </a:pPr>
            <a:r>
              <a:rPr lang="en-US" sz="1600">
                <a:solidFill>
                  <a:srgbClr val="000000"/>
                </a:solidFill>
                <a:latin typeface="Arial"/>
                <a:ea typeface="Calibri"/>
                <a:cs typeface="Arial"/>
              </a:rPr>
              <a:t>Navigation</a:t>
            </a:r>
          </a:p>
          <a:p>
            <a:pPr marL="342900" indent="-342900">
              <a:lnSpc>
                <a:spcPct val="105000"/>
              </a:lnSpc>
              <a:spcAft>
                <a:spcPts val="600"/>
              </a:spcAft>
              <a:buSzPct val="100000"/>
              <a:buFont typeface="Courier New"/>
              <a:buChar char="•"/>
            </a:pPr>
            <a:r>
              <a:rPr lang="en-US" sz="1600" b="1">
                <a:solidFill>
                  <a:srgbClr val="000000"/>
                </a:solidFill>
                <a:latin typeface="Arial"/>
                <a:ea typeface="Calibri"/>
                <a:cs typeface="Arial"/>
              </a:rPr>
              <a:t>Sub-team Deliverables</a:t>
            </a:r>
          </a:p>
          <a:p>
            <a:pPr marL="800100" lvl="1" indent="-342900">
              <a:lnSpc>
                <a:spcPct val="105000"/>
              </a:lnSpc>
              <a:spcAft>
                <a:spcPts val="600"/>
              </a:spcAft>
              <a:buSzPct val="100000"/>
              <a:buFont typeface="Courier New" panose="02070309020205020404" pitchFamily="49" charset="0"/>
              <a:buChar char="o"/>
            </a:pPr>
            <a:r>
              <a:rPr lang="en-US" sz="1600">
                <a:solidFill>
                  <a:srgbClr val="000000"/>
                </a:solidFill>
                <a:latin typeface="Arial"/>
                <a:ea typeface="Calibri"/>
                <a:cs typeface="Arial"/>
              </a:rPr>
              <a:t>Electronics System Architecture</a:t>
            </a:r>
          </a:p>
          <a:p>
            <a:pPr marL="800100" lvl="1" indent="-342900">
              <a:lnSpc>
                <a:spcPct val="105000"/>
              </a:lnSpc>
              <a:spcAft>
                <a:spcPts val="600"/>
              </a:spcAft>
              <a:buSzPct val="100000"/>
              <a:buFont typeface="Courier New" panose="02070309020205020404" pitchFamily="49" charset="0"/>
              <a:buChar char="o"/>
            </a:pPr>
            <a:r>
              <a:rPr lang="en-US" sz="1600">
                <a:solidFill>
                  <a:srgbClr val="000000"/>
                </a:solidFill>
                <a:latin typeface="Arial"/>
                <a:ea typeface="Calibri"/>
                <a:cs typeface="Arial"/>
              </a:rPr>
              <a:t>Component level design and modeling</a:t>
            </a:r>
          </a:p>
          <a:p>
            <a:pPr marL="800100" lvl="1" indent="-342900">
              <a:lnSpc>
                <a:spcPct val="105000"/>
              </a:lnSpc>
              <a:spcAft>
                <a:spcPts val="600"/>
              </a:spcAft>
              <a:buSzPct val="100000"/>
              <a:buFont typeface="Courier New" panose="02070309020205020404" pitchFamily="49" charset="0"/>
              <a:buChar char="o"/>
            </a:pPr>
            <a:r>
              <a:rPr lang="en-US" sz="1600">
                <a:solidFill>
                  <a:srgbClr val="000000"/>
                </a:solidFill>
                <a:latin typeface="Arial"/>
                <a:ea typeface="Calibri"/>
                <a:cs typeface="Arial"/>
              </a:rPr>
              <a:t>System Integration and test</a:t>
            </a:r>
          </a:p>
          <a:p>
            <a:pPr>
              <a:lnSpc>
                <a:spcPct val="105000"/>
              </a:lnSpc>
              <a:spcAft>
                <a:spcPts val="600"/>
              </a:spcAft>
              <a:buSzPct val="100000"/>
            </a:pPr>
            <a:endParaRPr lang="en-US" sz="1600">
              <a:solidFill>
                <a:srgbClr val="000000"/>
              </a:solidFill>
              <a:latin typeface="Arial"/>
              <a:ea typeface="Calibri"/>
              <a:cs typeface="Arial"/>
            </a:endParaRPr>
          </a:p>
        </p:txBody>
      </p:sp>
      <p:sp>
        <p:nvSpPr>
          <p:cNvPr id="11" name="Slide Number Placeholder 23">
            <a:extLst>
              <a:ext uri="{FF2B5EF4-FFF2-40B4-BE49-F238E27FC236}">
                <a16:creationId xmlns:a16="http://schemas.microsoft.com/office/drawing/2014/main" id="{EF11623B-2B18-F97E-144D-41B16C257B81}"/>
              </a:ext>
            </a:extLst>
          </p:cNvPr>
          <p:cNvSpPr txBox="1">
            <a:spLocks/>
          </p:cNvSpPr>
          <p:nvPr/>
        </p:nvSpPr>
        <p:spPr>
          <a:xfrm>
            <a:off x="9145743" y="652595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ACAF18C-C32B-5246-8B79-94468F598665}" type="slidenum">
              <a:rPr lang="en-US" smtClean="0"/>
              <a:pPr/>
              <a:t>79</a:t>
            </a:fld>
            <a:endParaRPr lang="en-US"/>
          </a:p>
        </p:txBody>
      </p:sp>
      <p:grpSp>
        <p:nvGrpSpPr>
          <p:cNvPr id="21" name="Trade Studies Bar - 5 Avionics">
            <a:extLst>
              <a:ext uri="{FF2B5EF4-FFF2-40B4-BE49-F238E27FC236}">
                <a16:creationId xmlns:a16="http://schemas.microsoft.com/office/drawing/2014/main" id="{EE34D1E1-AC81-F3BF-09E1-C931C433C10C}"/>
              </a:ext>
            </a:extLst>
          </p:cNvPr>
          <p:cNvGrpSpPr/>
          <p:nvPr/>
        </p:nvGrpSpPr>
        <p:grpSpPr>
          <a:xfrm>
            <a:off x="814349" y="6567742"/>
            <a:ext cx="10563301" cy="276999"/>
            <a:chOff x="790698" y="5902391"/>
            <a:chExt cx="10563301" cy="276999"/>
          </a:xfrm>
        </p:grpSpPr>
        <p:sp>
          <p:nvSpPr>
            <p:cNvPr id="22" name="Segment 0 - Trade Studies">
              <a:extLst>
                <a:ext uri="{FF2B5EF4-FFF2-40B4-BE49-F238E27FC236}">
                  <a16:creationId xmlns:a16="http://schemas.microsoft.com/office/drawing/2014/main" id="{8CE8CF58-9FDA-BB49-E56D-E810801313DF}"/>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23" name="Segment 1 - Propulsion">
              <a:extLst>
                <a:ext uri="{FF2B5EF4-FFF2-40B4-BE49-F238E27FC236}">
                  <a16:creationId xmlns:a16="http://schemas.microsoft.com/office/drawing/2014/main" id="{3F3BA0AB-2C75-F75A-7422-94381961189F}"/>
                </a:ext>
              </a:extLst>
            </p:cNvPr>
            <p:cNvSpPr/>
            <p:nvPr/>
          </p:nvSpPr>
          <p:spPr>
            <a:xfrm>
              <a:off x="268951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Propulsion</a:t>
              </a:r>
            </a:p>
          </p:txBody>
        </p:sp>
        <p:sp>
          <p:nvSpPr>
            <p:cNvPr id="24" name="Segment 2 - Power Systems">
              <a:extLst>
                <a:ext uri="{FF2B5EF4-FFF2-40B4-BE49-F238E27FC236}">
                  <a16:creationId xmlns:a16="http://schemas.microsoft.com/office/drawing/2014/main" id="{D3155FBB-AFCD-00DB-0022-4F81B1A9A6D6}"/>
                </a:ext>
              </a:extLst>
            </p:cNvPr>
            <p:cNvSpPr/>
            <p:nvPr/>
          </p:nvSpPr>
          <p:spPr>
            <a:xfrm>
              <a:off x="441013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Power Systems</a:t>
              </a:r>
            </a:p>
          </p:txBody>
        </p:sp>
        <p:sp>
          <p:nvSpPr>
            <p:cNvPr id="25" name="Segment 3 - Airframe">
              <a:extLst>
                <a:ext uri="{FF2B5EF4-FFF2-40B4-BE49-F238E27FC236}">
                  <a16:creationId xmlns:a16="http://schemas.microsoft.com/office/drawing/2014/main" id="{57ABDCAE-A80E-CC45-0B20-C3E4A516B33E}"/>
                </a:ext>
              </a:extLst>
            </p:cNvPr>
            <p:cNvSpPr/>
            <p:nvPr/>
          </p:nvSpPr>
          <p:spPr>
            <a:xfrm>
              <a:off x="613074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Airframe</a:t>
              </a:r>
            </a:p>
          </p:txBody>
        </p:sp>
        <p:sp>
          <p:nvSpPr>
            <p:cNvPr id="26" name="Segment 4 - GNC">
              <a:extLst>
                <a:ext uri="{FF2B5EF4-FFF2-40B4-BE49-F238E27FC236}">
                  <a16:creationId xmlns:a16="http://schemas.microsoft.com/office/drawing/2014/main" id="{790E9A86-57B0-F015-6DE7-36BA60E7BEA9}"/>
                </a:ext>
              </a:extLst>
            </p:cNvPr>
            <p:cNvSpPr/>
            <p:nvPr/>
          </p:nvSpPr>
          <p:spPr>
            <a:xfrm>
              <a:off x="785136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GNC</a:t>
              </a:r>
            </a:p>
          </p:txBody>
        </p:sp>
        <p:sp>
          <p:nvSpPr>
            <p:cNvPr id="27" name="Segment 5 - Avionics">
              <a:extLst>
                <a:ext uri="{FF2B5EF4-FFF2-40B4-BE49-F238E27FC236}">
                  <a16:creationId xmlns:a16="http://schemas.microsoft.com/office/drawing/2014/main" id="{C775C1B0-AEA2-702D-BED3-C5067C443BE1}"/>
                </a:ext>
              </a:extLst>
            </p:cNvPr>
            <p:cNvSpPr/>
            <p:nvPr/>
          </p:nvSpPr>
          <p:spPr>
            <a:xfrm>
              <a:off x="957197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Avionics</a:t>
              </a:r>
            </a:p>
          </p:txBody>
        </p:sp>
      </p:grpSp>
    </p:spTree>
  </p:cSld>
  <p:clrMapOvr>
    <a:masterClrMapping/>
  </p:clrMapOvr>
  <p:extLst>
    <p:ext uri="{6950BFC3-D8DA-4A85-94F7-54DA5524770B}">
      <p188:commentRel xmlns:p188="http://schemas.microsoft.com/office/powerpoint/2018/8/main" r:id="rId3"/>
    </p:ext>
  </p:extLs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7FA2F-D265-DFE8-0D35-9D2508C684D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508677D-590F-6049-D731-C13E06E640E2}"/>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1DADE2AC-49EE-A0A2-890E-D7B98DE11924}"/>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7277B630-6140-9CE1-5617-999972776A45}"/>
              </a:ext>
            </a:extLst>
          </p:cNvPr>
          <p:cNvSpPr txBox="1"/>
          <p:nvPr/>
        </p:nvSpPr>
        <p:spPr>
          <a:xfrm>
            <a:off x="1281748" y="353648"/>
            <a:ext cx="7680960" cy="658368"/>
          </a:xfrm>
          <a:prstGeom prst="rect">
            <a:avLst/>
          </a:prstGeom>
          <a:noFill/>
          <a:ln/>
        </p:spPr>
        <p:txBody>
          <a:bodyPr wrap="square" lIns="0" tIns="0" rIns="0" bIns="0" rtlCol="0" anchor="ctr"/>
          <a:lstStyle/>
          <a:p>
            <a:r>
              <a:rPr lang="en-US" sz="2800" b="1" kern="0" spc="100">
                <a:solidFill>
                  <a:srgbClr val="2B2A28"/>
                </a:solidFill>
                <a:latin typeface="Arial"/>
                <a:ea typeface="Calibri"/>
                <a:cs typeface="Arial"/>
              </a:rPr>
              <a:t>Avionics System Architecture</a:t>
            </a:r>
            <a:endParaRPr lang="en-US"/>
          </a:p>
        </p:txBody>
      </p:sp>
      <p:sp>
        <p:nvSpPr>
          <p:cNvPr id="5" name="Shape 2">
            <a:extLst>
              <a:ext uri="{FF2B5EF4-FFF2-40B4-BE49-F238E27FC236}">
                <a16:creationId xmlns:a16="http://schemas.microsoft.com/office/drawing/2014/main" id="{F322CE9D-B8F9-F038-EB8D-93F13D4B5EED}"/>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3218D0D2-4F40-FBB4-F7D6-E0082BA55F0E}"/>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pic>
        <p:nvPicPr>
          <p:cNvPr id="8" name="Picture 7">
            <a:extLst>
              <a:ext uri="{FF2B5EF4-FFF2-40B4-BE49-F238E27FC236}">
                <a16:creationId xmlns:a16="http://schemas.microsoft.com/office/drawing/2014/main" id="{5592C049-75A9-FC35-1A2E-0DB3BC75E27E}"/>
              </a:ext>
            </a:extLst>
          </p:cNvPr>
          <p:cNvPicPr>
            <a:picLocks noChangeAspect="1"/>
          </p:cNvPicPr>
          <p:nvPr/>
        </p:nvPicPr>
        <p:blipFill>
          <a:blip r:embed="rId4"/>
          <a:stretch>
            <a:fillRect/>
          </a:stretch>
        </p:blipFill>
        <p:spPr>
          <a:xfrm>
            <a:off x="1223228" y="1049564"/>
            <a:ext cx="9134736" cy="5461000"/>
          </a:xfrm>
          <a:prstGeom prst="rect">
            <a:avLst/>
          </a:prstGeom>
        </p:spPr>
      </p:pic>
      <p:sp>
        <p:nvSpPr>
          <p:cNvPr id="10" name="Slide Number Placeholder 23">
            <a:extLst>
              <a:ext uri="{FF2B5EF4-FFF2-40B4-BE49-F238E27FC236}">
                <a16:creationId xmlns:a16="http://schemas.microsoft.com/office/drawing/2014/main" id="{90299624-AE2F-4138-2914-5DECE7423E58}"/>
              </a:ext>
            </a:extLst>
          </p:cNvPr>
          <p:cNvSpPr txBox="1">
            <a:spLocks/>
          </p:cNvSpPr>
          <p:nvPr/>
        </p:nvSpPr>
        <p:spPr>
          <a:xfrm>
            <a:off x="9145743" y="652595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ACAF18C-C32B-5246-8B79-94468F598665}" type="slidenum">
              <a:rPr lang="en-US" smtClean="0"/>
              <a:pPr/>
              <a:t>80</a:t>
            </a:fld>
            <a:endParaRPr lang="en-US"/>
          </a:p>
        </p:txBody>
      </p:sp>
      <p:grpSp>
        <p:nvGrpSpPr>
          <p:cNvPr id="11" name="Trade Studies Bar - 5 Avionics">
            <a:extLst>
              <a:ext uri="{FF2B5EF4-FFF2-40B4-BE49-F238E27FC236}">
                <a16:creationId xmlns:a16="http://schemas.microsoft.com/office/drawing/2014/main" id="{F586C453-0621-BBD6-36A9-C8F19D0FA437}"/>
              </a:ext>
            </a:extLst>
          </p:cNvPr>
          <p:cNvGrpSpPr/>
          <p:nvPr/>
        </p:nvGrpSpPr>
        <p:grpSpPr>
          <a:xfrm>
            <a:off x="814349" y="6567742"/>
            <a:ext cx="10563301" cy="276999"/>
            <a:chOff x="790698" y="5902391"/>
            <a:chExt cx="10563301" cy="276999"/>
          </a:xfrm>
        </p:grpSpPr>
        <p:sp>
          <p:nvSpPr>
            <p:cNvPr id="12" name="Segment 0 - Trade Studies">
              <a:extLst>
                <a:ext uri="{FF2B5EF4-FFF2-40B4-BE49-F238E27FC236}">
                  <a16:creationId xmlns:a16="http://schemas.microsoft.com/office/drawing/2014/main" id="{A56EE1F1-61BA-CA85-7824-17A54DA83F75}"/>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4" name="Segment 1 - Propulsion">
              <a:extLst>
                <a:ext uri="{FF2B5EF4-FFF2-40B4-BE49-F238E27FC236}">
                  <a16:creationId xmlns:a16="http://schemas.microsoft.com/office/drawing/2014/main" id="{7ADC3C38-733E-BE85-6D7B-7585A920B452}"/>
                </a:ext>
              </a:extLst>
            </p:cNvPr>
            <p:cNvSpPr/>
            <p:nvPr/>
          </p:nvSpPr>
          <p:spPr>
            <a:xfrm>
              <a:off x="268951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Propulsion</a:t>
              </a:r>
            </a:p>
          </p:txBody>
        </p:sp>
        <p:sp>
          <p:nvSpPr>
            <p:cNvPr id="15" name="Segment 2 - Power Systems">
              <a:extLst>
                <a:ext uri="{FF2B5EF4-FFF2-40B4-BE49-F238E27FC236}">
                  <a16:creationId xmlns:a16="http://schemas.microsoft.com/office/drawing/2014/main" id="{445A842F-5CC6-76A1-DA52-834974E22CA7}"/>
                </a:ext>
              </a:extLst>
            </p:cNvPr>
            <p:cNvSpPr/>
            <p:nvPr/>
          </p:nvSpPr>
          <p:spPr>
            <a:xfrm>
              <a:off x="441013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Power Systems</a:t>
              </a:r>
            </a:p>
          </p:txBody>
        </p:sp>
        <p:sp>
          <p:nvSpPr>
            <p:cNvPr id="16" name="Segment 3 - Airframe">
              <a:extLst>
                <a:ext uri="{FF2B5EF4-FFF2-40B4-BE49-F238E27FC236}">
                  <a16:creationId xmlns:a16="http://schemas.microsoft.com/office/drawing/2014/main" id="{E22BF98C-0677-1C8F-01CE-6B9C9864FE40}"/>
                </a:ext>
              </a:extLst>
            </p:cNvPr>
            <p:cNvSpPr/>
            <p:nvPr/>
          </p:nvSpPr>
          <p:spPr>
            <a:xfrm>
              <a:off x="613074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Airframe</a:t>
              </a:r>
            </a:p>
          </p:txBody>
        </p:sp>
        <p:sp>
          <p:nvSpPr>
            <p:cNvPr id="17" name="Segment 4 - GNC">
              <a:extLst>
                <a:ext uri="{FF2B5EF4-FFF2-40B4-BE49-F238E27FC236}">
                  <a16:creationId xmlns:a16="http://schemas.microsoft.com/office/drawing/2014/main" id="{7E8AFD1D-0FDF-3912-7408-29A5DCB4CF44}"/>
                </a:ext>
              </a:extLst>
            </p:cNvPr>
            <p:cNvSpPr/>
            <p:nvPr/>
          </p:nvSpPr>
          <p:spPr>
            <a:xfrm>
              <a:off x="785136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GNC</a:t>
              </a:r>
            </a:p>
          </p:txBody>
        </p:sp>
        <p:sp>
          <p:nvSpPr>
            <p:cNvPr id="18" name="Segment 5 - Avionics">
              <a:extLst>
                <a:ext uri="{FF2B5EF4-FFF2-40B4-BE49-F238E27FC236}">
                  <a16:creationId xmlns:a16="http://schemas.microsoft.com/office/drawing/2014/main" id="{83A74500-354B-53CE-09C4-1307AF0E87B0}"/>
                </a:ext>
              </a:extLst>
            </p:cNvPr>
            <p:cNvSpPr/>
            <p:nvPr/>
          </p:nvSpPr>
          <p:spPr>
            <a:xfrm>
              <a:off x="957197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Avionics</a:t>
              </a:r>
            </a:p>
          </p:txBody>
        </p:sp>
      </p:grpSp>
    </p:spTree>
    <p:extLst>
      <p:ext uri="{BB962C8B-B14F-4D97-AF65-F5344CB8AC3E}">
        <p14:creationId xmlns:p14="http://schemas.microsoft.com/office/powerpoint/2010/main" val="334690035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30F96-72B1-FE5A-ACB9-9EDC6A7BB8F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4F6AB10-9DA5-0A23-D568-10A80C3C221E}"/>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6BC9BB7A-FACE-7A7A-DFE5-CFB7E4419AF3}"/>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F5FD7C93-C51F-3D6D-153E-6BF0A56F14FB}"/>
              </a:ext>
            </a:extLst>
          </p:cNvPr>
          <p:cNvSpPr txBox="1"/>
          <p:nvPr/>
        </p:nvSpPr>
        <p:spPr>
          <a:xfrm>
            <a:off x="1281748" y="353648"/>
            <a:ext cx="7680960" cy="658368"/>
          </a:xfrm>
          <a:prstGeom prst="rect">
            <a:avLst/>
          </a:prstGeom>
          <a:noFill/>
          <a:ln/>
        </p:spPr>
        <p:txBody>
          <a:bodyPr wrap="square" lIns="0" tIns="0" rIns="0" bIns="0" rtlCol="0" anchor="ctr"/>
          <a:lstStyle/>
          <a:p>
            <a:r>
              <a:rPr lang="en-US" sz="2800" b="1" kern="0" spc="100">
                <a:solidFill>
                  <a:srgbClr val="2B2A28"/>
                </a:solidFill>
                <a:latin typeface="Arial"/>
                <a:cs typeface="Arial"/>
              </a:rPr>
              <a:t>Summary of Trades Conducted </a:t>
            </a:r>
            <a:endParaRPr lang="en-US" sz="1800"/>
          </a:p>
        </p:txBody>
      </p:sp>
      <p:sp>
        <p:nvSpPr>
          <p:cNvPr id="5" name="Shape 2">
            <a:extLst>
              <a:ext uri="{FF2B5EF4-FFF2-40B4-BE49-F238E27FC236}">
                <a16:creationId xmlns:a16="http://schemas.microsoft.com/office/drawing/2014/main" id="{74FB4618-7B52-7693-14F4-23C87D93E5A3}"/>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C822FFD8-637D-BA0F-7EF9-12A95B41C7BC}"/>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graphicFrame>
        <p:nvGraphicFramePr>
          <p:cNvPr id="9" name="Table 8">
            <a:extLst>
              <a:ext uri="{FF2B5EF4-FFF2-40B4-BE49-F238E27FC236}">
                <a16:creationId xmlns:a16="http://schemas.microsoft.com/office/drawing/2014/main" id="{A36185F4-4F34-9438-5D52-7AC124FA1CD9}"/>
              </a:ext>
            </a:extLst>
          </p:cNvPr>
          <p:cNvGraphicFramePr>
            <a:graphicFrameLocks noGrp="1"/>
          </p:cNvGraphicFramePr>
          <p:nvPr>
            <p:extLst>
              <p:ext uri="{D42A27DB-BD31-4B8C-83A1-F6EECF244321}">
                <p14:modId xmlns:p14="http://schemas.microsoft.com/office/powerpoint/2010/main" val="4177223209"/>
              </p:ext>
            </p:extLst>
          </p:nvPr>
        </p:nvGraphicFramePr>
        <p:xfrm>
          <a:off x="177844" y="1161933"/>
          <a:ext cx="11836312" cy="4606559"/>
        </p:xfrm>
        <a:graphic>
          <a:graphicData uri="http://schemas.openxmlformats.org/drawingml/2006/table">
            <a:tbl>
              <a:tblPr bandRow="1">
                <a:tableStyleId>{5C22544A-7EE6-4342-B048-85BDC9FD1C3A}</a:tableStyleId>
              </a:tblPr>
              <a:tblGrid>
                <a:gridCol w="2577287">
                  <a:extLst>
                    <a:ext uri="{9D8B030D-6E8A-4147-A177-3AD203B41FA5}">
                      <a16:colId xmlns:a16="http://schemas.microsoft.com/office/drawing/2014/main" val="4226704145"/>
                    </a:ext>
                  </a:extLst>
                </a:gridCol>
                <a:gridCol w="3243067">
                  <a:extLst>
                    <a:ext uri="{9D8B030D-6E8A-4147-A177-3AD203B41FA5}">
                      <a16:colId xmlns:a16="http://schemas.microsoft.com/office/drawing/2014/main" val="2555824011"/>
                    </a:ext>
                  </a:extLst>
                </a:gridCol>
                <a:gridCol w="3007979">
                  <a:extLst>
                    <a:ext uri="{9D8B030D-6E8A-4147-A177-3AD203B41FA5}">
                      <a16:colId xmlns:a16="http://schemas.microsoft.com/office/drawing/2014/main" val="3575650190"/>
                    </a:ext>
                  </a:extLst>
                </a:gridCol>
                <a:gridCol w="3007979">
                  <a:extLst>
                    <a:ext uri="{9D8B030D-6E8A-4147-A177-3AD203B41FA5}">
                      <a16:colId xmlns:a16="http://schemas.microsoft.com/office/drawing/2014/main" val="32823601"/>
                    </a:ext>
                  </a:extLst>
                </a:gridCol>
              </a:tblGrid>
              <a:tr h="246023">
                <a:tc>
                  <a:txBody>
                    <a:bodyPr/>
                    <a:lstStyle/>
                    <a:p>
                      <a:pPr lvl="0">
                        <a:buNone/>
                      </a:pPr>
                      <a:r>
                        <a:rPr lang="en-US" sz="1400" b="1" i="0">
                          <a:effectLst/>
                          <a:latin typeface="Arial"/>
                          <a:ea typeface="Calibri"/>
                          <a:cs typeface="Arial"/>
                        </a:rPr>
                        <a:t>Trades Conducted</a:t>
                      </a:r>
                    </a:p>
                  </a:txBody>
                  <a:tcPr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noFill/>
                  </a:tcPr>
                </a:tc>
                <a:tc>
                  <a:txBody>
                    <a:bodyPr/>
                    <a:lstStyle/>
                    <a:p>
                      <a:pPr lvl="0">
                        <a:buNone/>
                      </a:pPr>
                      <a:r>
                        <a:rPr lang="en-US" sz="1400" b="1" i="0">
                          <a:effectLst/>
                          <a:latin typeface="Arial"/>
                          <a:ea typeface="Calibri"/>
                          <a:cs typeface="Arial"/>
                        </a:rPr>
                        <a:t>Trade 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rgbClr val="C0E6F5"/>
                    </a:solidFill>
                  </a:tcPr>
                </a:tc>
                <a:tc>
                  <a:txBody>
                    <a:bodyPr/>
                    <a:lstStyle/>
                    <a:p>
                      <a:pPr lvl="0">
                        <a:buNone/>
                      </a:pPr>
                      <a:r>
                        <a:rPr lang="en-US" sz="1400" b="1" i="0">
                          <a:effectLst/>
                          <a:latin typeface="Arial"/>
                          <a:ea typeface="Calibri"/>
                          <a:cs typeface="Arial"/>
                        </a:rPr>
                        <a:t>Rationale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rgbClr val="C0E6F5"/>
                    </a:solidFill>
                  </a:tcPr>
                </a:tc>
                <a:tc>
                  <a:txBody>
                    <a:bodyPr/>
                    <a:lstStyle/>
                    <a:p>
                      <a:pPr lvl="0">
                        <a:buNone/>
                      </a:pPr>
                      <a:r>
                        <a:rPr lang="en-US" sz="1400" b="1" i="0">
                          <a:effectLst/>
                          <a:latin typeface="Arial"/>
                          <a:ea typeface="Calibri"/>
                          <a:cs typeface="Arial"/>
                        </a:rPr>
                        <a:t>Results</a:t>
                      </a: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2433659630"/>
                  </a:ext>
                </a:extLst>
              </a:tr>
              <a:tr h="590456">
                <a:tc>
                  <a:txBody>
                    <a:bodyPr/>
                    <a:lstStyle/>
                    <a:p>
                      <a:pPr lvl="0">
                        <a:buNone/>
                      </a:pPr>
                      <a:r>
                        <a:rPr lang="en-US" sz="1400" b="0" i="0">
                          <a:effectLst/>
                          <a:latin typeface="Arial"/>
                          <a:ea typeface="Calibri"/>
                          <a:cs typeface="Arial"/>
                        </a:rPr>
                        <a:t>Navigation 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buNone/>
                      </a:pPr>
                      <a:r>
                        <a:rPr lang="en-US" sz="1400" b="0" i="0">
                          <a:effectLst/>
                          <a:latin typeface="Arial"/>
                          <a:ea typeface="Calibri"/>
                          <a:cs typeface="Arial"/>
                        </a:rPr>
                        <a:t>Analyzed alternative forms of Navigation and UAS Positioning.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a:ea typeface="Calibri"/>
                          <a:cs typeface="Arial"/>
                        </a:rPr>
                        <a:t>Determined viability of certain Nav Methods and chose a path forward.</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a:ea typeface="Calibri"/>
                          <a:cs typeface="Arial"/>
                        </a:rPr>
                        <a:t>GNSS-RTK</a:t>
                      </a:r>
                    </a:p>
                  </a:txBody>
                  <a:tcPr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884621858"/>
                  </a:ext>
                </a:extLst>
              </a:tr>
              <a:tr h="540711">
                <a:tc>
                  <a:txBody>
                    <a:bodyPr/>
                    <a:lstStyle/>
                    <a:p>
                      <a:pPr lvl="0">
                        <a:buNone/>
                      </a:pPr>
                      <a:r>
                        <a:rPr lang="en-US" sz="1400" b="0" i="0">
                          <a:effectLst/>
                          <a:latin typeface="Arial"/>
                          <a:ea typeface="Calibri"/>
                          <a:cs typeface="Arial"/>
                        </a:rPr>
                        <a:t>Flight Controller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buNone/>
                      </a:pPr>
                      <a:r>
                        <a:rPr lang="en-US" sz="1400" b="0" i="0">
                          <a:effectLst/>
                          <a:latin typeface="Arial"/>
                          <a:ea typeface="Calibri"/>
                          <a:cs typeface="Arial"/>
                        </a:rPr>
                        <a:t>Weighed alternative options for UAS primary Flight controller.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a:ea typeface="Calibri"/>
                          <a:cs typeface="Arial"/>
                        </a:rPr>
                        <a:t>Choose best flight controller with design and integration in mind.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a:ea typeface="Calibri"/>
                          <a:cs typeface="Arial"/>
                        </a:rPr>
                        <a:t>Pixhawk 6C</a:t>
                      </a: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4080395657"/>
                  </a:ext>
                </a:extLst>
              </a:tr>
              <a:tr h="590456">
                <a:tc>
                  <a:txBody>
                    <a:bodyPr/>
                    <a:lstStyle/>
                    <a:p>
                      <a:pPr lvl="0">
                        <a:buNone/>
                      </a:pPr>
                      <a:r>
                        <a:rPr lang="en-US" sz="1400" b="0" i="0">
                          <a:effectLst/>
                          <a:latin typeface="Arial"/>
                          <a:ea typeface="Calibri"/>
                          <a:cs typeface="Arial"/>
                        </a:rPr>
                        <a:t>Communication Protocol</a:t>
                      </a:r>
                    </a:p>
                  </a:txBody>
                  <a:tcPr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buNone/>
                      </a:pPr>
                      <a:r>
                        <a:rPr lang="en-US" sz="1400" b="0" i="0">
                          <a:effectLst/>
                          <a:latin typeface="Arial"/>
                          <a:ea typeface="Calibri"/>
                          <a:cs typeface="Arial"/>
                        </a:rPr>
                        <a:t>Analyzed alternative protocols of communication between UAS, Rover and Ground Station.</a:t>
                      </a:r>
                    </a:p>
                  </a:txBody>
                  <a:tcPr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a:ea typeface="Calibri"/>
                          <a:cs typeface="Arial"/>
                        </a:rPr>
                        <a:t>Standardize data transmission between vehicles.</a:t>
                      </a:r>
                    </a:p>
                  </a:txBody>
                  <a:tcPr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a:ea typeface="Calibri"/>
                          <a:cs typeface="Arial"/>
                        </a:rPr>
                        <a:t>Wi-Fi</a:t>
                      </a:r>
                    </a:p>
                  </a:txBody>
                  <a:tcPr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271658159"/>
                  </a:ext>
                </a:extLst>
              </a:tr>
              <a:tr h="590456">
                <a:tc>
                  <a:txBody>
                    <a:bodyPr/>
                    <a:lstStyle/>
                    <a:p>
                      <a:pPr lvl="0">
                        <a:buNone/>
                      </a:pPr>
                      <a:r>
                        <a:rPr lang="en-US" sz="1400" b="0" i="0">
                          <a:effectLst/>
                          <a:latin typeface="Arial"/>
                          <a:ea typeface="Calibri"/>
                          <a:cs typeface="Arial"/>
                        </a:rPr>
                        <a:t>Computing Architecture</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buNone/>
                      </a:pPr>
                      <a:r>
                        <a:rPr lang="en-US" sz="1400" b="0" i="0">
                          <a:effectLst/>
                          <a:latin typeface="Arial"/>
                          <a:ea typeface="Calibri"/>
                          <a:cs typeface="Arial"/>
                        </a:rPr>
                        <a:t>Weighed effectiveness of various computing architectures for Onboard/Offboard processing.</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C0E6F5"/>
                    </a:solidFill>
                  </a:tcPr>
                </a:tc>
                <a:tc>
                  <a:txBody>
                    <a:bodyPr/>
                    <a:lstStyle/>
                    <a:p>
                      <a:pPr lvl="0">
                        <a:buNone/>
                      </a:pPr>
                      <a:r>
                        <a:rPr lang="en-US" sz="1400" b="0" i="0">
                          <a:effectLst/>
                          <a:latin typeface="Arial"/>
                          <a:ea typeface="Calibri"/>
                          <a:cs typeface="Arial"/>
                        </a:rPr>
                        <a:t>Begin system architecture design to provide a baseline to design around.</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rgbClr val="C0E6F5"/>
                    </a:solidFill>
                  </a:tcPr>
                </a:tc>
                <a:tc>
                  <a:txBody>
                    <a:bodyPr/>
                    <a:lstStyle/>
                    <a:p>
                      <a:pPr lvl="0">
                        <a:buNone/>
                      </a:pPr>
                      <a:r>
                        <a:rPr lang="en-US" sz="1400" b="0" i="0">
                          <a:effectLst/>
                          <a:latin typeface="Arial"/>
                          <a:ea typeface="Calibri"/>
                          <a:cs typeface="Arial"/>
                        </a:rPr>
                        <a:t>Flight controller + secondary computer</a:t>
                      </a:r>
                    </a:p>
                  </a:txBody>
                  <a:tcPr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675334779"/>
                  </a:ext>
                </a:extLst>
              </a:tr>
              <a:tr h="762672">
                <a:tc>
                  <a:txBody>
                    <a:bodyPr/>
                    <a:lstStyle/>
                    <a:p>
                      <a:pPr lvl="0">
                        <a:buNone/>
                      </a:pPr>
                      <a:r>
                        <a:rPr lang="en-US" sz="1400" b="0" i="0">
                          <a:effectLst/>
                          <a:latin typeface="Arial"/>
                          <a:ea typeface="Calibri"/>
                          <a:cs typeface="Arial"/>
                        </a:rPr>
                        <a:t>Manual Override Architecture</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buNone/>
                      </a:pPr>
                      <a:r>
                        <a:rPr lang="en-US" sz="1400" b="0" i="0">
                          <a:effectLst/>
                          <a:latin typeface="Arial"/>
                          <a:ea typeface="Calibri"/>
                          <a:cs typeface="Arial"/>
                        </a:rPr>
                        <a:t>Determined method of manual override</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a:ea typeface="Calibri"/>
                          <a:cs typeface="Arial"/>
                        </a:rPr>
                        <a:t>Determine clear system architecture to minimize latency and ensure unobstructed command pathways</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a:ea typeface="Calibri"/>
                          <a:cs typeface="Arial"/>
                        </a:rPr>
                        <a:t>Separate RF controller linked to flight controller</a:t>
                      </a:r>
                    </a:p>
                  </a:txBody>
                  <a:tcPr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2837085251"/>
                  </a:ext>
                </a:extLst>
              </a:tr>
              <a:tr h="762672">
                <a:tc>
                  <a:txBody>
                    <a:bodyPr/>
                    <a:lstStyle/>
                    <a:p>
                      <a:pPr lvl="0">
                        <a:buNone/>
                      </a:pPr>
                      <a:r>
                        <a:rPr lang="en-US" sz="1400" b="0" i="0">
                          <a:effectLst/>
                          <a:latin typeface="Arial"/>
                          <a:ea typeface="Calibri"/>
                          <a:cs typeface="Arial"/>
                        </a:rPr>
                        <a:t>Data Flow Architecture</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noFill/>
                  </a:tcPr>
                </a:tc>
                <a:tc>
                  <a:txBody>
                    <a:bodyPr/>
                    <a:lstStyle/>
                    <a:p>
                      <a:pPr lvl="0">
                        <a:buNone/>
                      </a:pPr>
                      <a:r>
                        <a:rPr lang="en-US" sz="1400" b="0" i="0">
                          <a:effectLst/>
                          <a:latin typeface="Arial"/>
                          <a:ea typeface="Calibri"/>
                          <a:cs typeface="Arial"/>
                        </a:rPr>
                        <a:t>Determine method of data flow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rgbClr val="C0E6F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a:effectLst/>
                          <a:latin typeface="Arial"/>
                          <a:ea typeface="Calibri"/>
                          <a:cs typeface="Arial"/>
                        </a:rPr>
                        <a:t>Assessing alternatives of a centralized or decoupled data flow is better for system performance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rgbClr val="C0E6F5"/>
                    </a:solidFill>
                  </a:tcPr>
                </a:tc>
                <a:tc>
                  <a:txBody>
                    <a:bodyPr/>
                    <a:lstStyle/>
                    <a:p>
                      <a:pPr lvl="0">
                        <a:buNone/>
                      </a:pPr>
                      <a:r>
                        <a:rPr lang="en-US" sz="1400" b="0" i="0">
                          <a:effectLst/>
                          <a:latin typeface="Arial"/>
                          <a:ea typeface="Calibri"/>
                          <a:cs typeface="Arial"/>
                        </a:rPr>
                        <a:t>Decoupled (flight controller can operate independently of onboard computer for basic operations)</a:t>
                      </a: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solidFill>
                      <a:schemeClr val="accent6">
                        <a:lumMod val="40000"/>
                        <a:lumOff val="60000"/>
                      </a:schemeClr>
                    </a:solidFill>
                  </a:tcPr>
                </a:tc>
                <a:extLst>
                  <a:ext uri="{0D108BD9-81ED-4DB2-BD59-A6C34878D82A}">
                    <a16:rowId xmlns:a16="http://schemas.microsoft.com/office/drawing/2014/main" val="1821303139"/>
                  </a:ext>
                </a:extLst>
              </a:tr>
            </a:tbl>
          </a:graphicData>
        </a:graphic>
      </p:graphicFrame>
      <p:sp>
        <p:nvSpPr>
          <p:cNvPr id="12" name="TextBox 11">
            <a:extLst>
              <a:ext uri="{FF2B5EF4-FFF2-40B4-BE49-F238E27FC236}">
                <a16:creationId xmlns:a16="http://schemas.microsoft.com/office/drawing/2014/main" id="{62679913-5010-49D8-8014-7B3F1B722CD7}"/>
              </a:ext>
            </a:extLst>
          </p:cNvPr>
          <p:cNvSpPr txBox="1"/>
          <p:nvPr/>
        </p:nvSpPr>
        <p:spPr>
          <a:xfrm>
            <a:off x="481419" y="5830369"/>
            <a:ext cx="10733479"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t>Trade Study Purpose:</a:t>
            </a:r>
            <a:r>
              <a:rPr lang="en-US" sz="2000"/>
              <a:t> Reduce design uncertainty by selecting a system architecture that best supports ease of integration and satisfaction of requirements.</a:t>
            </a:r>
          </a:p>
        </p:txBody>
      </p:sp>
      <p:sp>
        <p:nvSpPr>
          <p:cNvPr id="8" name="Slide Number Placeholder 23">
            <a:extLst>
              <a:ext uri="{FF2B5EF4-FFF2-40B4-BE49-F238E27FC236}">
                <a16:creationId xmlns:a16="http://schemas.microsoft.com/office/drawing/2014/main" id="{4B93546B-3276-B90F-1B9A-64E335D9CF9E}"/>
              </a:ext>
            </a:extLst>
          </p:cNvPr>
          <p:cNvSpPr txBox="1">
            <a:spLocks/>
          </p:cNvSpPr>
          <p:nvPr/>
        </p:nvSpPr>
        <p:spPr>
          <a:xfrm>
            <a:off x="9145743" y="652595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ACAF18C-C32B-5246-8B79-94468F598665}" type="slidenum">
              <a:rPr lang="en-US" smtClean="0"/>
              <a:pPr/>
              <a:t>81</a:t>
            </a:fld>
            <a:endParaRPr lang="en-US"/>
          </a:p>
        </p:txBody>
      </p:sp>
      <p:grpSp>
        <p:nvGrpSpPr>
          <p:cNvPr id="10" name="Trade Studies Bar - 5 Avionics">
            <a:extLst>
              <a:ext uri="{FF2B5EF4-FFF2-40B4-BE49-F238E27FC236}">
                <a16:creationId xmlns:a16="http://schemas.microsoft.com/office/drawing/2014/main" id="{176623D7-7FC0-37A7-1434-F83A1CCBB423}"/>
              </a:ext>
            </a:extLst>
          </p:cNvPr>
          <p:cNvGrpSpPr/>
          <p:nvPr/>
        </p:nvGrpSpPr>
        <p:grpSpPr>
          <a:xfrm>
            <a:off x="814349" y="6567742"/>
            <a:ext cx="10563301" cy="276999"/>
            <a:chOff x="790698" y="5902391"/>
            <a:chExt cx="10563301" cy="276999"/>
          </a:xfrm>
        </p:grpSpPr>
        <p:sp>
          <p:nvSpPr>
            <p:cNvPr id="11" name="Segment 0 - Trade Studies">
              <a:extLst>
                <a:ext uri="{FF2B5EF4-FFF2-40B4-BE49-F238E27FC236}">
                  <a16:creationId xmlns:a16="http://schemas.microsoft.com/office/drawing/2014/main" id="{0310FCF0-7540-28F9-5407-526E4270447C}"/>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3" name="Segment 1 - Propulsion">
              <a:extLst>
                <a:ext uri="{FF2B5EF4-FFF2-40B4-BE49-F238E27FC236}">
                  <a16:creationId xmlns:a16="http://schemas.microsoft.com/office/drawing/2014/main" id="{9C4A1B89-A000-176F-E08B-34C83AC9D458}"/>
                </a:ext>
              </a:extLst>
            </p:cNvPr>
            <p:cNvSpPr/>
            <p:nvPr/>
          </p:nvSpPr>
          <p:spPr>
            <a:xfrm>
              <a:off x="268951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Propulsion</a:t>
              </a:r>
            </a:p>
          </p:txBody>
        </p:sp>
        <p:sp>
          <p:nvSpPr>
            <p:cNvPr id="14" name="Segment 2 - Power Systems">
              <a:extLst>
                <a:ext uri="{FF2B5EF4-FFF2-40B4-BE49-F238E27FC236}">
                  <a16:creationId xmlns:a16="http://schemas.microsoft.com/office/drawing/2014/main" id="{5F662723-66C7-1E4D-241A-EE06BC5D464B}"/>
                </a:ext>
              </a:extLst>
            </p:cNvPr>
            <p:cNvSpPr/>
            <p:nvPr/>
          </p:nvSpPr>
          <p:spPr>
            <a:xfrm>
              <a:off x="441013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Power Systems</a:t>
              </a:r>
            </a:p>
          </p:txBody>
        </p:sp>
        <p:sp>
          <p:nvSpPr>
            <p:cNvPr id="15" name="Segment 3 - Airframe">
              <a:extLst>
                <a:ext uri="{FF2B5EF4-FFF2-40B4-BE49-F238E27FC236}">
                  <a16:creationId xmlns:a16="http://schemas.microsoft.com/office/drawing/2014/main" id="{5C9EAFC1-8F32-2420-5AC1-AEBA8EC08464}"/>
                </a:ext>
              </a:extLst>
            </p:cNvPr>
            <p:cNvSpPr/>
            <p:nvPr/>
          </p:nvSpPr>
          <p:spPr>
            <a:xfrm>
              <a:off x="613074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Airframe</a:t>
              </a:r>
            </a:p>
          </p:txBody>
        </p:sp>
        <p:sp>
          <p:nvSpPr>
            <p:cNvPr id="16" name="Segment 4 - GNC">
              <a:extLst>
                <a:ext uri="{FF2B5EF4-FFF2-40B4-BE49-F238E27FC236}">
                  <a16:creationId xmlns:a16="http://schemas.microsoft.com/office/drawing/2014/main" id="{3CB6A6C2-8DBB-04C3-A663-CA0600869F0C}"/>
                </a:ext>
              </a:extLst>
            </p:cNvPr>
            <p:cNvSpPr/>
            <p:nvPr/>
          </p:nvSpPr>
          <p:spPr>
            <a:xfrm>
              <a:off x="785136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GNC</a:t>
              </a:r>
            </a:p>
          </p:txBody>
        </p:sp>
        <p:sp>
          <p:nvSpPr>
            <p:cNvPr id="17" name="Segment 5 - Avionics">
              <a:extLst>
                <a:ext uri="{FF2B5EF4-FFF2-40B4-BE49-F238E27FC236}">
                  <a16:creationId xmlns:a16="http://schemas.microsoft.com/office/drawing/2014/main" id="{BFB9F5C1-F193-A80B-0BB4-AA0C15F9C84A}"/>
                </a:ext>
              </a:extLst>
            </p:cNvPr>
            <p:cNvSpPr/>
            <p:nvPr/>
          </p:nvSpPr>
          <p:spPr>
            <a:xfrm>
              <a:off x="957197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Avionics</a:t>
              </a:r>
            </a:p>
          </p:txBody>
        </p:sp>
      </p:grpSp>
    </p:spTree>
    <p:extLst>
      <p:ext uri="{BB962C8B-B14F-4D97-AF65-F5344CB8AC3E}">
        <p14:creationId xmlns:p14="http://schemas.microsoft.com/office/powerpoint/2010/main" val="292972734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73A95-5FC6-AB34-41D0-5E27B0A3C4A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B3ECF82-CF98-55A6-16D1-B537F372C04B}"/>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78A00ADB-EF22-DDAE-F43E-B2D60E490B56}"/>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C0ACE928-9B92-AE99-BF4D-5423C19E055D}"/>
              </a:ext>
            </a:extLst>
          </p:cNvPr>
          <p:cNvSpPr txBox="1"/>
          <p:nvPr/>
        </p:nvSpPr>
        <p:spPr>
          <a:xfrm>
            <a:off x="1281748" y="353648"/>
            <a:ext cx="7680960" cy="658368"/>
          </a:xfrm>
          <a:prstGeom prst="rect">
            <a:avLst/>
          </a:prstGeom>
          <a:noFill/>
          <a:ln/>
        </p:spPr>
        <p:txBody>
          <a:bodyPr wrap="square" lIns="0" tIns="0" rIns="0" bIns="0" rtlCol="0" anchor="ctr"/>
          <a:lstStyle/>
          <a:p>
            <a:r>
              <a:rPr lang="en-US" sz="2800" b="1" kern="0" spc="100">
                <a:solidFill>
                  <a:srgbClr val="2B2A28"/>
                </a:solidFill>
                <a:latin typeface="Arial"/>
                <a:cs typeface="Arial"/>
              </a:rPr>
              <a:t>Relevant Requirements for All Trades</a:t>
            </a:r>
          </a:p>
        </p:txBody>
      </p:sp>
      <p:sp>
        <p:nvSpPr>
          <p:cNvPr id="5" name="Shape 2">
            <a:extLst>
              <a:ext uri="{FF2B5EF4-FFF2-40B4-BE49-F238E27FC236}">
                <a16:creationId xmlns:a16="http://schemas.microsoft.com/office/drawing/2014/main" id="{FE663850-6297-9B89-370D-AAC620E5AA0D}"/>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C8B01871-F55C-DC71-9220-68815F293EB4}"/>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graphicFrame>
        <p:nvGraphicFramePr>
          <p:cNvPr id="9" name="Table 8">
            <a:extLst>
              <a:ext uri="{FF2B5EF4-FFF2-40B4-BE49-F238E27FC236}">
                <a16:creationId xmlns:a16="http://schemas.microsoft.com/office/drawing/2014/main" id="{B3C17548-D674-A613-6A6D-4ACC1A9F24BF}"/>
              </a:ext>
            </a:extLst>
          </p:cNvPr>
          <p:cNvGraphicFramePr>
            <a:graphicFrameLocks noGrp="1"/>
          </p:cNvGraphicFramePr>
          <p:nvPr>
            <p:extLst>
              <p:ext uri="{D42A27DB-BD31-4B8C-83A1-F6EECF244321}">
                <p14:modId xmlns:p14="http://schemas.microsoft.com/office/powerpoint/2010/main" val="4088406710"/>
              </p:ext>
            </p:extLst>
          </p:nvPr>
        </p:nvGraphicFramePr>
        <p:xfrm>
          <a:off x="481419" y="1207880"/>
          <a:ext cx="11237392" cy="5175798"/>
        </p:xfrm>
        <a:graphic>
          <a:graphicData uri="http://schemas.openxmlformats.org/drawingml/2006/table">
            <a:tbl>
              <a:tblPr bandRow="1">
                <a:tableStyleId>{5C22544A-7EE6-4342-B048-85BDC9FD1C3A}</a:tableStyleId>
              </a:tblPr>
              <a:tblGrid>
                <a:gridCol w="3280572">
                  <a:extLst>
                    <a:ext uri="{9D8B030D-6E8A-4147-A177-3AD203B41FA5}">
                      <a16:colId xmlns:a16="http://schemas.microsoft.com/office/drawing/2014/main" val="4226704145"/>
                    </a:ext>
                  </a:extLst>
                </a:gridCol>
                <a:gridCol w="4128030">
                  <a:extLst>
                    <a:ext uri="{9D8B030D-6E8A-4147-A177-3AD203B41FA5}">
                      <a16:colId xmlns:a16="http://schemas.microsoft.com/office/drawing/2014/main" val="2555824011"/>
                    </a:ext>
                  </a:extLst>
                </a:gridCol>
                <a:gridCol w="3828790">
                  <a:extLst>
                    <a:ext uri="{9D8B030D-6E8A-4147-A177-3AD203B41FA5}">
                      <a16:colId xmlns:a16="http://schemas.microsoft.com/office/drawing/2014/main" val="3575650190"/>
                    </a:ext>
                  </a:extLst>
                </a:gridCol>
              </a:tblGrid>
              <a:tr h="618793">
                <a:tc>
                  <a:txBody>
                    <a:bodyPr/>
                    <a:lstStyle/>
                    <a:p>
                      <a:pPr lvl="0">
                        <a:buNone/>
                      </a:pPr>
                      <a:r>
                        <a:rPr lang="en-US" sz="1400" b="1" i="0">
                          <a:effectLst/>
                          <a:latin typeface="Arial"/>
                          <a:ea typeface="Calibri"/>
                          <a:cs typeface="Arial"/>
                        </a:rPr>
                        <a:t>Requirement #</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buNone/>
                      </a:pPr>
                      <a:r>
                        <a:rPr lang="en-US" sz="1400" b="1" i="0">
                          <a:effectLst/>
                          <a:latin typeface="Arial"/>
                          <a:ea typeface="Calibri"/>
                          <a:cs typeface="Arial"/>
                        </a:rPr>
                        <a:t>Requirement</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C0E6F5"/>
                    </a:solidFill>
                  </a:tcPr>
                </a:tc>
                <a:tc>
                  <a:txBody>
                    <a:bodyPr/>
                    <a:lstStyle/>
                    <a:p>
                      <a:pPr lvl="0">
                        <a:buNone/>
                      </a:pPr>
                      <a:r>
                        <a:rPr lang="en-US" sz="1400" b="1" i="0">
                          <a:effectLst/>
                          <a:latin typeface="Arial"/>
                          <a:ea typeface="Calibri"/>
                          <a:cs typeface="Arial"/>
                        </a:rPr>
                        <a:t>Resulting Design Work</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C0E6F5"/>
                    </a:solidFill>
                  </a:tcPr>
                </a:tc>
                <a:extLst>
                  <a:ext uri="{0D108BD9-81ED-4DB2-BD59-A6C34878D82A}">
                    <a16:rowId xmlns:a16="http://schemas.microsoft.com/office/drawing/2014/main" val="2433659630"/>
                  </a:ext>
                </a:extLst>
              </a:tr>
              <a:tr h="618793">
                <a:tc>
                  <a:txBody>
                    <a:bodyPr/>
                    <a:lstStyle/>
                    <a:p>
                      <a:pPr>
                        <a:buNone/>
                      </a:pPr>
                      <a:r>
                        <a:rPr lang="en-US" sz="1400">
                          <a:latin typeface="Arial"/>
                          <a:cs typeface="Arial"/>
                        </a:rPr>
                        <a:t>UAS-GNCC-1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0" i="0">
                          <a:effectLst/>
                          <a:latin typeface="Arial"/>
                          <a:ea typeface="Calibri"/>
                          <a:cs typeface="Arial"/>
                        </a:rPr>
                        <a:t>The UAS shall communicate with the ground station using Wi-Fi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a:ea typeface="Calibri"/>
                          <a:cs typeface="Arial"/>
                        </a:rPr>
                        <a:t>Communication Protocol Trade Study </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extLst>
                  <a:ext uri="{0D108BD9-81ED-4DB2-BD59-A6C34878D82A}">
                    <a16:rowId xmlns:a16="http://schemas.microsoft.com/office/drawing/2014/main" val="3884621858"/>
                  </a:ext>
                </a:extLst>
              </a:tr>
              <a:tr h="618793">
                <a:tc>
                  <a:txBody>
                    <a:bodyPr/>
                    <a:lstStyle/>
                    <a:p>
                      <a:pPr lvl="0">
                        <a:buNone/>
                      </a:pPr>
                      <a:r>
                        <a:rPr lang="en-US" sz="1400" b="0" i="0">
                          <a:effectLst/>
                          <a:latin typeface="Arial"/>
                          <a:ea typeface="Calibri"/>
                          <a:cs typeface="Arial"/>
                        </a:rPr>
                        <a:t>UAS-GNCC-2</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buNone/>
                      </a:pPr>
                      <a:r>
                        <a:rPr lang="en-US" sz="1400" b="0" i="0">
                          <a:effectLst/>
                          <a:latin typeface="Arial"/>
                          <a:ea typeface="Calibri"/>
                          <a:cs typeface="Arial"/>
                        </a:rPr>
                        <a:t>The UAS shall transmit all of the data types listed in the UAS-GNCC-2 sub-requirements</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a:ea typeface="Calibri"/>
                          <a:cs typeface="Arial"/>
                        </a:rPr>
                        <a:t>Dataflow Trade Study </a:t>
                      </a:r>
                    </a:p>
                  </a:txBody>
                  <a:tcPr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C0E6F5"/>
                    </a:solidFill>
                  </a:tcPr>
                </a:tc>
                <a:extLst>
                  <a:ext uri="{0D108BD9-81ED-4DB2-BD59-A6C34878D82A}">
                    <a16:rowId xmlns:a16="http://schemas.microsoft.com/office/drawing/2014/main" val="1355369355"/>
                  </a:ext>
                </a:extLst>
              </a:tr>
              <a:tr h="6187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latin typeface="Arial"/>
                          <a:cs typeface="Arial"/>
                        </a:rPr>
                        <a:t>UAS-GNCC-3</a:t>
                      </a:r>
                    </a:p>
                  </a:txBody>
                  <a:tcPr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buNone/>
                      </a:pPr>
                      <a:r>
                        <a:rPr lang="en-US" sz="1400" b="0" i="0">
                          <a:effectLst/>
                          <a:latin typeface="Arial"/>
                          <a:ea typeface="Calibri"/>
                          <a:cs typeface="Arial"/>
                        </a:rPr>
                        <a:t>The UAS shall measure altitude with an accuracy of +/- 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a:txBody>
                    <a:bodyPr/>
                    <a:lstStyle/>
                    <a:p>
                      <a:pPr marL="0" marR="0" lvl="0" indent="0" algn="l">
                        <a:lnSpc>
                          <a:spcPct val="100000"/>
                        </a:lnSpc>
                        <a:spcBef>
                          <a:spcPts val="0"/>
                        </a:spcBef>
                        <a:spcAft>
                          <a:spcPts val="0"/>
                        </a:spcAft>
                        <a:buNone/>
                      </a:pPr>
                      <a:r>
                        <a:rPr lang="en-US" sz="1400" b="0" i="0">
                          <a:effectLst/>
                          <a:latin typeface="Arial"/>
                          <a:ea typeface="Calibri"/>
                          <a:cs typeface="Arial"/>
                        </a:rPr>
                        <a:t>Navigation Technology Trade Study</a:t>
                      </a:r>
                      <a:endParaRPr lang="en-US" sz="1400"/>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extLst>
                  <a:ext uri="{0D108BD9-81ED-4DB2-BD59-A6C34878D82A}">
                    <a16:rowId xmlns:a16="http://schemas.microsoft.com/office/drawing/2014/main" val="873320058"/>
                  </a:ext>
                </a:extLst>
              </a:tr>
              <a:tr h="6187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latin typeface="Arial"/>
                          <a:cs typeface="Arial"/>
                        </a:rPr>
                        <a:t>UAS-GNCC-4</a:t>
                      </a:r>
                    </a:p>
                  </a:txBody>
                  <a:tcPr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buNone/>
                      </a:pPr>
                      <a:r>
                        <a:rPr lang="en-US" sz="1400" b="0" i="0" u="none" strike="noStrike" noProof="0">
                          <a:solidFill>
                            <a:srgbClr val="242424"/>
                          </a:solidFill>
                          <a:latin typeface="Arial"/>
                          <a:ea typeface="Calibri"/>
                          <a:cs typeface="Arial"/>
                        </a:rPr>
                        <a:t>The UAS shall determine its GPS position with an accuracy of +/- TBD cm</a:t>
                      </a:r>
                      <a:endParaRPr lang="en-US" sz="1400">
                        <a:latin typeface="Arial"/>
                        <a:ea typeface="Calibri"/>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a:txBody>
                    <a:bodyPr/>
                    <a:lstStyle/>
                    <a:p>
                      <a:pPr marL="0" marR="0" lvl="0" indent="0" algn="l">
                        <a:lnSpc>
                          <a:spcPct val="100000"/>
                        </a:lnSpc>
                        <a:spcBef>
                          <a:spcPts val="0"/>
                        </a:spcBef>
                        <a:spcAft>
                          <a:spcPts val="0"/>
                        </a:spcAft>
                        <a:buNone/>
                      </a:pPr>
                      <a:r>
                        <a:rPr lang="en-US" sz="1400" b="0" i="0">
                          <a:effectLst/>
                          <a:latin typeface="Arial"/>
                          <a:ea typeface="Calibri"/>
                          <a:cs typeface="Arial"/>
                        </a:rPr>
                        <a:t>Navigation Technology Trade Study</a:t>
                      </a:r>
                      <a:endParaRPr lang="en-US"/>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extLst>
                  <a:ext uri="{0D108BD9-81ED-4DB2-BD59-A6C34878D82A}">
                    <a16:rowId xmlns:a16="http://schemas.microsoft.com/office/drawing/2014/main" val="1798184288"/>
                  </a:ext>
                </a:extLst>
              </a:tr>
              <a:tr h="715050">
                <a:tc>
                  <a:txBody>
                    <a:bodyPr/>
                    <a:lstStyle/>
                    <a:p>
                      <a:pPr lvl="0">
                        <a:buNone/>
                      </a:pPr>
                      <a:r>
                        <a:rPr lang="en-US" sz="1400" b="0" i="0">
                          <a:effectLst/>
                          <a:latin typeface="Arial"/>
                          <a:ea typeface="Calibri"/>
                          <a:cs typeface="Arial"/>
                        </a:rPr>
                        <a:t>UAS-GNCC-11</a:t>
                      </a:r>
                      <a:endParaRPr lang="en-US"/>
                    </a:p>
                  </a:txBody>
                  <a:tcPr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buNone/>
                      </a:pPr>
                      <a:r>
                        <a:rPr lang="en-US" sz="1400" b="0" i="0" u="none" strike="noStrike" noProof="0">
                          <a:effectLst/>
                          <a:latin typeface="Arial"/>
                          <a:cs typeface="Arial"/>
                        </a:rPr>
                        <a:t>The UAS shall have a manual override procedure that takes precedence over all autonomous procedures</a:t>
                      </a:r>
                      <a:endParaRPr lang="en-US">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a:txBody>
                    <a:bodyPr/>
                    <a:lstStyle/>
                    <a:p>
                      <a:pPr lvl="0">
                        <a:buNone/>
                      </a:pPr>
                      <a:r>
                        <a:rPr lang="en-US" sz="1400" b="0" i="0">
                          <a:effectLst/>
                          <a:latin typeface="Arial"/>
                          <a:ea typeface="Calibri"/>
                          <a:cs typeface="Arial"/>
                        </a:rPr>
                        <a:t>Manual Override Trade Study</a:t>
                      </a:r>
                      <a:endParaRPr lang="en-US"/>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extLst>
                  <a:ext uri="{0D108BD9-81ED-4DB2-BD59-A6C34878D82A}">
                    <a16:rowId xmlns:a16="http://schemas.microsoft.com/office/drawing/2014/main" val="2326274962"/>
                  </a:ext>
                </a:extLst>
              </a:tr>
              <a:tr h="715050">
                <a:tc>
                  <a:txBody>
                    <a:bodyPr/>
                    <a:lstStyle/>
                    <a:p>
                      <a:pPr marL="0" marR="0" lvl="0" indent="0" algn="l" rtl="0">
                        <a:lnSpc>
                          <a:spcPct val="100000"/>
                        </a:lnSpc>
                        <a:spcBef>
                          <a:spcPts val="0"/>
                        </a:spcBef>
                        <a:spcAft>
                          <a:spcPts val="0"/>
                        </a:spcAft>
                        <a:buClrTx/>
                        <a:buSzTx/>
                        <a:buFontTx/>
                        <a:buNone/>
                      </a:pPr>
                      <a:r>
                        <a:rPr lang="en-US" sz="1400">
                          <a:latin typeface="Arial"/>
                          <a:cs typeface="Arial"/>
                        </a:rPr>
                        <a:t>UAS-4</a:t>
                      </a:r>
                      <a:endParaRPr lang="en-US"/>
                    </a:p>
                  </a:txBody>
                  <a:tcPr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buNone/>
                      </a:pPr>
                      <a:r>
                        <a:rPr lang="en-US" sz="1400" b="0" i="0" u="none" strike="noStrike" noProof="0">
                          <a:solidFill>
                            <a:srgbClr val="242424"/>
                          </a:solidFill>
                          <a:latin typeface="Arial"/>
                          <a:cs typeface="Arial"/>
                        </a:rPr>
                        <a:t>The UAS shall provide the onboard computing required for aircraft controls, sensing, and navigation</a:t>
                      </a:r>
                      <a:endParaRPr lang="en-US" sz="1400">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a:txBody>
                    <a:bodyPr/>
                    <a:lstStyle/>
                    <a:p>
                      <a:pPr marL="0" marR="0" lvl="0" indent="0" algn="l">
                        <a:lnSpc>
                          <a:spcPct val="100000"/>
                        </a:lnSpc>
                        <a:spcBef>
                          <a:spcPts val="0"/>
                        </a:spcBef>
                        <a:spcAft>
                          <a:spcPts val="0"/>
                        </a:spcAft>
                        <a:buNone/>
                      </a:pPr>
                      <a:r>
                        <a:rPr lang="en-US" sz="1400" b="0" i="0">
                          <a:effectLst/>
                          <a:latin typeface="Arial"/>
                          <a:ea typeface="Calibri"/>
                          <a:cs typeface="Arial"/>
                        </a:rPr>
                        <a:t>Computing Architecture Trade Study</a:t>
                      </a:r>
                      <a:endParaRPr lang="en-US"/>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extLst>
                  <a:ext uri="{0D108BD9-81ED-4DB2-BD59-A6C34878D82A}">
                    <a16:rowId xmlns:a16="http://schemas.microsoft.com/office/drawing/2014/main" val="3727553704"/>
                  </a:ext>
                </a:extLst>
              </a:tr>
              <a:tr h="618793">
                <a:tc>
                  <a:txBody>
                    <a:bodyPr/>
                    <a:lstStyle/>
                    <a:p>
                      <a:pPr marL="0" marR="0" lvl="0" indent="0" algn="l" rtl="0">
                        <a:lnSpc>
                          <a:spcPct val="100000"/>
                        </a:lnSpc>
                        <a:spcBef>
                          <a:spcPts val="0"/>
                        </a:spcBef>
                        <a:spcAft>
                          <a:spcPts val="0"/>
                        </a:spcAft>
                        <a:buClrTx/>
                        <a:buSzTx/>
                        <a:buFontTx/>
                        <a:buNone/>
                      </a:pPr>
                      <a:r>
                        <a:rPr lang="en-US" sz="1400">
                          <a:latin typeface="Arial"/>
                          <a:cs typeface="Arial"/>
                        </a:rPr>
                        <a:t>UAS-11</a:t>
                      </a:r>
                    </a:p>
                  </a:txBody>
                  <a:tcPr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buNone/>
                      </a:pPr>
                      <a:r>
                        <a:rPr lang="en-US" sz="1400">
                          <a:latin typeface="Arial"/>
                          <a:cs typeface="Arial"/>
                        </a:rPr>
                        <a:t>The UAS shall have autonomous maneuverability capabilities.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a:txBody>
                    <a:bodyPr/>
                    <a:lstStyle/>
                    <a:p>
                      <a:pPr marL="0" marR="0" lvl="0" indent="0" algn="l">
                        <a:lnSpc>
                          <a:spcPct val="100000"/>
                        </a:lnSpc>
                        <a:spcBef>
                          <a:spcPts val="0"/>
                        </a:spcBef>
                        <a:spcAft>
                          <a:spcPts val="0"/>
                        </a:spcAft>
                        <a:buNone/>
                      </a:pPr>
                      <a:r>
                        <a:rPr lang="en-US" sz="1400">
                          <a:latin typeface="Arial"/>
                          <a:cs typeface="Arial"/>
                        </a:rPr>
                        <a:t>Flight Controller Trade Study</a:t>
                      </a: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extLst>
                  <a:ext uri="{0D108BD9-81ED-4DB2-BD59-A6C34878D82A}">
                    <a16:rowId xmlns:a16="http://schemas.microsoft.com/office/drawing/2014/main" val="1014145785"/>
                  </a:ext>
                </a:extLst>
              </a:tr>
            </a:tbl>
          </a:graphicData>
        </a:graphic>
      </p:graphicFrame>
      <p:sp>
        <p:nvSpPr>
          <p:cNvPr id="8" name="Slide Number Placeholder 23">
            <a:extLst>
              <a:ext uri="{FF2B5EF4-FFF2-40B4-BE49-F238E27FC236}">
                <a16:creationId xmlns:a16="http://schemas.microsoft.com/office/drawing/2014/main" id="{91863276-F2EF-E79E-93EE-EB1E1AE306E4}"/>
              </a:ext>
            </a:extLst>
          </p:cNvPr>
          <p:cNvSpPr txBox="1">
            <a:spLocks/>
          </p:cNvSpPr>
          <p:nvPr/>
        </p:nvSpPr>
        <p:spPr>
          <a:xfrm>
            <a:off x="9145743" y="652595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ACAF18C-C32B-5246-8B79-94468F598665}" type="slidenum">
              <a:rPr lang="en-US" smtClean="0"/>
              <a:pPr/>
              <a:t>82</a:t>
            </a:fld>
            <a:endParaRPr lang="en-US"/>
          </a:p>
        </p:txBody>
      </p:sp>
      <p:grpSp>
        <p:nvGrpSpPr>
          <p:cNvPr id="10" name="Trade Studies Bar - 5 Avionics">
            <a:extLst>
              <a:ext uri="{FF2B5EF4-FFF2-40B4-BE49-F238E27FC236}">
                <a16:creationId xmlns:a16="http://schemas.microsoft.com/office/drawing/2014/main" id="{9707FE1B-A5E6-B583-AEE7-DE16073410BC}"/>
              </a:ext>
            </a:extLst>
          </p:cNvPr>
          <p:cNvGrpSpPr/>
          <p:nvPr/>
        </p:nvGrpSpPr>
        <p:grpSpPr>
          <a:xfrm>
            <a:off x="814349" y="6567742"/>
            <a:ext cx="10563301" cy="276999"/>
            <a:chOff x="790698" y="5902391"/>
            <a:chExt cx="10563301" cy="276999"/>
          </a:xfrm>
        </p:grpSpPr>
        <p:sp>
          <p:nvSpPr>
            <p:cNvPr id="11" name="Segment 0 - Trade Studies">
              <a:extLst>
                <a:ext uri="{FF2B5EF4-FFF2-40B4-BE49-F238E27FC236}">
                  <a16:creationId xmlns:a16="http://schemas.microsoft.com/office/drawing/2014/main" id="{627F1DF5-A469-6385-4814-A1D52D066148}"/>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2" name="Segment 1 - Propulsion">
              <a:extLst>
                <a:ext uri="{FF2B5EF4-FFF2-40B4-BE49-F238E27FC236}">
                  <a16:creationId xmlns:a16="http://schemas.microsoft.com/office/drawing/2014/main" id="{DBE90E20-879E-28CF-D47F-23ED4A0326C4}"/>
                </a:ext>
              </a:extLst>
            </p:cNvPr>
            <p:cNvSpPr/>
            <p:nvPr/>
          </p:nvSpPr>
          <p:spPr>
            <a:xfrm>
              <a:off x="268951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Propulsion</a:t>
              </a:r>
            </a:p>
          </p:txBody>
        </p:sp>
        <p:sp>
          <p:nvSpPr>
            <p:cNvPr id="14" name="Segment 2 - Power Systems">
              <a:extLst>
                <a:ext uri="{FF2B5EF4-FFF2-40B4-BE49-F238E27FC236}">
                  <a16:creationId xmlns:a16="http://schemas.microsoft.com/office/drawing/2014/main" id="{0553A223-C71A-D477-354D-8E156F6F69D7}"/>
                </a:ext>
              </a:extLst>
            </p:cNvPr>
            <p:cNvSpPr/>
            <p:nvPr/>
          </p:nvSpPr>
          <p:spPr>
            <a:xfrm>
              <a:off x="441013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Power Systems</a:t>
              </a:r>
            </a:p>
          </p:txBody>
        </p:sp>
        <p:sp>
          <p:nvSpPr>
            <p:cNvPr id="15" name="Segment 3 - Airframe">
              <a:extLst>
                <a:ext uri="{FF2B5EF4-FFF2-40B4-BE49-F238E27FC236}">
                  <a16:creationId xmlns:a16="http://schemas.microsoft.com/office/drawing/2014/main" id="{119604BE-664B-0283-2CE1-4E8322E17509}"/>
                </a:ext>
              </a:extLst>
            </p:cNvPr>
            <p:cNvSpPr/>
            <p:nvPr/>
          </p:nvSpPr>
          <p:spPr>
            <a:xfrm>
              <a:off x="613074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Airframe</a:t>
              </a:r>
            </a:p>
          </p:txBody>
        </p:sp>
        <p:sp>
          <p:nvSpPr>
            <p:cNvPr id="16" name="Segment 4 - GNC">
              <a:extLst>
                <a:ext uri="{FF2B5EF4-FFF2-40B4-BE49-F238E27FC236}">
                  <a16:creationId xmlns:a16="http://schemas.microsoft.com/office/drawing/2014/main" id="{5BF9F4F9-FEC4-322C-0274-4F3D80C7D7E2}"/>
                </a:ext>
              </a:extLst>
            </p:cNvPr>
            <p:cNvSpPr/>
            <p:nvPr/>
          </p:nvSpPr>
          <p:spPr>
            <a:xfrm>
              <a:off x="785136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GNC</a:t>
              </a:r>
            </a:p>
          </p:txBody>
        </p:sp>
        <p:sp>
          <p:nvSpPr>
            <p:cNvPr id="17" name="Segment 5 - Avionics">
              <a:extLst>
                <a:ext uri="{FF2B5EF4-FFF2-40B4-BE49-F238E27FC236}">
                  <a16:creationId xmlns:a16="http://schemas.microsoft.com/office/drawing/2014/main" id="{A8490663-A385-D3A6-3C23-6A064BBFD773}"/>
                </a:ext>
              </a:extLst>
            </p:cNvPr>
            <p:cNvSpPr/>
            <p:nvPr/>
          </p:nvSpPr>
          <p:spPr>
            <a:xfrm>
              <a:off x="957197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Avionics</a:t>
              </a:r>
            </a:p>
          </p:txBody>
        </p:sp>
      </p:grpSp>
    </p:spTree>
    <p:extLst>
      <p:ext uri="{BB962C8B-B14F-4D97-AF65-F5344CB8AC3E}">
        <p14:creationId xmlns:p14="http://schemas.microsoft.com/office/powerpoint/2010/main" val="206405912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DCBC1-51E0-3E80-A193-102C2C6E6ED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3C62415-A5FC-6495-3FAE-6AF90A7A1C62}"/>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AFFF7F26-9264-6EFF-4FE8-5997FB3C02DA}"/>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7E67E815-CD40-C716-7AC4-546F9404007A}"/>
              </a:ext>
            </a:extLst>
          </p:cNvPr>
          <p:cNvSpPr txBox="1"/>
          <p:nvPr/>
        </p:nvSpPr>
        <p:spPr>
          <a:xfrm>
            <a:off x="1281749" y="368854"/>
            <a:ext cx="9094965" cy="627956"/>
          </a:xfrm>
          <a:prstGeom prst="rect">
            <a:avLst/>
          </a:prstGeom>
          <a:noFill/>
          <a:ln/>
        </p:spPr>
        <p:txBody>
          <a:bodyPr wrap="square" lIns="0" tIns="0" rIns="0" bIns="0" rtlCol="0" anchor="ctr"/>
          <a:lstStyle/>
          <a:p>
            <a:r>
              <a:rPr lang="en-US" sz="2800" b="1" kern="0" spc="100">
                <a:solidFill>
                  <a:srgbClr val="2B2A28"/>
                </a:solidFill>
                <a:latin typeface="Arial"/>
                <a:cs typeface="Arial"/>
              </a:rPr>
              <a:t>Critical Trade - Communication Protocol</a:t>
            </a:r>
            <a:endParaRPr lang="en-US"/>
          </a:p>
        </p:txBody>
      </p:sp>
      <p:sp>
        <p:nvSpPr>
          <p:cNvPr id="5" name="Shape 2">
            <a:extLst>
              <a:ext uri="{FF2B5EF4-FFF2-40B4-BE49-F238E27FC236}">
                <a16:creationId xmlns:a16="http://schemas.microsoft.com/office/drawing/2014/main" id="{FA8325FA-F3E5-A8A2-E5F4-1B3675B6CD50}"/>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1F9E5615-5FD4-EE34-4D1F-E0E07B5E3DD3}"/>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7" name="Text 4">
            <a:extLst>
              <a:ext uri="{FF2B5EF4-FFF2-40B4-BE49-F238E27FC236}">
                <a16:creationId xmlns:a16="http://schemas.microsoft.com/office/drawing/2014/main" id="{6315911D-DDB2-60F9-D606-B5DBFC7B854A}"/>
              </a:ext>
            </a:extLst>
          </p:cNvPr>
          <p:cNvSpPr txBox="1"/>
          <p:nvPr/>
        </p:nvSpPr>
        <p:spPr>
          <a:xfrm>
            <a:off x="458788" y="1314450"/>
            <a:ext cx="6188673" cy="3021474"/>
          </a:xfrm>
          <a:prstGeom prst="rect">
            <a:avLst/>
          </a:prstGeom>
          <a:noFill/>
          <a:ln/>
        </p:spPr>
        <p:txBody>
          <a:bodyPr wrap="square" lIns="0" tIns="0" rIns="0" bIns="0" rtlCol="0" anchor="t"/>
          <a:lstStyle/>
          <a:p>
            <a:pPr marL="342900" indent="-342900">
              <a:lnSpc>
                <a:spcPct val="105000"/>
              </a:lnSpc>
              <a:spcAft>
                <a:spcPts val="600"/>
              </a:spcAft>
              <a:buSzPct val="100000"/>
              <a:buFont typeface="Arial"/>
              <a:buChar char="•"/>
            </a:pPr>
            <a:r>
              <a:rPr lang="en-US">
                <a:latin typeface="Arial"/>
                <a:ea typeface="Calibri"/>
                <a:cs typeface="Arial"/>
              </a:rPr>
              <a:t>Methods: Wi-Fi, </a:t>
            </a:r>
            <a:r>
              <a:rPr lang="en-US" err="1">
                <a:latin typeface="Arial"/>
                <a:ea typeface="Calibri"/>
                <a:cs typeface="Arial"/>
              </a:rPr>
              <a:t>BluetoothLE</a:t>
            </a:r>
            <a:r>
              <a:rPr lang="en-US">
                <a:latin typeface="Arial"/>
                <a:ea typeface="Calibri"/>
                <a:cs typeface="Arial"/>
              </a:rPr>
              <a:t> (BLE), Custom RF Link</a:t>
            </a:r>
          </a:p>
          <a:p>
            <a:pPr marL="342900" indent="-342900">
              <a:lnSpc>
                <a:spcPct val="105000"/>
              </a:lnSpc>
              <a:spcAft>
                <a:spcPts val="600"/>
              </a:spcAft>
              <a:buSzPct val="100000"/>
              <a:buFont typeface="Arial"/>
              <a:buChar char="•"/>
            </a:pPr>
            <a:r>
              <a:rPr lang="en-US">
                <a:latin typeface="Arial"/>
                <a:ea typeface="Calibri"/>
                <a:cs typeface="Arial"/>
              </a:rPr>
              <a:t>Primary Criteria: Reliability, Range Requirements</a:t>
            </a:r>
            <a:endParaRPr lang="en-US"/>
          </a:p>
          <a:p>
            <a:pPr marL="342900" indent="-342900">
              <a:lnSpc>
                <a:spcPct val="105000"/>
              </a:lnSpc>
              <a:spcAft>
                <a:spcPts val="600"/>
              </a:spcAft>
              <a:buSzPct val="100000"/>
              <a:buFont typeface="Arial"/>
              <a:buChar char="•"/>
            </a:pPr>
            <a:r>
              <a:rPr lang="en-US">
                <a:latin typeface="Arial"/>
                <a:ea typeface="Calibri"/>
                <a:cs typeface="Arial"/>
              </a:rPr>
              <a:t>Reliability and data rates weighted higher due to range sufficiencies across all options</a:t>
            </a:r>
          </a:p>
          <a:p>
            <a:pPr marL="342900" indent="-342900">
              <a:lnSpc>
                <a:spcPct val="105000"/>
              </a:lnSpc>
              <a:spcAft>
                <a:spcPts val="600"/>
              </a:spcAft>
              <a:buSzPct val="100000"/>
              <a:buFont typeface="Arial"/>
              <a:buChar char="•"/>
            </a:pPr>
            <a:r>
              <a:rPr lang="en-US">
                <a:latin typeface="Arial"/>
                <a:ea typeface="Calibri"/>
                <a:cs typeface="Arial"/>
              </a:rPr>
              <a:t>Wi-Fi was superior in all categories: easiest integration, best data rates, safest reliability</a:t>
            </a:r>
          </a:p>
        </p:txBody>
      </p:sp>
      <p:pic>
        <p:nvPicPr>
          <p:cNvPr id="12" name="Picture 11">
            <a:extLst>
              <a:ext uri="{FF2B5EF4-FFF2-40B4-BE49-F238E27FC236}">
                <a16:creationId xmlns:a16="http://schemas.microsoft.com/office/drawing/2014/main" id="{AFB9E0C3-0D82-5E1B-BBCD-A47ABC92AD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0540" y="3392115"/>
            <a:ext cx="4784001" cy="3021474"/>
          </a:xfrm>
          <a:prstGeom prst="rect">
            <a:avLst/>
          </a:prstGeom>
        </p:spPr>
      </p:pic>
      <p:pic>
        <p:nvPicPr>
          <p:cNvPr id="15" name="Picture 14">
            <a:extLst>
              <a:ext uri="{FF2B5EF4-FFF2-40B4-BE49-F238E27FC236}">
                <a16:creationId xmlns:a16="http://schemas.microsoft.com/office/drawing/2014/main" id="{10FE8C36-72FE-7EF7-4B06-B507B5490C0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27612" y="1544841"/>
            <a:ext cx="5005600" cy="3893244"/>
          </a:xfrm>
          <a:prstGeom prst="rect">
            <a:avLst/>
          </a:prstGeom>
        </p:spPr>
      </p:pic>
      <p:sp>
        <p:nvSpPr>
          <p:cNvPr id="9" name="TextBox 8">
            <a:extLst>
              <a:ext uri="{FF2B5EF4-FFF2-40B4-BE49-F238E27FC236}">
                <a16:creationId xmlns:a16="http://schemas.microsoft.com/office/drawing/2014/main" id="{4A3A8569-181A-4221-A232-765C940995B7}"/>
              </a:ext>
            </a:extLst>
          </p:cNvPr>
          <p:cNvSpPr txBox="1"/>
          <p:nvPr/>
        </p:nvSpPr>
        <p:spPr>
          <a:xfrm>
            <a:off x="6727612" y="5658290"/>
            <a:ext cx="50056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latin typeface="Arial"/>
                <a:cs typeface="Arial"/>
              </a:rPr>
              <a:t>Driving Requirement: UAS-GNCC-1</a:t>
            </a:r>
          </a:p>
          <a:p>
            <a:endParaRPr lang="en-US">
              <a:latin typeface="Arial"/>
              <a:cs typeface="Arial"/>
            </a:endParaRPr>
          </a:p>
        </p:txBody>
      </p:sp>
      <p:sp>
        <p:nvSpPr>
          <p:cNvPr id="10" name="Slide Number Placeholder 23">
            <a:extLst>
              <a:ext uri="{FF2B5EF4-FFF2-40B4-BE49-F238E27FC236}">
                <a16:creationId xmlns:a16="http://schemas.microsoft.com/office/drawing/2014/main" id="{92092B6E-8DCE-D94F-BD18-B15CEA78CDD4}"/>
              </a:ext>
            </a:extLst>
          </p:cNvPr>
          <p:cNvSpPr txBox="1">
            <a:spLocks/>
          </p:cNvSpPr>
          <p:nvPr/>
        </p:nvSpPr>
        <p:spPr>
          <a:xfrm>
            <a:off x="9145743" y="652595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ACAF18C-C32B-5246-8B79-94468F598665}" type="slidenum">
              <a:rPr lang="en-US" smtClean="0"/>
              <a:pPr/>
              <a:t>83</a:t>
            </a:fld>
            <a:endParaRPr lang="en-US"/>
          </a:p>
        </p:txBody>
      </p:sp>
      <p:grpSp>
        <p:nvGrpSpPr>
          <p:cNvPr id="11" name="Trade Studies Bar - 5 Avionics">
            <a:extLst>
              <a:ext uri="{FF2B5EF4-FFF2-40B4-BE49-F238E27FC236}">
                <a16:creationId xmlns:a16="http://schemas.microsoft.com/office/drawing/2014/main" id="{A2EF69F9-C008-1386-6936-6323F4B533B1}"/>
              </a:ext>
            </a:extLst>
          </p:cNvPr>
          <p:cNvGrpSpPr/>
          <p:nvPr/>
        </p:nvGrpSpPr>
        <p:grpSpPr>
          <a:xfrm>
            <a:off x="814349" y="6567742"/>
            <a:ext cx="10563301" cy="276999"/>
            <a:chOff x="790698" y="5902391"/>
            <a:chExt cx="10563301" cy="276999"/>
          </a:xfrm>
        </p:grpSpPr>
        <p:sp>
          <p:nvSpPr>
            <p:cNvPr id="13" name="Segment 0 - Trade Studies">
              <a:extLst>
                <a:ext uri="{FF2B5EF4-FFF2-40B4-BE49-F238E27FC236}">
                  <a16:creationId xmlns:a16="http://schemas.microsoft.com/office/drawing/2014/main" id="{181A1448-DD90-BAAB-EF2A-E3E884E1A361}"/>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4" name="Segment 1 - Propulsion">
              <a:extLst>
                <a:ext uri="{FF2B5EF4-FFF2-40B4-BE49-F238E27FC236}">
                  <a16:creationId xmlns:a16="http://schemas.microsoft.com/office/drawing/2014/main" id="{0E009DB1-9B10-C8D8-0AAF-D221D4343DE0}"/>
                </a:ext>
              </a:extLst>
            </p:cNvPr>
            <p:cNvSpPr/>
            <p:nvPr/>
          </p:nvSpPr>
          <p:spPr>
            <a:xfrm>
              <a:off x="268951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Propulsion</a:t>
              </a:r>
            </a:p>
          </p:txBody>
        </p:sp>
        <p:sp>
          <p:nvSpPr>
            <p:cNvPr id="16" name="Segment 2 - Power Systems">
              <a:extLst>
                <a:ext uri="{FF2B5EF4-FFF2-40B4-BE49-F238E27FC236}">
                  <a16:creationId xmlns:a16="http://schemas.microsoft.com/office/drawing/2014/main" id="{60027A71-5E67-A967-3ED3-5740658A381E}"/>
                </a:ext>
              </a:extLst>
            </p:cNvPr>
            <p:cNvSpPr/>
            <p:nvPr/>
          </p:nvSpPr>
          <p:spPr>
            <a:xfrm>
              <a:off x="441013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Power Systems</a:t>
              </a:r>
            </a:p>
          </p:txBody>
        </p:sp>
        <p:sp>
          <p:nvSpPr>
            <p:cNvPr id="17" name="Segment 3 - Airframe">
              <a:extLst>
                <a:ext uri="{FF2B5EF4-FFF2-40B4-BE49-F238E27FC236}">
                  <a16:creationId xmlns:a16="http://schemas.microsoft.com/office/drawing/2014/main" id="{0B801F88-6665-CF99-E787-52632ED111A8}"/>
                </a:ext>
              </a:extLst>
            </p:cNvPr>
            <p:cNvSpPr/>
            <p:nvPr/>
          </p:nvSpPr>
          <p:spPr>
            <a:xfrm>
              <a:off x="613074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Airframe</a:t>
              </a:r>
            </a:p>
          </p:txBody>
        </p:sp>
        <p:sp>
          <p:nvSpPr>
            <p:cNvPr id="18" name="Segment 4 - GNC">
              <a:extLst>
                <a:ext uri="{FF2B5EF4-FFF2-40B4-BE49-F238E27FC236}">
                  <a16:creationId xmlns:a16="http://schemas.microsoft.com/office/drawing/2014/main" id="{199FC826-44E5-C2E1-AB4A-1676E55477FF}"/>
                </a:ext>
              </a:extLst>
            </p:cNvPr>
            <p:cNvSpPr/>
            <p:nvPr/>
          </p:nvSpPr>
          <p:spPr>
            <a:xfrm>
              <a:off x="785136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GNC</a:t>
              </a:r>
            </a:p>
          </p:txBody>
        </p:sp>
        <p:sp>
          <p:nvSpPr>
            <p:cNvPr id="19" name="Segment 5 - Avionics">
              <a:extLst>
                <a:ext uri="{FF2B5EF4-FFF2-40B4-BE49-F238E27FC236}">
                  <a16:creationId xmlns:a16="http://schemas.microsoft.com/office/drawing/2014/main" id="{EFA95F42-4A95-31CB-4824-83101CD94F24}"/>
                </a:ext>
              </a:extLst>
            </p:cNvPr>
            <p:cNvSpPr/>
            <p:nvPr/>
          </p:nvSpPr>
          <p:spPr>
            <a:xfrm>
              <a:off x="957197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Avionics</a:t>
              </a:r>
            </a:p>
          </p:txBody>
        </p:sp>
      </p:grpSp>
    </p:spTree>
    <p:extLst>
      <p:ext uri="{BB962C8B-B14F-4D97-AF65-F5344CB8AC3E}">
        <p14:creationId xmlns:p14="http://schemas.microsoft.com/office/powerpoint/2010/main" val="376330933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CF5E3-A4B6-E740-6A11-7425D12F6AB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660A404-66F6-EA62-FF4D-458C5EF54D9E}"/>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FFE8059A-A8A3-4214-F5F5-960896756E11}"/>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AAEE7F0F-0224-6276-9308-0E0366A5A664}"/>
              </a:ext>
            </a:extLst>
          </p:cNvPr>
          <p:cNvSpPr txBox="1"/>
          <p:nvPr/>
        </p:nvSpPr>
        <p:spPr>
          <a:xfrm>
            <a:off x="1281748" y="353648"/>
            <a:ext cx="7680960" cy="658368"/>
          </a:xfrm>
          <a:prstGeom prst="rect">
            <a:avLst/>
          </a:prstGeom>
          <a:noFill/>
          <a:ln/>
        </p:spPr>
        <p:txBody>
          <a:bodyPr wrap="square" lIns="0" tIns="0" rIns="0" bIns="0" rtlCol="0" anchor="ctr"/>
          <a:lstStyle/>
          <a:p>
            <a:r>
              <a:rPr lang="en-US" sz="2800" b="1" kern="0" spc="100">
                <a:solidFill>
                  <a:srgbClr val="2B2A28"/>
                </a:solidFill>
                <a:latin typeface="Arial"/>
                <a:cs typeface="Arial"/>
              </a:rPr>
              <a:t>Summary of Critical Trade Results</a:t>
            </a:r>
          </a:p>
        </p:txBody>
      </p:sp>
      <p:sp>
        <p:nvSpPr>
          <p:cNvPr id="5" name="Shape 2">
            <a:extLst>
              <a:ext uri="{FF2B5EF4-FFF2-40B4-BE49-F238E27FC236}">
                <a16:creationId xmlns:a16="http://schemas.microsoft.com/office/drawing/2014/main" id="{4201D422-C2BA-AEC9-EA00-976281291D49}"/>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01952D5D-E0EE-6EC0-7F76-C0F344C7CAAB}"/>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graphicFrame>
        <p:nvGraphicFramePr>
          <p:cNvPr id="9" name="Table 8">
            <a:extLst>
              <a:ext uri="{FF2B5EF4-FFF2-40B4-BE49-F238E27FC236}">
                <a16:creationId xmlns:a16="http://schemas.microsoft.com/office/drawing/2014/main" id="{B7C976B1-C962-A127-9DFC-1ECCB6D84E6E}"/>
              </a:ext>
            </a:extLst>
          </p:cNvPr>
          <p:cNvGraphicFramePr>
            <a:graphicFrameLocks noGrp="1"/>
          </p:cNvGraphicFramePr>
          <p:nvPr>
            <p:extLst>
              <p:ext uri="{D42A27DB-BD31-4B8C-83A1-F6EECF244321}">
                <p14:modId xmlns:p14="http://schemas.microsoft.com/office/powerpoint/2010/main" val="3449097423"/>
              </p:ext>
            </p:extLst>
          </p:nvPr>
        </p:nvGraphicFramePr>
        <p:xfrm>
          <a:off x="604816" y="1415114"/>
          <a:ext cx="10875984" cy="4572000"/>
        </p:xfrm>
        <a:graphic>
          <a:graphicData uri="http://schemas.openxmlformats.org/drawingml/2006/table">
            <a:tbl>
              <a:tblPr firstRow="1" bandRow="1">
                <a:tableStyleId>{5C22544A-7EE6-4342-B048-85BDC9FD1C3A}</a:tableStyleId>
              </a:tblPr>
              <a:tblGrid>
                <a:gridCol w="1464495">
                  <a:extLst>
                    <a:ext uri="{9D8B030D-6E8A-4147-A177-3AD203B41FA5}">
                      <a16:colId xmlns:a16="http://schemas.microsoft.com/office/drawing/2014/main" val="3616859838"/>
                    </a:ext>
                  </a:extLst>
                </a:gridCol>
                <a:gridCol w="770404">
                  <a:extLst>
                    <a:ext uri="{9D8B030D-6E8A-4147-A177-3AD203B41FA5}">
                      <a16:colId xmlns:a16="http://schemas.microsoft.com/office/drawing/2014/main" val="1391556661"/>
                    </a:ext>
                  </a:extLst>
                </a:gridCol>
                <a:gridCol w="2295869">
                  <a:extLst>
                    <a:ext uri="{9D8B030D-6E8A-4147-A177-3AD203B41FA5}">
                      <a16:colId xmlns:a16="http://schemas.microsoft.com/office/drawing/2014/main" val="3241563168"/>
                    </a:ext>
                  </a:extLst>
                </a:gridCol>
                <a:gridCol w="731816">
                  <a:extLst>
                    <a:ext uri="{9D8B030D-6E8A-4147-A177-3AD203B41FA5}">
                      <a16:colId xmlns:a16="http://schemas.microsoft.com/office/drawing/2014/main" val="3290688747"/>
                    </a:ext>
                  </a:extLst>
                </a:gridCol>
                <a:gridCol w="1882161">
                  <a:extLst>
                    <a:ext uri="{9D8B030D-6E8A-4147-A177-3AD203B41FA5}">
                      <a16:colId xmlns:a16="http://schemas.microsoft.com/office/drawing/2014/main" val="1650367212"/>
                    </a:ext>
                  </a:extLst>
                </a:gridCol>
                <a:gridCol w="689589">
                  <a:extLst>
                    <a:ext uri="{9D8B030D-6E8A-4147-A177-3AD203B41FA5}">
                      <a16:colId xmlns:a16="http://schemas.microsoft.com/office/drawing/2014/main" val="2744186319"/>
                    </a:ext>
                  </a:extLst>
                </a:gridCol>
                <a:gridCol w="2346217">
                  <a:extLst>
                    <a:ext uri="{9D8B030D-6E8A-4147-A177-3AD203B41FA5}">
                      <a16:colId xmlns:a16="http://schemas.microsoft.com/office/drawing/2014/main" val="322221954"/>
                    </a:ext>
                  </a:extLst>
                </a:gridCol>
                <a:gridCol w="695433">
                  <a:extLst>
                    <a:ext uri="{9D8B030D-6E8A-4147-A177-3AD203B41FA5}">
                      <a16:colId xmlns:a16="http://schemas.microsoft.com/office/drawing/2014/main" val="3467864539"/>
                    </a:ext>
                  </a:extLst>
                </a:gridCol>
              </a:tblGrid>
              <a:tr h="0">
                <a:tc gridSpan="8">
                  <a:txBody>
                    <a:bodyPr/>
                    <a:lstStyle/>
                    <a:p>
                      <a:pPr algn="ctr">
                        <a:buNone/>
                      </a:pPr>
                      <a:r>
                        <a:rPr lang="en-US" sz="1400">
                          <a:latin typeface="Arial" panose="020B0604020202020204" pitchFamily="34" charset="0"/>
                          <a:cs typeface="Arial" panose="020B0604020202020204" pitchFamily="34" charset="0"/>
                        </a:rPr>
                        <a:t>UAS-Rover Comms Protocol</a:t>
                      </a:r>
                    </a:p>
                  </a:txBody>
                  <a:tcPr anchor="ctr">
                    <a:lnL w="12700">
                      <a:solidFill>
                        <a:schemeClr val="tx1"/>
                      </a:solidFill>
                    </a:lnL>
                    <a:lnR w="12700">
                      <a:solidFill>
                        <a:schemeClr val="tx1"/>
                      </a:solidFill>
                    </a:lnR>
                    <a:lnT w="12700">
                      <a:solidFill>
                        <a:schemeClr val="tx1"/>
                      </a:solidFill>
                    </a:lnT>
                    <a:lnB w="12700">
                      <a:solidFill>
                        <a:schemeClr val="tx1"/>
                      </a:solidFill>
                    </a:lnB>
                  </a:tcPr>
                </a:tc>
                <a:tc hMerge="1">
                  <a:txBody>
                    <a:bodyPr/>
                    <a:lstStyle/>
                    <a:p>
                      <a:pPr algn="ctr">
                        <a:buNone/>
                      </a:pPr>
                      <a:endParaRPr lang="en-US" sz="1400">
                        <a:latin typeface="Arial" panose="020B0604020202020204" pitchFamily="34" charset="0"/>
                        <a:cs typeface="Arial" panose="020B0604020202020204" pitchFamily="34" charset="0"/>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hMerge="1">
                  <a:txBody>
                    <a:bodyPr/>
                    <a:lstStyle/>
                    <a:p>
                      <a:pPr algn="ctr">
                        <a:buNone/>
                      </a:pPr>
                      <a:endParaRPr lang="en-US" sz="1400">
                        <a:latin typeface="Arial" panose="020B0604020202020204" pitchFamily="34" charset="0"/>
                        <a:cs typeface="Arial" panose="020B0604020202020204" pitchFamily="34" charset="0"/>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hMerge="1">
                  <a:txBody>
                    <a:bodyPr/>
                    <a:lstStyle/>
                    <a:p>
                      <a:pPr algn="ctr">
                        <a:buNone/>
                      </a:pPr>
                      <a:endParaRPr lang="en-US" sz="1400">
                        <a:latin typeface="Arial" panose="020B0604020202020204" pitchFamily="34" charset="0"/>
                        <a:cs typeface="Arial" panose="020B0604020202020204" pitchFamily="34" charset="0"/>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hMerge="1">
                  <a:txBody>
                    <a:bodyPr/>
                    <a:lstStyle/>
                    <a:p>
                      <a:pPr algn="ctr">
                        <a:buNone/>
                      </a:pPr>
                      <a:endParaRPr lang="en-US" sz="14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tcPr>
                </a:tc>
                <a:tc hMerge="1">
                  <a:txBody>
                    <a:bodyPr/>
                    <a:lstStyle/>
                    <a:p>
                      <a:pPr algn="ctr">
                        <a:buNone/>
                      </a:pPr>
                      <a:endParaRPr lang="en-US" sz="1400">
                        <a:latin typeface="Arial" panose="020B0604020202020204" pitchFamily="34" charset="0"/>
                        <a:cs typeface="Arial" panose="020B0604020202020204" pitchFamily="34" charset="0"/>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hMerge="1">
                  <a:txBody>
                    <a:bodyPr/>
                    <a:lstStyle/>
                    <a:p>
                      <a:pPr algn="ctr">
                        <a:buNone/>
                      </a:pPr>
                      <a:endParaRPr lang="en-US" sz="1400">
                        <a:latin typeface="Arial" panose="020B0604020202020204" pitchFamily="34" charset="0"/>
                        <a:cs typeface="Arial" panose="020B0604020202020204" pitchFamily="34" charset="0"/>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hMerge="1">
                  <a:txBody>
                    <a:bodyPr/>
                    <a:lstStyle/>
                    <a:p>
                      <a:pPr algn="ctr">
                        <a:buNone/>
                      </a:pPr>
                      <a:endParaRPr lang="en-US" sz="1400">
                        <a:latin typeface="Arial" panose="020B0604020202020204" pitchFamily="34" charset="0"/>
                        <a:cs typeface="Arial" panose="020B0604020202020204" pitchFamily="34" charset="0"/>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280268544"/>
                  </a:ext>
                </a:extLst>
              </a:tr>
              <a:tr h="0">
                <a:tc>
                  <a:txBody>
                    <a:bodyPr/>
                    <a:lstStyle/>
                    <a:p>
                      <a:pPr algn="ctr">
                        <a:buNone/>
                      </a:pPr>
                      <a:r>
                        <a:rPr lang="en-US" sz="1400" b="1">
                          <a:latin typeface="Arial" panose="020B0604020202020204" pitchFamily="34" charset="0"/>
                          <a:cs typeface="Arial" panose="020B0604020202020204" pitchFamily="34" charset="0"/>
                        </a:rPr>
                        <a:t>Criteria</a:t>
                      </a:r>
                    </a:p>
                  </a:txBody>
                  <a:tcPr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accent1">
                        <a:lumMod val="20000"/>
                        <a:lumOff val="80000"/>
                      </a:schemeClr>
                    </a:solidFill>
                  </a:tcPr>
                </a:tc>
                <a:tc>
                  <a:txBody>
                    <a:bodyPr/>
                    <a:lstStyle/>
                    <a:p>
                      <a:pPr algn="ctr">
                        <a:buNone/>
                      </a:pPr>
                      <a:r>
                        <a:rPr lang="en-US" sz="1400" b="1">
                          <a:latin typeface="Arial" panose="020B0604020202020204" pitchFamily="34" charset="0"/>
                          <a:cs typeface="Arial" panose="020B0604020202020204" pitchFamily="34" charset="0"/>
                        </a:rPr>
                        <a:t>Weight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accent1">
                        <a:lumMod val="20000"/>
                        <a:lumOff val="80000"/>
                      </a:schemeClr>
                    </a:solidFill>
                  </a:tcPr>
                </a:tc>
                <a:tc gridSpan="2">
                  <a:txBody>
                    <a:bodyPr/>
                    <a:lstStyle/>
                    <a:p>
                      <a:pPr algn="ctr">
                        <a:buNone/>
                      </a:pPr>
                      <a:r>
                        <a:rPr lang="en-US" sz="1400" b="1">
                          <a:latin typeface="Arial" panose="020B0604020202020204" pitchFamily="34" charset="0"/>
                          <a:cs typeface="Arial" panose="020B0604020202020204" pitchFamily="34" charset="0"/>
                        </a:rPr>
                        <a:t>Wi-Fi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accent1">
                        <a:lumMod val="20000"/>
                        <a:lumOff val="80000"/>
                      </a:schemeClr>
                    </a:solidFill>
                  </a:tcPr>
                </a:tc>
                <a:tc hMerge="1">
                  <a:txBody>
                    <a:bodyPr/>
                    <a:lstStyle/>
                    <a:p>
                      <a:pPr algn="ctr">
                        <a:buNone/>
                      </a:pPr>
                      <a:endParaRPr lang="en-US" sz="1400">
                        <a:latin typeface="Arial" panose="020B0604020202020204" pitchFamily="34" charset="0"/>
                        <a:cs typeface="Arial" panose="020B0604020202020204" pitchFamily="34" charset="0"/>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1">
                        <a:lumMod val="40000"/>
                        <a:lumOff val="60000"/>
                      </a:schemeClr>
                    </a:solidFill>
                  </a:tcPr>
                </a:tc>
                <a:tc gridSpan="2">
                  <a:txBody>
                    <a:bodyPr/>
                    <a:lstStyle/>
                    <a:p>
                      <a:pPr algn="ctr">
                        <a:buNone/>
                      </a:pPr>
                      <a:r>
                        <a:rPr lang="en-US" sz="1400" b="1">
                          <a:latin typeface="Arial" panose="020B0604020202020204" pitchFamily="34" charset="0"/>
                          <a:cs typeface="Arial" panose="020B0604020202020204" pitchFamily="34" charset="0"/>
                        </a:rPr>
                        <a:t>Bluetooth (BLE)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a:buNone/>
                      </a:pPr>
                      <a:endParaRPr lang="en-US" sz="1400">
                        <a:latin typeface="Arial" panose="020B0604020202020204" pitchFamily="34" charset="0"/>
                        <a:cs typeface="Arial" panose="020B0604020202020204" pitchFamily="34" charset="0"/>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1">
                        <a:lumMod val="40000"/>
                        <a:lumOff val="60000"/>
                      </a:schemeClr>
                    </a:solidFill>
                  </a:tcPr>
                </a:tc>
                <a:tc gridSpan="2">
                  <a:txBody>
                    <a:bodyPr/>
                    <a:lstStyle/>
                    <a:p>
                      <a:pPr algn="ctr">
                        <a:buNone/>
                      </a:pPr>
                      <a:r>
                        <a:rPr lang="en-US" sz="1400" b="1">
                          <a:latin typeface="Arial" panose="020B0604020202020204" pitchFamily="34" charset="0"/>
                          <a:cs typeface="Arial" panose="020B0604020202020204" pitchFamily="34" charset="0"/>
                        </a:rPr>
                        <a:t>RF</a:t>
                      </a:r>
                    </a:p>
                  </a:txBody>
                  <a:tcPr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hMerge="1">
                  <a:txBody>
                    <a:bodyPr/>
                    <a:lstStyle/>
                    <a:p>
                      <a:pPr algn="ctr">
                        <a:buNone/>
                      </a:pPr>
                      <a:endParaRPr lang="en-US" sz="1400">
                        <a:latin typeface="Arial" panose="020B0604020202020204" pitchFamily="34" charset="0"/>
                        <a:cs typeface="Arial" panose="020B0604020202020204" pitchFamily="34" charset="0"/>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1">
                        <a:lumMod val="40000"/>
                        <a:lumOff val="60000"/>
                      </a:schemeClr>
                    </a:solidFill>
                  </a:tcPr>
                </a:tc>
                <a:extLst>
                  <a:ext uri="{0D108BD9-81ED-4DB2-BD59-A6C34878D82A}">
                    <a16:rowId xmlns:a16="http://schemas.microsoft.com/office/drawing/2014/main" val="3597120456"/>
                  </a:ext>
                </a:extLst>
              </a:tr>
              <a:tr h="174355">
                <a:tc>
                  <a:txBody>
                    <a:bodyPr/>
                    <a:lstStyle/>
                    <a:p>
                      <a:pPr algn="ctr">
                        <a:buNone/>
                      </a:pPr>
                      <a:endParaRPr lang="en-US" sz="1400">
                        <a:latin typeface="Arial" panose="020B0604020202020204" pitchFamily="34" charset="0"/>
                        <a:cs typeface="Arial" panose="020B0604020202020204" pitchFamily="34" charset="0"/>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a:buNone/>
                      </a:pPr>
                      <a:r>
                        <a:rPr lang="en-US" sz="1400" b="1">
                          <a:latin typeface="Arial" panose="020B0604020202020204" pitchFamily="34" charset="0"/>
                          <a:cs typeface="Arial" panose="020B0604020202020204" pitchFamily="34" charset="0"/>
                        </a:rPr>
                        <a:t>(Total = 100)</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a:buNone/>
                      </a:pPr>
                      <a:r>
                        <a:rPr lang="en-US" sz="1400" b="1">
                          <a:latin typeface="Arial" panose="020B0604020202020204" pitchFamily="34" charset="0"/>
                          <a:cs typeface="Arial" panose="020B0604020202020204" pitchFamily="34" charset="0"/>
                        </a:rPr>
                        <a:t>Value</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a:buNone/>
                      </a:pPr>
                      <a:r>
                        <a:rPr lang="en-US" sz="1400" b="1">
                          <a:latin typeface="Arial" panose="020B0604020202020204" pitchFamily="34" charset="0"/>
                          <a:cs typeface="Arial" panose="020B0604020202020204" pitchFamily="34" charset="0"/>
                        </a:rPr>
                        <a:t>Score(x/10)</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a:buNone/>
                      </a:pPr>
                      <a:r>
                        <a:rPr lang="en-US" sz="1400" b="1">
                          <a:latin typeface="Arial" panose="020B0604020202020204" pitchFamily="34" charset="0"/>
                          <a:cs typeface="Arial" panose="020B0604020202020204" pitchFamily="34" charset="0"/>
                        </a:rPr>
                        <a:t>Value</a:t>
                      </a: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US" sz="1400" b="1">
                          <a:latin typeface="Arial" panose="020B0604020202020204" pitchFamily="34" charset="0"/>
                          <a:cs typeface="Arial" panose="020B0604020202020204" pitchFamily="34" charset="0"/>
                        </a:rPr>
                        <a:t>Score(x/10)</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a:buNone/>
                      </a:pPr>
                      <a:r>
                        <a:rPr lang="en-US" sz="1400" b="1">
                          <a:latin typeface="Arial" panose="020B0604020202020204" pitchFamily="34" charset="0"/>
                          <a:cs typeface="Arial" panose="020B0604020202020204" pitchFamily="34" charset="0"/>
                        </a:rPr>
                        <a:t>Value</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a:buNone/>
                      </a:pPr>
                      <a:r>
                        <a:rPr lang="en-US" sz="1400" b="1">
                          <a:latin typeface="Arial" panose="020B0604020202020204" pitchFamily="34" charset="0"/>
                          <a:cs typeface="Arial" panose="020B0604020202020204" pitchFamily="34" charset="0"/>
                        </a:rPr>
                        <a:t>Score(x/10)</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extLst>
                  <a:ext uri="{0D108BD9-81ED-4DB2-BD59-A6C34878D82A}">
                    <a16:rowId xmlns:a16="http://schemas.microsoft.com/office/drawing/2014/main" val="3938116395"/>
                  </a:ext>
                </a:extLst>
              </a:tr>
              <a:tr h="629618">
                <a:tc>
                  <a:txBody>
                    <a:bodyPr/>
                    <a:lstStyle/>
                    <a:p>
                      <a:pPr algn="ctr">
                        <a:buNone/>
                      </a:pPr>
                      <a:r>
                        <a:rPr lang="en-US" sz="1400">
                          <a:latin typeface="Arial" panose="020B0604020202020204" pitchFamily="34" charset="0"/>
                          <a:cs typeface="Arial" panose="020B0604020202020204" pitchFamily="34" charset="0"/>
                        </a:rPr>
                        <a:t>Ease of Implementation</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a:buNone/>
                      </a:pPr>
                      <a:r>
                        <a:rPr lang="en-US" sz="1400">
                          <a:latin typeface="Arial" panose="020B0604020202020204" pitchFamily="34" charset="0"/>
                          <a:cs typeface="Arial" panose="020B0604020202020204" pitchFamily="34" charset="0"/>
                        </a:rPr>
                        <a:t>20</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a:buNone/>
                      </a:pPr>
                      <a:r>
                        <a:rPr lang="en-US" sz="1400">
                          <a:latin typeface="Arial" panose="020B0604020202020204" pitchFamily="34" charset="0"/>
                          <a:cs typeface="Arial" panose="020B0604020202020204" pitchFamily="34" charset="0"/>
                        </a:rPr>
                        <a:t>Most computing devices have Wi-Fi  connective compatibility.</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a:buNone/>
                      </a:pPr>
                      <a:r>
                        <a:rPr lang="en-US" sz="1400">
                          <a:latin typeface="Arial" panose="020B0604020202020204" pitchFamily="34" charset="0"/>
                          <a:cs typeface="Arial" panose="020B0604020202020204" pitchFamily="34" charset="0"/>
                        </a:rPr>
                        <a:t>10</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lvl="0" algn="ctr">
                        <a:buNone/>
                      </a:pPr>
                      <a:r>
                        <a:rPr lang="en-US" sz="1400">
                          <a:latin typeface="Arial" panose="020B0604020202020204" pitchFamily="34" charset="0"/>
                          <a:cs typeface="Arial" panose="020B0604020202020204" pitchFamily="34" charset="0"/>
                        </a:rPr>
                        <a:t>Fewer devices automatically support</a:t>
                      </a: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US" sz="1400">
                          <a:latin typeface="Arial" panose="020B0604020202020204" pitchFamily="34" charset="0"/>
                          <a:cs typeface="Arial" panose="020B0604020202020204" pitchFamily="34" charset="0"/>
                        </a:rPr>
                        <a:t>8.5</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lvl="0" algn="ctr">
                        <a:buNone/>
                      </a:pPr>
                      <a:r>
                        <a:rPr lang="en-US" sz="1400">
                          <a:latin typeface="Arial" panose="020B0604020202020204" pitchFamily="34" charset="0"/>
                          <a:cs typeface="Arial" panose="020B0604020202020204" pitchFamily="34" charset="0"/>
                        </a:rPr>
                        <a:t>Very few devices have in-built drivers</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a:buNone/>
                      </a:pPr>
                      <a:r>
                        <a:rPr lang="en-US" sz="1400">
                          <a:latin typeface="Arial" panose="020B0604020202020204" pitchFamily="34" charset="0"/>
                          <a:cs typeface="Arial" panose="020B0604020202020204" pitchFamily="34" charset="0"/>
                        </a:rPr>
                        <a:t>4</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extLst>
                  <a:ext uri="{0D108BD9-81ED-4DB2-BD59-A6C34878D82A}">
                    <a16:rowId xmlns:a16="http://schemas.microsoft.com/office/drawing/2014/main" val="789170633"/>
                  </a:ext>
                </a:extLst>
              </a:tr>
              <a:tr h="243440">
                <a:tc>
                  <a:txBody>
                    <a:bodyPr/>
                    <a:lstStyle/>
                    <a:p>
                      <a:pPr algn="ctr">
                        <a:buNone/>
                      </a:pPr>
                      <a:r>
                        <a:rPr lang="en-US" sz="1400">
                          <a:latin typeface="Arial" panose="020B0604020202020204" pitchFamily="34" charset="0"/>
                          <a:cs typeface="Arial" panose="020B0604020202020204" pitchFamily="34" charset="0"/>
                        </a:rPr>
                        <a:t>Range</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a:buNone/>
                      </a:pPr>
                      <a:r>
                        <a:rPr lang="en-US" sz="1400">
                          <a:latin typeface="Arial" panose="020B0604020202020204" pitchFamily="34" charset="0"/>
                          <a:cs typeface="Arial" panose="020B0604020202020204" pitchFamily="34" charset="0"/>
                        </a:rPr>
                        <a:t>20</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a:buNone/>
                      </a:pPr>
                      <a:r>
                        <a:rPr lang="en-US" sz="1400">
                          <a:latin typeface="Arial" panose="020B0604020202020204" pitchFamily="34" charset="0"/>
                          <a:cs typeface="Arial" panose="020B0604020202020204" pitchFamily="34" charset="0"/>
                        </a:rPr>
                        <a:t>Meets indoor range req: (5x5m square plus any LOS position), (2.4 GHz Wi-Fi can reach up to 90 meters)</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a:buNone/>
                      </a:pPr>
                      <a:r>
                        <a:rPr lang="en-US" sz="1400">
                          <a:latin typeface="Arial" panose="020B0604020202020204" pitchFamily="34" charset="0"/>
                          <a:cs typeface="Arial" panose="020B0604020202020204" pitchFamily="34" charset="0"/>
                        </a:rPr>
                        <a:t>10</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a:buNone/>
                      </a:pPr>
                      <a:r>
                        <a:rPr lang="en-US" sz="1400">
                          <a:latin typeface="Arial" panose="020B0604020202020204" pitchFamily="34" charset="0"/>
                          <a:cs typeface="Arial" panose="020B0604020202020204" pitchFamily="34" charset="0"/>
                        </a:rPr>
                        <a:t>Meets indoor range req of the 5x5m square plus any LOS position.</a:t>
                      </a: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US" sz="1400">
                          <a:latin typeface="Arial" panose="020B0604020202020204" pitchFamily="34" charset="0"/>
                          <a:cs typeface="Arial" panose="020B0604020202020204" pitchFamily="34" charset="0"/>
                        </a:rPr>
                        <a:t>10</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a:buNone/>
                      </a:pPr>
                      <a:r>
                        <a:rPr lang="en-US" sz="1400">
                          <a:latin typeface="Arial" panose="020B0604020202020204" pitchFamily="34" charset="0"/>
                          <a:cs typeface="Arial" panose="020B0604020202020204" pitchFamily="34" charset="0"/>
                        </a:rPr>
                        <a:t>Meets indoor range req as we can tune antenna gains</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a:buNone/>
                      </a:pPr>
                      <a:r>
                        <a:rPr lang="en-US" sz="1400">
                          <a:latin typeface="Arial" panose="020B0604020202020204" pitchFamily="34" charset="0"/>
                          <a:cs typeface="Arial" panose="020B0604020202020204" pitchFamily="34" charset="0"/>
                        </a:rPr>
                        <a:t>10</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extLst>
                  <a:ext uri="{0D108BD9-81ED-4DB2-BD59-A6C34878D82A}">
                    <a16:rowId xmlns:a16="http://schemas.microsoft.com/office/drawing/2014/main" val="2794867893"/>
                  </a:ext>
                </a:extLst>
              </a:tr>
              <a:tr h="389504">
                <a:tc>
                  <a:txBody>
                    <a:bodyPr/>
                    <a:lstStyle/>
                    <a:p>
                      <a:pPr algn="ctr">
                        <a:buNone/>
                      </a:pPr>
                      <a:r>
                        <a:rPr lang="en-US" sz="1400">
                          <a:latin typeface="Arial" panose="020B0604020202020204" pitchFamily="34" charset="0"/>
                          <a:cs typeface="Arial" panose="020B0604020202020204" pitchFamily="34" charset="0"/>
                        </a:rPr>
                        <a:t>Reliability and Correctness</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a:buNone/>
                      </a:pPr>
                      <a:r>
                        <a:rPr lang="en-US" sz="1400">
                          <a:latin typeface="Arial" panose="020B0604020202020204" pitchFamily="34" charset="0"/>
                          <a:cs typeface="Arial" panose="020B0604020202020204" pitchFamily="34" charset="0"/>
                        </a:rPr>
                        <a:t>35</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a:buNone/>
                      </a:pPr>
                      <a:r>
                        <a:rPr lang="en-US" sz="1400">
                          <a:latin typeface="Arial" panose="020B0604020202020204" pitchFamily="34" charset="0"/>
                          <a:cs typeface="Arial" panose="020B0604020202020204" pitchFamily="34" charset="0"/>
                        </a:rPr>
                        <a:t>TCP/IP with CSMA/CA</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3">
                        <a:lumMod val="20000"/>
                        <a:lumOff val="80000"/>
                      </a:schemeClr>
                    </a:solidFill>
                  </a:tcPr>
                </a:tc>
                <a:tc>
                  <a:txBody>
                    <a:bodyPr/>
                    <a:lstStyle/>
                    <a:p>
                      <a:pPr algn="ctr">
                        <a:buNone/>
                      </a:pPr>
                      <a:r>
                        <a:rPr lang="en-US" sz="1400">
                          <a:latin typeface="Arial" panose="020B0604020202020204" pitchFamily="34" charset="0"/>
                          <a:cs typeface="Arial" panose="020B0604020202020204" pitchFamily="34" charset="0"/>
                        </a:rPr>
                        <a:t>9</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lvl="0" algn="ctr">
                        <a:buNone/>
                      </a:pPr>
                      <a:r>
                        <a:rPr lang="en-US" sz="1400">
                          <a:latin typeface="Arial" panose="020B0604020202020204" pitchFamily="34" charset="0"/>
                          <a:cs typeface="Arial" panose="020B0604020202020204" pitchFamily="34" charset="0"/>
                        </a:rPr>
                        <a:t>Frequency Hopping and TCP/IP-like</a:t>
                      </a: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US" sz="1400">
                          <a:latin typeface="Arial" panose="020B0604020202020204" pitchFamily="34" charset="0"/>
                          <a:cs typeface="Arial" panose="020B0604020202020204" pitchFamily="34" charset="0"/>
                        </a:rPr>
                        <a:t>7</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lvl="0" algn="ctr">
                        <a:buNone/>
                      </a:pPr>
                      <a:r>
                        <a:rPr lang="en-US" sz="1400">
                          <a:latin typeface="Arial" panose="020B0604020202020204" pitchFamily="34" charset="0"/>
                          <a:cs typeface="Arial" panose="020B0604020202020204" pitchFamily="34" charset="0"/>
                        </a:rPr>
                        <a:t>Limited already existing reliability and correctness spec</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a:buNone/>
                      </a:pPr>
                      <a:r>
                        <a:rPr lang="en-US" sz="1400">
                          <a:latin typeface="Arial" panose="020B0604020202020204" pitchFamily="34" charset="0"/>
                          <a:cs typeface="Arial" panose="020B0604020202020204" pitchFamily="34" charset="0"/>
                        </a:rPr>
                        <a:t>3</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extLst>
                  <a:ext uri="{0D108BD9-81ED-4DB2-BD59-A6C34878D82A}">
                    <a16:rowId xmlns:a16="http://schemas.microsoft.com/office/drawing/2014/main" val="2427073728"/>
                  </a:ext>
                </a:extLst>
              </a:tr>
              <a:tr h="0">
                <a:tc>
                  <a:txBody>
                    <a:bodyPr/>
                    <a:lstStyle/>
                    <a:p>
                      <a:pPr algn="ctr">
                        <a:buNone/>
                      </a:pPr>
                      <a:r>
                        <a:rPr lang="en-US" sz="1400">
                          <a:latin typeface="Arial" panose="020B0604020202020204" pitchFamily="34" charset="0"/>
                          <a:cs typeface="Arial" panose="020B0604020202020204" pitchFamily="34" charset="0"/>
                        </a:rPr>
                        <a:t>Data Rates</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a:buNone/>
                      </a:pPr>
                      <a:r>
                        <a:rPr lang="en-US" sz="1400">
                          <a:latin typeface="Arial" panose="020B0604020202020204" pitchFamily="34" charset="0"/>
                          <a:cs typeface="Arial" panose="020B0604020202020204" pitchFamily="34" charset="0"/>
                        </a:rPr>
                        <a:t>25</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a:buNone/>
                      </a:pPr>
                      <a:r>
                        <a:rPr lang="en-US" sz="1400" b="0">
                          <a:latin typeface="Arial" panose="020B0604020202020204" pitchFamily="34" charset="0"/>
                          <a:cs typeface="Arial" panose="020B0604020202020204" pitchFamily="34" charset="0"/>
                        </a:rPr>
                        <a:t>100-450 Mbps (2.4 GHz Wi-Fi 5)</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3">
                        <a:lumMod val="20000"/>
                        <a:lumOff val="80000"/>
                      </a:schemeClr>
                    </a:solidFill>
                  </a:tcPr>
                </a:tc>
                <a:tc>
                  <a:txBody>
                    <a:bodyPr/>
                    <a:lstStyle/>
                    <a:p>
                      <a:pPr algn="ctr">
                        <a:buNone/>
                      </a:pPr>
                      <a:r>
                        <a:rPr lang="en-US" sz="1400">
                          <a:latin typeface="Arial" panose="020B0604020202020204" pitchFamily="34" charset="0"/>
                          <a:cs typeface="Arial" panose="020B0604020202020204" pitchFamily="34" charset="0"/>
                        </a:rPr>
                        <a:t>9.5</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a:buNone/>
                      </a:pPr>
                      <a:r>
                        <a:rPr lang="en-US" sz="1400">
                          <a:latin typeface="Arial" panose="020B0604020202020204" pitchFamily="34" charset="0"/>
                          <a:cs typeface="Arial" panose="020B0604020202020204" pitchFamily="34" charset="0"/>
                        </a:rPr>
                        <a:t>90-180 kbps</a:t>
                      </a: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US" sz="1400">
                          <a:latin typeface="Arial" panose="020B0604020202020204" pitchFamily="34" charset="0"/>
                          <a:cs typeface="Arial" panose="020B0604020202020204" pitchFamily="34" charset="0"/>
                        </a:rPr>
                        <a:t>4</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a:buNone/>
                      </a:pPr>
                      <a:r>
                        <a:rPr lang="en-US" sz="1400">
                          <a:latin typeface="Arial" panose="020B0604020202020204" pitchFamily="34" charset="0"/>
                          <a:cs typeface="Arial" panose="020B0604020202020204" pitchFamily="34" charset="0"/>
                        </a:rPr>
                        <a:t>10 kbps to 3 Mbps</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a:buNone/>
                      </a:pPr>
                      <a:r>
                        <a:rPr lang="en-US" sz="1400">
                          <a:latin typeface="Arial" panose="020B0604020202020204" pitchFamily="34" charset="0"/>
                          <a:cs typeface="Arial" panose="020B0604020202020204" pitchFamily="34" charset="0"/>
                        </a:rPr>
                        <a:t>7</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extLst>
                  <a:ext uri="{0D108BD9-81ED-4DB2-BD59-A6C34878D82A}">
                    <a16:rowId xmlns:a16="http://schemas.microsoft.com/office/drawing/2014/main" val="1221414238"/>
                  </a:ext>
                </a:extLst>
              </a:tr>
              <a:tr h="0">
                <a:tc>
                  <a:txBody>
                    <a:bodyPr/>
                    <a:lstStyle/>
                    <a:p>
                      <a:pPr algn="ctr">
                        <a:buNone/>
                      </a:pPr>
                      <a:r>
                        <a:rPr lang="en-US" sz="1400">
                          <a:latin typeface="Arial" panose="020B0604020202020204" pitchFamily="34" charset="0"/>
                          <a:cs typeface="Arial" panose="020B0604020202020204" pitchFamily="34" charset="0"/>
                        </a:rPr>
                        <a:t>Max Score</a:t>
                      </a:r>
                    </a:p>
                  </a:txBody>
                  <a:tcPr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a:buNone/>
                      </a:pPr>
                      <a:r>
                        <a:rPr lang="en-US" sz="1400">
                          <a:latin typeface="Arial" panose="020B0604020202020204" pitchFamily="34" charset="0"/>
                          <a:cs typeface="Arial" panose="020B0604020202020204" pitchFamily="34" charset="0"/>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gridSpan="2">
                  <a:txBody>
                    <a:bodyPr/>
                    <a:lstStyle/>
                    <a:p>
                      <a:pPr algn="ctr">
                        <a:buNone/>
                      </a:pPr>
                      <a:r>
                        <a:rPr lang="en-US" sz="1400">
                          <a:latin typeface="Arial" panose="020B0604020202020204" pitchFamily="34" charset="0"/>
                          <a:cs typeface="Arial" panose="020B0604020202020204" pitchFamily="34" charset="0"/>
                        </a:rPr>
                        <a:t>95.25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hMerge="1">
                  <a:txBody>
                    <a:bodyPr/>
                    <a:lstStyle/>
                    <a:p>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gridSpan="2">
                  <a:txBody>
                    <a:bodyPr/>
                    <a:lstStyle/>
                    <a:p>
                      <a:pPr algn="ctr">
                        <a:buNone/>
                      </a:pPr>
                      <a:r>
                        <a:rPr lang="en-US" sz="1400">
                          <a:latin typeface="Arial" panose="020B0604020202020204" pitchFamily="34" charset="0"/>
                          <a:cs typeface="Arial" panose="020B0604020202020204" pitchFamily="34" charset="0"/>
                        </a:rPr>
                        <a:t>71.5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hMerge="1">
                  <a:txBody>
                    <a:bodyPr/>
                    <a:lstStyle/>
                    <a:p>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gridSpan="2">
                  <a:txBody>
                    <a:bodyPr/>
                    <a:lstStyle/>
                    <a:p>
                      <a:pPr algn="ctr">
                        <a:buNone/>
                      </a:pPr>
                      <a:r>
                        <a:rPr lang="en-US" sz="1400" b="0">
                          <a:latin typeface="Arial" panose="020B0604020202020204" pitchFamily="34" charset="0"/>
                          <a:cs typeface="Arial" panose="020B0604020202020204" pitchFamily="34" charset="0"/>
                        </a:rPr>
                        <a:t>56</a:t>
                      </a: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hMerge="1">
                  <a:txBody>
                    <a:bodyPr/>
                    <a:lstStyle/>
                    <a:p>
                      <a:endParaRP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extLst>
                  <a:ext uri="{0D108BD9-81ED-4DB2-BD59-A6C34878D82A}">
                    <a16:rowId xmlns:a16="http://schemas.microsoft.com/office/drawing/2014/main" val="1011697383"/>
                  </a:ext>
                </a:extLst>
              </a:tr>
            </a:tbl>
          </a:graphicData>
        </a:graphic>
      </p:graphicFrame>
      <p:sp>
        <p:nvSpPr>
          <p:cNvPr id="8" name="Slide Number Placeholder 23">
            <a:extLst>
              <a:ext uri="{FF2B5EF4-FFF2-40B4-BE49-F238E27FC236}">
                <a16:creationId xmlns:a16="http://schemas.microsoft.com/office/drawing/2014/main" id="{EB16CF42-3C81-5724-9537-148E6FE34967}"/>
              </a:ext>
            </a:extLst>
          </p:cNvPr>
          <p:cNvSpPr txBox="1">
            <a:spLocks/>
          </p:cNvSpPr>
          <p:nvPr/>
        </p:nvSpPr>
        <p:spPr>
          <a:xfrm>
            <a:off x="9145743" y="652595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ACAF18C-C32B-5246-8B79-94468F598665}" type="slidenum">
              <a:rPr lang="en-US" smtClean="0"/>
              <a:pPr/>
              <a:t>84</a:t>
            </a:fld>
            <a:endParaRPr lang="en-US"/>
          </a:p>
        </p:txBody>
      </p:sp>
      <p:grpSp>
        <p:nvGrpSpPr>
          <p:cNvPr id="10" name="Trade Studies Bar - 5 Avionics">
            <a:extLst>
              <a:ext uri="{FF2B5EF4-FFF2-40B4-BE49-F238E27FC236}">
                <a16:creationId xmlns:a16="http://schemas.microsoft.com/office/drawing/2014/main" id="{A1354614-62C7-F87E-5089-2CEB3B4F41B3}"/>
              </a:ext>
            </a:extLst>
          </p:cNvPr>
          <p:cNvGrpSpPr/>
          <p:nvPr/>
        </p:nvGrpSpPr>
        <p:grpSpPr>
          <a:xfrm>
            <a:off x="814349" y="6567742"/>
            <a:ext cx="10563301" cy="276999"/>
            <a:chOff x="790698" y="5902391"/>
            <a:chExt cx="10563301" cy="276999"/>
          </a:xfrm>
        </p:grpSpPr>
        <p:sp>
          <p:nvSpPr>
            <p:cNvPr id="11" name="Segment 0 - Trade Studies">
              <a:extLst>
                <a:ext uri="{FF2B5EF4-FFF2-40B4-BE49-F238E27FC236}">
                  <a16:creationId xmlns:a16="http://schemas.microsoft.com/office/drawing/2014/main" id="{C3F82BE9-2F73-3F89-0A82-FCFB23D173DD}"/>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2" name="Segment 1 - Propulsion">
              <a:extLst>
                <a:ext uri="{FF2B5EF4-FFF2-40B4-BE49-F238E27FC236}">
                  <a16:creationId xmlns:a16="http://schemas.microsoft.com/office/drawing/2014/main" id="{29B28FA3-F0D7-7E6E-B9DA-D27AD5F1C87D}"/>
                </a:ext>
              </a:extLst>
            </p:cNvPr>
            <p:cNvSpPr/>
            <p:nvPr/>
          </p:nvSpPr>
          <p:spPr>
            <a:xfrm>
              <a:off x="268951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Propulsion</a:t>
              </a:r>
            </a:p>
          </p:txBody>
        </p:sp>
        <p:sp>
          <p:nvSpPr>
            <p:cNvPr id="14" name="Segment 2 - Power Systems">
              <a:extLst>
                <a:ext uri="{FF2B5EF4-FFF2-40B4-BE49-F238E27FC236}">
                  <a16:creationId xmlns:a16="http://schemas.microsoft.com/office/drawing/2014/main" id="{187AAE53-8B70-B19C-F42B-E4EF2F3A3B69}"/>
                </a:ext>
              </a:extLst>
            </p:cNvPr>
            <p:cNvSpPr/>
            <p:nvPr/>
          </p:nvSpPr>
          <p:spPr>
            <a:xfrm>
              <a:off x="441013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Power Systems</a:t>
              </a:r>
            </a:p>
          </p:txBody>
        </p:sp>
        <p:sp>
          <p:nvSpPr>
            <p:cNvPr id="15" name="Segment 3 - Airframe">
              <a:extLst>
                <a:ext uri="{FF2B5EF4-FFF2-40B4-BE49-F238E27FC236}">
                  <a16:creationId xmlns:a16="http://schemas.microsoft.com/office/drawing/2014/main" id="{7AE9F624-7045-DFC6-B5EE-781CEE244653}"/>
                </a:ext>
              </a:extLst>
            </p:cNvPr>
            <p:cNvSpPr/>
            <p:nvPr/>
          </p:nvSpPr>
          <p:spPr>
            <a:xfrm>
              <a:off x="613074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Airframe</a:t>
              </a:r>
            </a:p>
          </p:txBody>
        </p:sp>
        <p:sp>
          <p:nvSpPr>
            <p:cNvPr id="16" name="Segment 4 - GNC">
              <a:extLst>
                <a:ext uri="{FF2B5EF4-FFF2-40B4-BE49-F238E27FC236}">
                  <a16:creationId xmlns:a16="http://schemas.microsoft.com/office/drawing/2014/main" id="{05379CDE-0B1C-4F90-537C-E73192F10DA8}"/>
                </a:ext>
              </a:extLst>
            </p:cNvPr>
            <p:cNvSpPr/>
            <p:nvPr/>
          </p:nvSpPr>
          <p:spPr>
            <a:xfrm>
              <a:off x="785136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GNC</a:t>
              </a:r>
            </a:p>
          </p:txBody>
        </p:sp>
        <p:sp>
          <p:nvSpPr>
            <p:cNvPr id="17" name="Segment 5 - Avionics">
              <a:extLst>
                <a:ext uri="{FF2B5EF4-FFF2-40B4-BE49-F238E27FC236}">
                  <a16:creationId xmlns:a16="http://schemas.microsoft.com/office/drawing/2014/main" id="{7DA112CC-94D5-01AE-9CA8-0137E3648267}"/>
                </a:ext>
              </a:extLst>
            </p:cNvPr>
            <p:cNvSpPr/>
            <p:nvPr/>
          </p:nvSpPr>
          <p:spPr>
            <a:xfrm>
              <a:off x="957197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Avionics</a:t>
              </a:r>
            </a:p>
          </p:txBody>
        </p:sp>
      </p:grpSp>
    </p:spTree>
    <p:extLst>
      <p:ext uri="{BB962C8B-B14F-4D97-AF65-F5344CB8AC3E}">
        <p14:creationId xmlns:p14="http://schemas.microsoft.com/office/powerpoint/2010/main" val="325466118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63296" y="390144"/>
            <a:ext cx="609600" cy="609600"/>
          </a:xfrm>
          <a:prstGeom prst="roundRect">
            <a:avLst>
              <a:gd name="adj" fmla="val 20000"/>
            </a:avLst>
          </a:prstGeom>
          <a:solidFill>
            <a:srgbClr val="C8900F"/>
          </a:solidFill>
          <a:ln w="12700">
            <a:solidFill>
              <a:srgbClr val="C8900F"/>
            </a:solidFill>
            <a:prstDash val="solid"/>
          </a:ln>
          <a:effectLst>
            <a:outerShdw blurRad="38100" dist="25400" dir="5400000" algn="bl" rotWithShape="0">
              <a:srgbClr val="000000">
                <a:alpha val="25000"/>
              </a:srgbClr>
            </a:outerShdw>
          </a:effectLst>
        </p:spPr>
        <p:txBody>
          <a:bodyPr/>
          <a:lstStyle/>
          <a:p>
            <a:endParaRPr lang="en-US" sz="2400"/>
          </a:p>
        </p:txBody>
      </p:sp>
      <p:sp>
        <p:nvSpPr>
          <p:cNvPr id="3" name="Shape 1"/>
          <p:cNvSpPr/>
          <p:nvPr/>
        </p:nvSpPr>
        <p:spPr>
          <a:xfrm>
            <a:off x="621792" y="536448"/>
            <a:ext cx="292608" cy="109728"/>
          </a:xfrm>
          <a:prstGeom prst="roundRect">
            <a:avLst>
              <a:gd name="adj" fmla="val 33333"/>
            </a:avLst>
          </a:prstGeom>
          <a:ln w="19050">
            <a:solidFill>
              <a:srgbClr val="FFFFFF"/>
            </a:solidFill>
            <a:prstDash val="solid"/>
          </a:ln>
        </p:spPr>
        <p:txBody>
          <a:bodyPr/>
          <a:lstStyle/>
          <a:p>
            <a:endParaRPr lang="en-US" sz="2400"/>
          </a:p>
        </p:txBody>
      </p:sp>
      <p:sp>
        <p:nvSpPr>
          <p:cNvPr id="4" name="Shape 2"/>
          <p:cNvSpPr/>
          <p:nvPr/>
        </p:nvSpPr>
        <p:spPr>
          <a:xfrm>
            <a:off x="621792" y="719328"/>
            <a:ext cx="121920" cy="109728"/>
          </a:xfrm>
          <a:prstGeom prst="roundRect">
            <a:avLst>
              <a:gd name="adj" fmla="val 33333"/>
            </a:avLst>
          </a:prstGeom>
          <a:ln w="19050">
            <a:solidFill>
              <a:srgbClr val="FFFFFF"/>
            </a:solidFill>
            <a:prstDash val="solid"/>
          </a:ln>
        </p:spPr>
        <p:txBody>
          <a:bodyPr/>
          <a:lstStyle/>
          <a:p>
            <a:endParaRPr lang="en-US" sz="2400"/>
          </a:p>
        </p:txBody>
      </p:sp>
      <p:sp>
        <p:nvSpPr>
          <p:cNvPr id="5" name="Shape 3"/>
          <p:cNvSpPr/>
          <p:nvPr/>
        </p:nvSpPr>
        <p:spPr>
          <a:xfrm>
            <a:off x="792480" y="719328"/>
            <a:ext cx="121920" cy="109728"/>
          </a:xfrm>
          <a:prstGeom prst="roundRect">
            <a:avLst>
              <a:gd name="adj" fmla="val 33333"/>
            </a:avLst>
          </a:prstGeom>
          <a:ln w="19050">
            <a:solidFill>
              <a:srgbClr val="FFFFFF"/>
            </a:solidFill>
            <a:prstDash val="solid"/>
          </a:ln>
        </p:spPr>
        <p:txBody>
          <a:bodyPr/>
          <a:lstStyle/>
          <a:p>
            <a:endParaRPr lang="en-US" sz="2400"/>
          </a:p>
        </p:txBody>
      </p:sp>
      <p:sp>
        <p:nvSpPr>
          <p:cNvPr id="6" name="Shape 4"/>
          <p:cNvSpPr/>
          <p:nvPr/>
        </p:nvSpPr>
        <p:spPr>
          <a:xfrm>
            <a:off x="10363200" y="463296"/>
            <a:ext cx="1377696" cy="329184"/>
          </a:xfrm>
          <a:prstGeom prst="roundRect">
            <a:avLst>
              <a:gd name="adj" fmla="val 48148"/>
            </a:avLst>
          </a:prstGeom>
          <a:solidFill>
            <a:srgbClr val="C8900F"/>
          </a:solidFill>
          <a:ln w="12700">
            <a:solidFill>
              <a:srgbClr val="C8900F"/>
            </a:solidFill>
            <a:prstDash val="solid"/>
          </a:ln>
        </p:spPr>
        <p:txBody>
          <a:bodyPr/>
          <a:lstStyle/>
          <a:p>
            <a:endParaRPr lang="en-US" sz="2400"/>
          </a:p>
        </p:txBody>
      </p:sp>
      <p:sp>
        <p:nvSpPr>
          <p:cNvPr id="7" name="Text 5"/>
          <p:cNvSpPr txBox="1"/>
          <p:nvPr/>
        </p:nvSpPr>
        <p:spPr>
          <a:xfrm>
            <a:off x="10363200" y="463296"/>
            <a:ext cx="1377696" cy="329184"/>
          </a:xfrm>
          <a:prstGeom prst="rect">
            <a:avLst/>
          </a:prstGeom>
          <a:noFill/>
          <a:ln/>
        </p:spPr>
        <p:txBody>
          <a:bodyPr wrap="square" lIns="0" tIns="0" rIns="0" bIns="0" rtlCol="0" anchor="ctr"/>
          <a:lstStyle/>
          <a:p>
            <a:pPr algn="ctr"/>
            <a:r>
              <a:rPr lang="en-US" sz="1200" b="1" kern="0" spc="200">
                <a:solidFill>
                  <a:srgbClr val="3A2A00"/>
                </a:solidFill>
                <a:latin typeface="Arial" pitchFamily="34" charset="0"/>
                <a:ea typeface="Arial" pitchFamily="34" charset="-122"/>
                <a:cs typeface="Arial" pitchFamily="34" charset="-120"/>
              </a:rPr>
              <a:t>Trade Studies</a:t>
            </a:r>
            <a:endParaRPr lang="en-US" sz="1200"/>
          </a:p>
        </p:txBody>
      </p:sp>
      <p:sp>
        <p:nvSpPr>
          <p:cNvPr id="8" name="Text 6"/>
          <p:cNvSpPr txBox="1"/>
          <p:nvPr/>
        </p:nvSpPr>
        <p:spPr>
          <a:xfrm>
            <a:off x="1280160" y="365760"/>
            <a:ext cx="8900160" cy="670560"/>
          </a:xfrm>
          <a:prstGeom prst="rect">
            <a:avLst/>
          </a:prstGeom>
          <a:noFill/>
          <a:ln/>
        </p:spPr>
        <p:txBody>
          <a:bodyPr wrap="square" lIns="0" tIns="0" rIns="0" bIns="0" rtlCol="0" anchor="ctr"/>
          <a:lstStyle/>
          <a:p>
            <a:r>
              <a:rPr lang="en-US" sz="3200" b="1" kern="0" spc="133">
                <a:solidFill>
                  <a:srgbClr val="262626"/>
                </a:solidFill>
                <a:latin typeface="Arial" pitchFamily="34" charset="0"/>
                <a:ea typeface="Arial" pitchFamily="34" charset="-122"/>
                <a:cs typeface="Arial" pitchFamily="34" charset="-120"/>
              </a:rPr>
              <a:t>Trade Analysis - Computing Architecture</a:t>
            </a:r>
            <a:endParaRPr lang="en-US" sz="3200"/>
          </a:p>
        </p:txBody>
      </p:sp>
      <p:sp>
        <p:nvSpPr>
          <p:cNvPr id="9" name="Text 7"/>
          <p:cNvSpPr txBox="1"/>
          <p:nvPr/>
        </p:nvSpPr>
        <p:spPr>
          <a:xfrm>
            <a:off x="487680" y="1280160"/>
            <a:ext cx="5974080" cy="2377440"/>
          </a:xfrm>
          <a:prstGeom prst="rect">
            <a:avLst/>
          </a:prstGeom>
          <a:noFill/>
          <a:ln/>
        </p:spPr>
        <p:txBody>
          <a:bodyPr wrap="square" rtlCol="0" anchor="t"/>
          <a:lstStyle/>
          <a:p>
            <a:pPr marL="457189" indent="-457189">
              <a:spcAft>
                <a:spcPts val="400"/>
              </a:spcAft>
              <a:buSzPct val="100000"/>
              <a:buChar char="•"/>
            </a:pPr>
            <a:r>
              <a:rPr lang="en-US" sz="1600">
                <a:solidFill>
                  <a:srgbClr val="000000"/>
                </a:solidFill>
                <a:latin typeface="Arial" pitchFamily="34" charset="0"/>
                <a:ea typeface="Arial" pitchFamily="34" charset="-122"/>
                <a:cs typeface="Arial" pitchFamily="34" charset="-120"/>
              </a:rPr>
              <a:t>Methods: Single Onboard Computer, FC + Secondary Computer, FC + Radio Only</a:t>
            </a:r>
            <a:endParaRPr lang="en-US" sz="1600"/>
          </a:p>
          <a:p>
            <a:pPr marL="457189" indent="-457189">
              <a:spcAft>
                <a:spcPts val="400"/>
              </a:spcAft>
              <a:buSzPct val="100000"/>
              <a:buChar char="•"/>
            </a:pPr>
            <a:r>
              <a:rPr lang="en-US" sz="1600">
                <a:solidFill>
                  <a:srgbClr val="000000"/>
                </a:solidFill>
                <a:latin typeface="Arial" pitchFamily="34" charset="0"/>
                <a:ea typeface="Arial" pitchFamily="34" charset="-122"/>
                <a:cs typeface="Arial" pitchFamily="34" charset="-120"/>
              </a:rPr>
              <a:t>Primary Criteria: Implementation Ease, Reaction Speed, Reliability</a:t>
            </a:r>
            <a:endParaRPr lang="en-US" sz="1600"/>
          </a:p>
          <a:p>
            <a:pPr marL="457189" indent="-457189">
              <a:spcAft>
                <a:spcPts val="400"/>
              </a:spcAft>
              <a:buSzPct val="100000"/>
              <a:buChar char="•"/>
            </a:pPr>
            <a:r>
              <a:rPr lang="en-US" sz="1600">
                <a:solidFill>
                  <a:srgbClr val="000000"/>
                </a:solidFill>
                <a:latin typeface="Arial" pitchFamily="34" charset="0"/>
                <a:ea typeface="Arial" pitchFamily="34" charset="-122"/>
                <a:cs typeface="Arial" pitchFamily="34" charset="-120"/>
              </a:rPr>
              <a:t>Implementation and reaction speed weighted highest to protect schedule and safety</a:t>
            </a:r>
            <a:endParaRPr lang="en-US" sz="1600"/>
          </a:p>
          <a:p>
            <a:pPr marL="457189" indent="-457189">
              <a:spcAft>
                <a:spcPts val="400"/>
              </a:spcAft>
              <a:buSzPct val="100000"/>
              <a:buChar char="•"/>
            </a:pPr>
            <a:r>
              <a:rPr lang="en-US" sz="1600">
                <a:solidFill>
                  <a:srgbClr val="000000"/>
                </a:solidFill>
                <a:latin typeface="Arial" pitchFamily="34" charset="0"/>
                <a:ea typeface="Arial" pitchFamily="34" charset="-122"/>
                <a:cs typeface="Arial" pitchFamily="34" charset="-120"/>
              </a:rPr>
              <a:t>FC + Secondary won 100% of Monte Carlo trials: COTS flight control that fails gracefully</a:t>
            </a:r>
            <a:endParaRPr lang="en-US" sz="1600"/>
          </a:p>
        </p:txBody>
      </p:sp>
      <p:pic>
        <p:nvPicPr>
          <p:cNvPr id="11" name="Image 1" descr="oat_ca.png"/>
          <p:cNvPicPr>
            <a:picLocks noChangeAspect="1"/>
          </p:cNvPicPr>
          <p:nvPr/>
        </p:nvPicPr>
        <p:blipFill>
          <a:blip r:embed="rId3"/>
          <a:stretch>
            <a:fillRect/>
          </a:stretch>
        </p:blipFill>
        <p:spPr>
          <a:xfrm>
            <a:off x="6522720" y="1530096"/>
            <a:ext cx="5120640" cy="4011168"/>
          </a:xfrm>
          <a:prstGeom prst="rect">
            <a:avLst/>
          </a:prstGeom>
        </p:spPr>
      </p:pic>
      <p:pic>
        <p:nvPicPr>
          <p:cNvPr id="13" name="Image 0" descr="mc_ca.png">
            <a:extLst>
              <a:ext uri="{FF2B5EF4-FFF2-40B4-BE49-F238E27FC236}">
                <a16:creationId xmlns:a16="http://schemas.microsoft.com/office/drawing/2014/main" id="{632943FB-399F-EEA0-C0B1-A55CAA9AFB26}"/>
              </a:ext>
            </a:extLst>
          </p:cNvPr>
          <p:cNvPicPr>
            <a:picLocks noChangeAspect="1"/>
          </p:cNvPicPr>
          <p:nvPr/>
        </p:nvPicPr>
        <p:blipFill>
          <a:blip r:embed="rId4"/>
          <a:stretch>
            <a:fillRect/>
          </a:stretch>
        </p:blipFill>
        <p:spPr>
          <a:xfrm>
            <a:off x="621792" y="3538728"/>
            <a:ext cx="4576723" cy="2953512"/>
          </a:xfrm>
          <a:prstGeom prst="rect">
            <a:avLst/>
          </a:prstGeom>
        </p:spPr>
      </p:pic>
      <p:sp>
        <p:nvSpPr>
          <p:cNvPr id="14" name="TextBox 13">
            <a:extLst>
              <a:ext uri="{FF2B5EF4-FFF2-40B4-BE49-F238E27FC236}">
                <a16:creationId xmlns:a16="http://schemas.microsoft.com/office/drawing/2014/main" id="{C906C351-CF59-7A87-DD60-B95060433DE0}"/>
              </a:ext>
            </a:extLst>
          </p:cNvPr>
          <p:cNvSpPr txBox="1"/>
          <p:nvPr/>
        </p:nvSpPr>
        <p:spPr>
          <a:xfrm>
            <a:off x="6735296" y="5809929"/>
            <a:ext cx="50056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latin typeface="Arial"/>
                <a:cs typeface="Arial"/>
              </a:rPr>
              <a:t>Driving Requirement: UAS-4</a:t>
            </a:r>
            <a:endParaRPr lang="en-US"/>
          </a:p>
        </p:txBody>
      </p:sp>
      <p:sp>
        <p:nvSpPr>
          <p:cNvPr id="12" name="Slide Number Placeholder 23">
            <a:extLst>
              <a:ext uri="{FF2B5EF4-FFF2-40B4-BE49-F238E27FC236}">
                <a16:creationId xmlns:a16="http://schemas.microsoft.com/office/drawing/2014/main" id="{34148D71-301E-F3C0-1288-9996C67DE691}"/>
              </a:ext>
            </a:extLst>
          </p:cNvPr>
          <p:cNvSpPr txBox="1">
            <a:spLocks/>
          </p:cNvSpPr>
          <p:nvPr/>
        </p:nvSpPr>
        <p:spPr>
          <a:xfrm>
            <a:off x="9145743" y="652595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ACAF18C-C32B-5246-8B79-94468F598665}" type="slidenum">
              <a:rPr lang="en-US" smtClean="0"/>
              <a:pPr/>
              <a:t>85</a:t>
            </a:fld>
            <a:endParaRPr lang="en-US"/>
          </a:p>
        </p:txBody>
      </p:sp>
      <p:grpSp>
        <p:nvGrpSpPr>
          <p:cNvPr id="15" name="Trade Studies Bar - 5 Avionics">
            <a:extLst>
              <a:ext uri="{FF2B5EF4-FFF2-40B4-BE49-F238E27FC236}">
                <a16:creationId xmlns:a16="http://schemas.microsoft.com/office/drawing/2014/main" id="{0780298D-B3B8-E605-6F86-62A208B823F9}"/>
              </a:ext>
            </a:extLst>
          </p:cNvPr>
          <p:cNvGrpSpPr/>
          <p:nvPr/>
        </p:nvGrpSpPr>
        <p:grpSpPr>
          <a:xfrm>
            <a:off x="814349" y="6567742"/>
            <a:ext cx="10563301" cy="276999"/>
            <a:chOff x="790698" y="5902391"/>
            <a:chExt cx="10563301" cy="276999"/>
          </a:xfrm>
        </p:grpSpPr>
        <p:sp>
          <p:nvSpPr>
            <p:cNvPr id="16" name="Segment 0 - Trade Studies">
              <a:extLst>
                <a:ext uri="{FF2B5EF4-FFF2-40B4-BE49-F238E27FC236}">
                  <a16:creationId xmlns:a16="http://schemas.microsoft.com/office/drawing/2014/main" id="{7F82BC62-2692-67EF-E0DB-53B7AA28FC7E}"/>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7" name="Segment 1 - Propulsion">
              <a:extLst>
                <a:ext uri="{FF2B5EF4-FFF2-40B4-BE49-F238E27FC236}">
                  <a16:creationId xmlns:a16="http://schemas.microsoft.com/office/drawing/2014/main" id="{47FE446C-D72B-2035-C86B-306DA1A47709}"/>
                </a:ext>
              </a:extLst>
            </p:cNvPr>
            <p:cNvSpPr/>
            <p:nvPr/>
          </p:nvSpPr>
          <p:spPr>
            <a:xfrm>
              <a:off x="268951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Propulsion</a:t>
              </a:r>
            </a:p>
          </p:txBody>
        </p:sp>
        <p:sp>
          <p:nvSpPr>
            <p:cNvPr id="18" name="Segment 2 - Power Systems">
              <a:extLst>
                <a:ext uri="{FF2B5EF4-FFF2-40B4-BE49-F238E27FC236}">
                  <a16:creationId xmlns:a16="http://schemas.microsoft.com/office/drawing/2014/main" id="{78EEAFC1-3737-6EF0-ECA7-E2650CA454F0}"/>
                </a:ext>
              </a:extLst>
            </p:cNvPr>
            <p:cNvSpPr/>
            <p:nvPr/>
          </p:nvSpPr>
          <p:spPr>
            <a:xfrm>
              <a:off x="441013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Power Systems</a:t>
              </a:r>
            </a:p>
          </p:txBody>
        </p:sp>
        <p:sp>
          <p:nvSpPr>
            <p:cNvPr id="19" name="Segment 3 - Airframe">
              <a:extLst>
                <a:ext uri="{FF2B5EF4-FFF2-40B4-BE49-F238E27FC236}">
                  <a16:creationId xmlns:a16="http://schemas.microsoft.com/office/drawing/2014/main" id="{78ECD3CE-B83B-16FB-5868-588A98B06954}"/>
                </a:ext>
              </a:extLst>
            </p:cNvPr>
            <p:cNvSpPr/>
            <p:nvPr/>
          </p:nvSpPr>
          <p:spPr>
            <a:xfrm>
              <a:off x="613074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Airframe</a:t>
              </a:r>
            </a:p>
          </p:txBody>
        </p:sp>
        <p:sp>
          <p:nvSpPr>
            <p:cNvPr id="20" name="Segment 4 - GNC">
              <a:extLst>
                <a:ext uri="{FF2B5EF4-FFF2-40B4-BE49-F238E27FC236}">
                  <a16:creationId xmlns:a16="http://schemas.microsoft.com/office/drawing/2014/main" id="{7293251D-A72A-E602-61EC-A6ED958E7666}"/>
                </a:ext>
              </a:extLst>
            </p:cNvPr>
            <p:cNvSpPr/>
            <p:nvPr/>
          </p:nvSpPr>
          <p:spPr>
            <a:xfrm>
              <a:off x="785136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GNC</a:t>
              </a:r>
            </a:p>
          </p:txBody>
        </p:sp>
        <p:sp>
          <p:nvSpPr>
            <p:cNvPr id="21" name="Segment 5 - Avionics">
              <a:extLst>
                <a:ext uri="{FF2B5EF4-FFF2-40B4-BE49-F238E27FC236}">
                  <a16:creationId xmlns:a16="http://schemas.microsoft.com/office/drawing/2014/main" id="{C2A33BEF-2985-AA12-BCED-61CD000A216D}"/>
                </a:ext>
              </a:extLst>
            </p:cNvPr>
            <p:cNvSpPr/>
            <p:nvPr/>
          </p:nvSpPr>
          <p:spPr>
            <a:xfrm>
              <a:off x="957197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Avionics</a:t>
              </a:r>
            </a:p>
          </p:txBody>
        </p:sp>
      </p:gr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B233A-4EA7-042C-F0A4-8A623725EB7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267BD4E-BDF4-BE89-3552-DE0A48323FD5}"/>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E1C1C69E-BC56-14CC-0E86-8154F0B39145}"/>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5138A85E-119B-A139-E8E8-83AAF40E8778}"/>
              </a:ext>
            </a:extLst>
          </p:cNvPr>
          <p:cNvSpPr txBox="1"/>
          <p:nvPr/>
        </p:nvSpPr>
        <p:spPr>
          <a:xfrm>
            <a:off x="1281748" y="353648"/>
            <a:ext cx="7680960" cy="658368"/>
          </a:xfrm>
          <a:prstGeom prst="rect">
            <a:avLst/>
          </a:prstGeom>
          <a:noFill/>
          <a:ln/>
        </p:spPr>
        <p:txBody>
          <a:bodyPr wrap="square" lIns="0" tIns="0" rIns="0" bIns="0" rtlCol="0" anchor="ctr"/>
          <a:lstStyle/>
          <a:p>
            <a:r>
              <a:rPr lang="en-US" sz="2800" b="1" kern="0" spc="100">
                <a:solidFill>
                  <a:srgbClr val="2B2A28"/>
                </a:solidFill>
                <a:latin typeface="Arial"/>
                <a:cs typeface="Arial"/>
              </a:rPr>
              <a:t>Summary of Critical Trade Results</a:t>
            </a:r>
          </a:p>
        </p:txBody>
      </p:sp>
      <p:sp>
        <p:nvSpPr>
          <p:cNvPr id="5" name="Shape 2">
            <a:extLst>
              <a:ext uri="{FF2B5EF4-FFF2-40B4-BE49-F238E27FC236}">
                <a16:creationId xmlns:a16="http://schemas.microsoft.com/office/drawing/2014/main" id="{336D8149-D6C0-875A-F485-5E13A0C87177}"/>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D2389A8A-0954-9D97-658A-DC355E82B8D2}"/>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graphicFrame>
        <p:nvGraphicFramePr>
          <p:cNvPr id="9" name="Table 8">
            <a:extLst>
              <a:ext uri="{FF2B5EF4-FFF2-40B4-BE49-F238E27FC236}">
                <a16:creationId xmlns:a16="http://schemas.microsoft.com/office/drawing/2014/main" id="{70326BBA-307F-474D-955F-EE66F920D2AE}"/>
              </a:ext>
            </a:extLst>
          </p:cNvPr>
          <p:cNvGraphicFramePr>
            <a:graphicFrameLocks noGrp="1"/>
          </p:cNvGraphicFramePr>
          <p:nvPr>
            <p:extLst>
              <p:ext uri="{D42A27DB-BD31-4B8C-83A1-F6EECF244321}">
                <p14:modId xmlns:p14="http://schemas.microsoft.com/office/powerpoint/2010/main" val="908113309"/>
              </p:ext>
            </p:extLst>
          </p:nvPr>
        </p:nvGraphicFramePr>
        <p:xfrm>
          <a:off x="458660" y="1245413"/>
          <a:ext cx="11325637" cy="4897120"/>
        </p:xfrm>
        <a:graphic>
          <a:graphicData uri="http://schemas.openxmlformats.org/drawingml/2006/table">
            <a:tbl>
              <a:tblPr firstRow="1" bandRow="1">
                <a:tableStyleId>{5C22544A-7EE6-4342-B048-85BDC9FD1C3A}</a:tableStyleId>
              </a:tblPr>
              <a:tblGrid>
                <a:gridCol w="1956118">
                  <a:extLst>
                    <a:ext uri="{9D8B030D-6E8A-4147-A177-3AD203B41FA5}">
                      <a16:colId xmlns:a16="http://schemas.microsoft.com/office/drawing/2014/main" val="3616859838"/>
                    </a:ext>
                  </a:extLst>
                </a:gridCol>
                <a:gridCol w="770403">
                  <a:extLst>
                    <a:ext uri="{9D8B030D-6E8A-4147-A177-3AD203B41FA5}">
                      <a16:colId xmlns:a16="http://schemas.microsoft.com/office/drawing/2014/main" val="1391556661"/>
                    </a:ext>
                  </a:extLst>
                </a:gridCol>
                <a:gridCol w="2244067">
                  <a:extLst>
                    <a:ext uri="{9D8B030D-6E8A-4147-A177-3AD203B41FA5}">
                      <a16:colId xmlns:a16="http://schemas.microsoft.com/office/drawing/2014/main" val="3241563168"/>
                    </a:ext>
                  </a:extLst>
                </a:gridCol>
                <a:gridCol w="622300">
                  <a:extLst>
                    <a:ext uri="{9D8B030D-6E8A-4147-A177-3AD203B41FA5}">
                      <a16:colId xmlns:a16="http://schemas.microsoft.com/office/drawing/2014/main" val="3829890775"/>
                    </a:ext>
                  </a:extLst>
                </a:gridCol>
                <a:gridCol w="2095500">
                  <a:extLst>
                    <a:ext uri="{9D8B030D-6E8A-4147-A177-3AD203B41FA5}">
                      <a16:colId xmlns:a16="http://schemas.microsoft.com/office/drawing/2014/main" val="1650367212"/>
                    </a:ext>
                  </a:extLst>
                </a:gridCol>
                <a:gridCol w="605952">
                  <a:extLst>
                    <a:ext uri="{9D8B030D-6E8A-4147-A177-3AD203B41FA5}">
                      <a16:colId xmlns:a16="http://schemas.microsoft.com/office/drawing/2014/main" val="2744186319"/>
                    </a:ext>
                  </a:extLst>
                </a:gridCol>
                <a:gridCol w="2377831">
                  <a:extLst>
                    <a:ext uri="{9D8B030D-6E8A-4147-A177-3AD203B41FA5}">
                      <a16:colId xmlns:a16="http://schemas.microsoft.com/office/drawing/2014/main" val="322221954"/>
                    </a:ext>
                  </a:extLst>
                </a:gridCol>
                <a:gridCol w="653466">
                  <a:extLst>
                    <a:ext uri="{9D8B030D-6E8A-4147-A177-3AD203B41FA5}">
                      <a16:colId xmlns:a16="http://schemas.microsoft.com/office/drawing/2014/main" val="3467864539"/>
                    </a:ext>
                  </a:extLst>
                </a:gridCol>
              </a:tblGrid>
              <a:tr h="0">
                <a:tc gridSpan="8">
                  <a:txBody>
                    <a:bodyPr/>
                    <a:lstStyle/>
                    <a:p>
                      <a:pPr algn="ctr" fontAlgn="b">
                        <a:buNone/>
                      </a:pPr>
                      <a:r>
                        <a:rPr lang="en-US" sz="1400" b="1" i="0" u="none" strike="noStrike">
                          <a:solidFill>
                            <a:schemeClr val="bg1"/>
                          </a:solidFill>
                          <a:effectLst/>
                          <a:latin typeface="Arial"/>
                          <a:cs typeface="Arial"/>
                        </a:rPr>
                        <a:t>High Level Computing Architecture</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tcPr>
                </a:tc>
                <a:tc hMerge="1">
                  <a:txBody>
                    <a:bodyPr/>
                    <a:lstStyle/>
                    <a:p>
                      <a:pPr algn="ctr" fontAlgn="b">
                        <a:buNone/>
                      </a:pP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tcPr>
                </a:tc>
                <a:tc hMerge="1">
                  <a:txBody>
                    <a:bodyPr/>
                    <a:lstStyle/>
                    <a:p>
                      <a:pPr algn="ctr" fontAlgn="b">
                        <a:buNone/>
                      </a:pP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350" marR="6350" marT="6350" anchor="b">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tcPr>
                </a:tc>
                <a:tc hMerge="1">
                  <a:txBody>
                    <a:bodyPr/>
                    <a:lstStyle/>
                    <a:p>
                      <a:pPr algn="ctr" fontAlgn="b">
                        <a:buNone/>
                      </a:pP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buNone/>
                      </a:pP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tcPr>
                </a:tc>
                <a:tc hMerge="1">
                  <a:txBody>
                    <a:bodyPr/>
                    <a:lstStyle/>
                    <a:p>
                      <a:pPr algn="ctr" fontAlgn="b">
                        <a:buNone/>
                      </a:pP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tcPr>
                </a:tc>
                <a:tc hMerge="1">
                  <a:txBody>
                    <a:bodyPr/>
                    <a:lstStyle/>
                    <a:p>
                      <a:pPr algn="ctr" fontAlgn="b">
                        <a:buNone/>
                      </a:pP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tcPr>
                </a:tc>
                <a:tc hMerge="1">
                  <a:txBody>
                    <a:bodyPr/>
                    <a:lstStyle/>
                    <a:p>
                      <a:pPr algn="ctr" fontAlgn="b">
                        <a:buNone/>
                      </a:pP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280268544"/>
                  </a:ext>
                </a:extLst>
              </a:tr>
              <a:tr h="0">
                <a:tc>
                  <a:txBody>
                    <a:bodyPr/>
                    <a:lstStyle/>
                    <a:p>
                      <a:pPr algn="ctr" fontAlgn="b">
                        <a:buNone/>
                      </a:pPr>
                      <a:r>
                        <a:rPr lang="en-US" sz="1400" b="1" i="0" u="none" strike="noStrike">
                          <a:solidFill>
                            <a:schemeClr val="tx1"/>
                          </a:solidFill>
                          <a:effectLst/>
                          <a:latin typeface="Arial"/>
                          <a:cs typeface="Arial"/>
                        </a:rPr>
                        <a:t>Criteria</a:t>
                      </a:r>
                    </a:p>
                  </a:txBody>
                  <a:tcPr marL="6350" marR="6350" marT="6350" anchor="b">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accent1">
                        <a:lumMod val="20000"/>
                        <a:lumOff val="80000"/>
                      </a:schemeClr>
                    </a:solidFill>
                  </a:tcPr>
                </a:tc>
                <a:tc>
                  <a:txBody>
                    <a:bodyPr/>
                    <a:lstStyle/>
                    <a:p>
                      <a:pPr algn="ctr" fontAlgn="b">
                        <a:buNone/>
                      </a:pPr>
                      <a:r>
                        <a:rPr lang="en-US" sz="1400" b="1" i="0" u="none" strike="noStrike">
                          <a:solidFill>
                            <a:schemeClr val="tx1"/>
                          </a:solidFill>
                          <a:effectLst/>
                          <a:latin typeface="Arial"/>
                          <a:cs typeface="Arial"/>
                        </a:rPr>
                        <a:t>Weight</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accent1">
                        <a:lumMod val="20000"/>
                        <a:lumOff val="80000"/>
                      </a:schemeClr>
                    </a:solidFill>
                  </a:tcPr>
                </a:tc>
                <a:tc gridSpan="2">
                  <a:txBody>
                    <a:bodyPr/>
                    <a:lstStyle/>
                    <a:p>
                      <a:pPr algn="ctr" fontAlgn="b">
                        <a:buNone/>
                      </a:pPr>
                      <a:r>
                        <a:rPr lang="en-US" sz="1400" b="1" i="0" u="none" strike="noStrike">
                          <a:solidFill>
                            <a:schemeClr val="tx1"/>
                          </a:solidFill>
                          <a:effectLst/>
                          <a:latin typeface="Arial"/>
                          <a:cs typeface="Arial"/>
                        </a:rPr>
                        <a:t>Single On Board Computer Unit</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accent1">
                        <a:lumMod val="20000"/>
                        <a:lumOff val="80000"/>
                      </a:schemeClr>
                    </a:solidFill>
                  </a:tcPr>
                </a:tc>
                <a:tc hMerge="1">
                  <a:txBody>
                    <a:bodyPr/>
                    <a:lstStyle/>
                    <a:p>
                      <a:pPr algn="ctr" fontAlgn="b">
                        <a:buNone/>
                      </a:pPr>
                      <a:endParaRPr lang="en-US" sz="1400" b="1"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gridSpan="2">
                  <a:txBody>
                    <a:bodyPr/>
                    <a:lstStyle/>
                    <a:p>
                      <a:pPr algn="ctr" fontAlgn="b">
                        <a:buNone/>
                      </a:pPr>
                      <a:r>
                        <a:rPr lang="en-US" sz="1400" b="1" i="0" u="none" strike="noStrike">
                          <a:solidFill>
                            <a:schemeClr val="tx1"/>
                          </a:solidFill>
                          <a:effectLst/>
                          <a:latin typeface="Arial"/>
                          <a:cs typeface="Arial"/>
                        </a:rPr>
                        <a:t>Flight Controller + Secondary Computer On Board</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400" b="1"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accent1">
                        <a:lumMod val="60000"/>
                        <a:lumOff val="40000"/>
                      </a:schemeClr>
                    </a:solidFill>
                  </a:tcPr>
                </a:tc>
                <a:tc gridSpan="2">
                  <a:txBody>
                    <a:bodyPr/>
                    <a:lstStyle/>
                    <a:p>
                      <a:pPr algn="ctr" fontAlgn="b">
                        <a:buNone/>
                      </a:pPr>
                      <a:r>
                        <a:rPr lang="en-US" sz="1400" b="1" i="0" u="none" strike="noStrike">
                          <a:solidFill>
                            <a:schemeClr val="tx1"/>
                          </a:solidFill>
                          <a:effectLst/>
                          <a:latin typeface="Arial"/>
                          <a:cs typeface="Arial"/>
                        </a:rPr>
                        <a:t>Flight Controller and Radio Only</a:t>
                      </a: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solidFill>
                      <a:schemeClr val="accent1">
                        <a:lumMod val="20000"/>
                        <a:lumOff val="80000"/>
                      </a:schemeClr>
                    </a:solidFill>
                  </a:tcPr>
                </a:tc>
                <a:tc hMerge="1">
                  <a:txBody>
                    <a:bodyPr/>
                    <a:lstStyle/>
                    <a:p>
                      <a:pPr algn="ctr" fontAlgn="b">
                        <a:buNone/>
                      </a:pPr>
                      <a:endParaRPr lang="en-US" sz="1400" b="1"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solidFill>
                      <a:schemeClr val="accent1">
                        <a:lumMod val="60000"/>
                        <a:lumOff val="40000"/>
                      </a:schemeClr>
                    </a:solidFill>
                  </a:tcPr>
                </a:tc>
                <a:extLst>
                  <a:ext uri="{0D108BD9-81ED-4DB2-BD59-A6C34878D82A}">
                    <a16:rowId xmlns:a16="http://schemas.microsoft.com/office/drawing/2014/main" val="3643067883"/>
                  </a:ext>
                </a:extLst>
              </a:tr>
              <a:tr h="0">
                <a:tc>
                  <a:txBody>
                    <a:bodyPr/>
                    <a:lstStyle/>
                    <a:p>
                      <a:pPr algn="ctr" fontAlgn="b">
                        <a:buNone/>
                      </a:pPr>
                      <a:endParaRPr lang="en-US" sz="1400" b="1" i="0" u="none" strike="noStrike">
                        <a:solidFill>
                          <a:srgbClr val="000000"/>
                        </a:solidFill>
                        <a:effectLst/>
                        <a:latin typeface="Arial"/>
                        <a:cs typeface="Arial"/>
                      </a:endParaRPr>
                    </a:p>
                  </a:txBody>
                  <a:tcPr marL="6350" marR="6350" marT="6350" anchor="b">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buNone/>
                      </a:pPr>
                      <a:r>
                        <a:rPr lang="en-US" sz="1400" b="1" i="0" u="none" strike="noStrike">
                          <a:solidFill>
                            <a:srgbClr val="000000"/>
                          </a:solidFill>
                          <a:effectLst/>
                          <a:latin typeface="Arial"/>
                          <a:cs typeface="Arial"/>
                        </a:rPr>
                        <a:t>(Total = 100)</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buNone/>
                      </a:pPr>
                      <a:r>
                        <a:rPr lang="en-US" sz="1400" b="1" i="0" u="none" strike="noStrike">
                          <a:solidFill>
                            <a:srgbClr val="000000"/>
                          </a:solidFill>
                          <a:effectLst/>
                          <a:latin typeface="Arial"/>
                          <a:cs typeface="Arial"/>
                        </a:rPr>
                        <a:t>Value</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buNone/>
                      </a:pPr>
                      <a:r>
                        <a:rPr lang="en-US" sz="1400" b="1" i="0" u="none" strike="noStrike">
                          <a:solidFill>
                            <a:srgbClr val="000000"/>
                          </a:solidFill>
                          <a:effectLst/>
                          <a:latin typeface="Arial"/>
                          <a:cs typeface="Arial"/>
                        </a:rPr>
                        <a:t>Score (x/10)</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US" sz="1400" b="1" i="0" u="none" strike="noStrike">
                          <a:solidFill>
                            <a:srgbClr val="000000"/>
                          </a:solidFill>
                          <a:effectLst/>
                          <a:latin typeface="Arial"/>
                          <a:cs typeface="Arial"/>
                        </a:rPr>
                        <a:t>Value</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US" sz="1400" b="1" i="0" u="none" strike="noStrike">
                          <a:solidFill>
                            <a:srgbClr val="000000"/>
                          </a:solidFill>
                          <a:effectLst/>
                          <a:latin typeface="Arial"/>
                          <a:cs typeface="Arial"/>
                        </a:rPr>
                        <a:t>Score (x/10)</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buNone/>
                      </a:pPr>
                      <a:r>
                        <a:rPr lang="en-US" sz="1400" b="1" i="0" u="none" strike="noStrike">
                          <a:solidFill>
                            <a:srgbClr val="000000"/>
                          </a:solidFill>
                          <a:effectLst/>
                          <a:latin typeface="Arial"/>
                          <a:cs typeface="Arial"/>
                        </a:rPr>
                        <a:t>Value</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buNone/>
                      </a:pPr>
                      <a:r>
                        <a:rPr lang="en-US" sz="1400" b="1" i="0" u="none" strike="noStrike">
                          <a:solidFill>
                            <a:srgbClr val="000000"/>
                          </a:solidFill>
                          <a:effectLst/>
                          <a:latin typeface="Arial"/>
                          <a:cs typeface="Arial"/>
                        </a:rPr>
                        <a:t>Score (x/10)</a:t>
                      </a: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extLst>
                  <a:ext uri="{0D108BD9-81ED-4DB2-BD59-A6C34878D82A}">
                    <a16:rowId xmlns:a16="http://schemas.microsoft.com/office/drawing/2014/main" val="1666414507"/>
                  </a:ext>
                </a:extLst>
              </a:tr>
              <a:tr h="0">
                <a:tc>
                  <a:txBody>
                    <a:bodyPr/>
                    <a:lstStyle/>
                    <a:p>
                      <a:pPr algn="ctr" fontAlgn="b">
                        <a:buNone/>
                      </a:pPr>
                      <a:r>
                        <a:rPr lang="en-US" sz="1400" b="0" i="0" u="none" strike="noStrike">
                          <a:solidFill>
                            <a:srgbClr val="000000"/>
                          </a:solidFill>
                          <a:effectLst/>
                          <a:latin typeface="Arial"/>
                          <a:cs typeface="Arial"/>
                        </a:rPr>
                        <a:t>Ability for Drone to React Quickly to Manual Override/Problems</a:t>
                      </a:r>
                    </a:p>
                  </a:txBody>
                  <a:tcPr marL="6350" marR="6350" marT="6350" anchor="b">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buNone/>
                      </a:pPr>
                      <a:r>
                        <a:rPr lang="en-US" sz="1400" b="0" i="0" u="none" strike="noStrike">
                          <a:solidFill>
                            <a:srgbClr val="000000"/>
                          </a:solidFill>
                          <a:effectLst/>
                          <a:latin typeface="Arial"/>
                          <a:cs typeface="Arial"/>
                        </a:rPr>
                        <a:t>30</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buNone/>
                      </a:pPr>
                      <a:r>
                        <a:rPr lang="en-US" sz="1400">
                          <a:latin typeface="Arial"/>
                          <a:cs typeface="Arial"/>
                        </a:rPr>
                        <a:t>Heavy processing on a general-purpose OS can preempt safety code, so real-time response isn't guaranteed.</a:t>
                      </a:r>
                      <a:endParaRPr lang="en-US" sz="1400" b="0" i="0" u="none" strike="noStrike">
                        <a:solidFill>
                          <a:srgbClr val="000000"/>
                        </a:solidFill>
                        <a:effectLst/>
                        <a:latin typeface="Arial"/>
                        <a:cs typeface="Arial"/>
                      </a:endParaRP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buNone/>
                      </a:pPr>
                      <a:r>
                        <a:rPr lang="en-US" sz="1400" b="0" i="0" u="none" strike="noStrike">
                          <a:solidFill>
                            <a:srgbClr val="000000"/>
                          </a:solidFill>
                          <a:effectLst/>
                          <a:latin typeface="Arial"/>
                          <a:cs typeface="Arial"/>
                        </a:rPr>
                        <a:t>5</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US" sz="1400">
                          <a:latin typeface="Arial"/>
                          <a:cs typeface="Arial"/>
                        </a:rPr>
                        <a:t>A simple flight controller loop responds quickly, with only slight delays during long transactions.</a:t>
                      </a:r>
                      <a:endParaRPr lang="en-US" sz="1400" b="0" i="0" u="none" strike="noStrike">
                        <a:solidFill>
                          <a:srgbClr val="000000"/>
                        </a:solidFill>
                        <a:effectLst/>
                        <a:latin typeface="Arial"/>
                        <a:cs typeface="Arial"/>
                      </a:endParaRP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b">
                        <a:buNone/>
                      </a:pPr>
                      <a:r>
                        <a:rPr lang="en-US" sz="1400" b="0" i="0" u="none" strike="noStrike">
                          <a:solidFill>
                            <a:srgbClr val="000000"/>
                          </a:solidFill>
                          <a:effectLst/>
                          <a:latin typeface="Arial"/>
                          <a:cs typeface="Arial"/>
                        </a:rPr>
                        <a:t>8</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buNone/>
                      </a:pPr>
                      <a:r>
                        <a:rPr lang="en-US" sz="1400">
                          <a:latin typeface="Arial"/>
                          <a:cs typeface="Arial"/>
                        </a:rPr>
                        <a:t>Can be briefly unresponsive while sending data to the ground.</a:t>
                      </a:r>
                      <a:endParaRPr lang="en-US" sz="1400" b="0" i="0" u="none" strike="noStrike">
                        <a:solidFill>
                          <a:srgbClr val="000000"/>
                        </a:solidFill>
                        <a:effectLst/>
                        <a:latin typeface="Arial"/>
                        <a:cs typeface="Arial"/>
                      </a:endParaRP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buNone/>
                      </a:pPr>
                      <a:r>
                        <a:rPr lang="en-US" sz="1400" b="0" i="0" u="none" strike="noStrike">
                          <a:solidFill>
                            <a:srgbClr val="000000"/>
                          </a:solidFill>
                          <a:effectLst/>
                          <a:latin typeface="Arial"/>
                          <a:cs typeface="Arial"/>
                        </a:rPr>
                        <a:t>8</a:t>
                      </a: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extLst>
                  <a:ext uri="{0D108BD9-81ED-4DB2-BD59-A6C34878D82A}">
                    <a16:rowId xmlns:a16="http://schemas.microsoft.com/office/drawing/2014/main" val="405198612"/>
                  </a:ext>
                </a:extLst>
              </a:tr>
              <a:tr h="0">
                <a:tc>
                  <a:txBody>
                    <a:bodyPr/>
                    <a:lstStyle/>
                    <a:p>
                      <a:pPr algn="ctr" fontAlgn="b">
                        <a:buNone/>
                      </a:pPr>
                      <a:r>
                        <a:rPr lang="en-US" sz="1400" b="0" i="0" u="none" strike="noStrike">
                          <a:solidFill>
                            <a:srgbClr val="000000"/>
                          </a:solidFill>
                          <a:effectLst/>
                          <a:latin typeface="Arial"/>
                          <a:cs typeface="Arial"/>
                        </a:rPr>
                        <a:t>Implementation Ease</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rgbClr val="000000"/>
                          </a:solidFill>
                          <a:effectLst/>
                          <a:latin typeface="Arial"/>
                          <a:cs typeface="Arial"/>
                        </a:rPr>
                        <a:t>35</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a:latin typeface="Arial"/>
                          <a:cs typeface="Arial"/>
                        </a:rPr>
                        <a:t>Requires a custom flight control loop on a non-real-time OS, which has little documentation.</a:t>
                      </a:r>
                      <a:endParaRPr lang="en-US" sz="1400" b="0" i="0" u="none" strike="noStrike">
                        <a:solidFill>
                          <a:srgbClr val="000000"/>
                        </a:solidFill>
                        <a:effectLst/>
                        <a:latin typeface="Arial"/>
                        <a:cs typeface="Arial"/>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rgbClr val="000000"/>
                          </a:solidFill>
                          <a:effectLst/>
                          <a:latin typeface="Arial"/>
                          <a:cs typeface="Arial"/>
                        </a:rPr>
                        <a:t>4.5</a:t>
                      </a: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US" sz="1400">
                          <a:latin typeface="Arial"/>
                          <a:cs typeface="Arial"/>
                        </a:rPr>
                        <a:t>Buy a COTS flight controller and write the high-level software on the secondary computer.</a:t>
                      </a:r>
                      <a:endParaRPr lang="en-US" sz="1400" b="0" i="0" u="none" strike="noStrike">
                        <a:solidFill>
                          <a:srgbClr val="000000"/>
                        </a:solidFill>
                        <a:effectLst/>
                        <a:latin typeface="Arial"/>
                        <a:cs typeface="Arial"/>
                      </a:endParaRP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US" sz="1400" b="0" i="0" u="none" strike="noStrike">
                          <a:solidFill>
                            <a:srgbClr val="000000"/>
                          </a:solidFill>
                          <a:effectLst/>
                          <a:latin typeface="Arial"/>
                          <a:cs typeface="Arial"/>
                        </a:rPr>
                        <a:t>8.5</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a:latin typeface="Arial"/>
                          <a:cs typeface="Arial"/>
                        </a:rPr>
                        <a:t>A COTS controller must be modified to send data down for processing. </a:t>
                      </a:r>
                      <a:endParaRPr lang="en-US" sz="1400" b="0" i="0" u="none" strike="noStrike">
                        <a:solidFill>
                          <a:srgbClr val="000000"/>
                        </a:solidFill>
                        <a:effectLst/>
                        <a:latin typeface="Arial"/>
                        <a:cs typeface="Arial"/>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rgbClr val="000000"/>
                          </a:solidFill>
                          <a:effectLst/>
                          <a:latin typeface="Arial"/>
                          <a:cs typeface="Arial"/>
                        </a:rPr>
                        <a:t>6</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extLst>
                  <a:ext uri="{0D108BD9-81ED-4DB2-BD59-A6C34878D82A}">
                    <a16:rowId xmlns:a16="http://schemas.microsoft.com/office/drawing/2014/main" val="3597120456"/>
                  </a:ext>
                </a:extLst>
              </a:tr>
              <a:tr h="174355">
                <a:tc>
                  <a:txBody>
                    <a:bodyPr/>
                    <a:lstStyle/>
                    <a:p>
                      <a:pPr algn="ctr" fontAlgn="b">
                        <a:buNone/>
                      </a:pPr>
                      <a:r>
                        <a:rPr lang="en-US" sz="1400" b="0" i="0" u="none" strike="noStrike">
                          <a:solidFill>
                            <a:srgbClr val="000000"/>
                          </a:solidFill>
                          <a:effectLst/>
                          <a:latin typeface="Arial"/>
                          <a:cs typeface="Arial"/>
                        </a:rPr>
                        <a:t>Reliability</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rgbClr val="000000"/>
                          </a:solidFill>
                          <a:effectLst/>
                          <a:latin typeface="Arial"/>
                          <a:cs typeface="Arial"/>
                        </a:rPr>
                        <a:t>25</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a:latin typeface="Arial"/>
                          <a:cs typeface="Arial"/>
                        </a:rPr>
                        <a:t>Single point of failure: one computer hang can crash the drone. </a:t>
                      </a:r>
                      <a:endParaRPr lang="en-US" sz="1400" b="0" i="0" u="none" strike="noStrike">
                        <a:solidFill>
                          <a:srgbClr val="000000"/>
                        </a:solidFill>
                        <a:effectLst/>
                        <a:latin typeface="Arial"/>
                        <a:cs typeface="Arial"/>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rgbClr val="000000"/>
                          </a:solidFill>
                          <a:effectLst/>
                          <a:latin typeface="Arial"/>
                          <a:cs typeface="Arial"/>
                        </a:rPr>
                        <a:t>3</a:t>
                      </a: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US" sz="1400">
                          <a:latin typeface="Arial"/>
                          <a:cs typeface="Arial"/>
                        </a:rPr>
                        <a:t>If the secondary computer fails, basic flight still works and the drone fails gracefully. </a:t>
                      </a:r>
                      <a:endParaRPr lang="en-US" sz="1400" b="0" i="0" u="none" strike="noStrike">
                        <a:solidFill>
                          <a:srgbClr val="000000"/>
                        </a:solidFill>
                        <a:effectLst/>
                        <a:latin typeface="Arial"/>
                        <a:cs typeface="Arial"/>
                      </a:endParaRP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b">
                        <a:buNone/>
                      </a:pPr>
                      <a:r>
                        <a:rPr lang="en-US" sz="1400" b="0" i="0" u="none" strike="noStrike">
                          <a:solidFill>
                            <a:srgbClr val="000000"/>
                          </a:solidFill>
                          <a:effectLst/>
                          <a:latin typeface="Arial"/>
                          <a:cs typeface="Arial"/>
                        </a:rPr>
                        <a:t>7</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a:latin typeface="Arial"/>
                          <a:cs typeface="Arial"/>
                        </a:rPr>
                        <a:t>The radio link is the single point of failure, but losing it triggers graceful failsafe behavior.</a:t>
                      </a:r>
                      <a:endParaRPr lang="en-US" sz="1400" b="0" i="0" u="none" strike="noStrike">
                        <a:solidFill>
                          <a:srgbClr val="000000"/>
                        </a:solidFill>
                        <a:effectLst/>
                        <a:latin typeface="Arial"/>
                        <a:cs typeface="Arial"/>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rgbClr val="000000"/>
                          </a:solidFill>
                          <a:effectLst/>
                          <a:latin typeface="Arial"/>
                          <a:cs typeface="Arial"/>
                        </a:rPr>
                        <a:t>7</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extLst>
                  <a:ext uri="{0D108BD9-81ED-4DB2-BD59-A6C34878D82A}">
                    <a16:rowId xmlns:a16="http://schemas.microsoft.com/office/drawing/2014/main" val="3938116395"/>
                  </a:ext>
                </a:extLst>
              </a:tr>
              <a:tr h="362927">
                <a:tc>
                  <a:txBody>
                    <a:bodyPr/>
                    <a:lstStyle/>
                    <a:p>
                      <a:pPr algn="ctr" fontAlgn="b">
                        <a:buNone/>
                      </a:pPr>
                      <a:r>
                        <a:rPr lang="en-US" sz="1400" b="0" i="0" u="none" strike="noStrike">
                          <a:solidFill>
                            <a:srgbClr val="000000"/>
                          </a:solidFill>
                          <a:effectLst/>
                          <a:latin typeface="Arial"/>
                          <a:cs typeface="Arial"/>
                        </a:rPr>
                        <a:t>Weight and Power Draw (theoretical)</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rgbClr val="000000"/>
                          </a:solidFill>
                          <a:effectLst/>
                          <a:latin typeface="Arial"/>
                          <a:cs typeface="Arial"/>
                        </a:rPr>
                        <a:t>10</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a:latin typeface="Arial"/>
                          <a:cs typeface="Arial"/>
                        </a:rPr>
                        <a:t>Lowest weight and power draw. </a:t>
                      </a:r>
                      <a:endParaRPr lang="en-US" sz="1400" b="0" i="0" u="none" strike="noStrike">
                        <a:solidFill>
                          <a:srgbClr val="000000"/>
                        </a:solidFill>
                        <a:effectLst/>
                        <a:latin typeface="Arial"/>
                        <a:cs typeface="Arial"/>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rgbClr val="000000"/>
                          </a:solidFill>
                          <a:effectLst/>
                          <a:latin typeface="Arial"/>
                          <a:cs typeface="Arial"/>
                        </a:rPr>
                        <a:t>8</a:t>
                      </a: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US" sz="1400">
                          <a:latin typeface="Arial"/>
                          <a:cs typeface="Arial"/>
                        </a:rPr>
                        <a:t>Heaviest option with the highest power draw.</a:t>
                      </a:r>
                      <a:endParaRPr lang="en-US" sz="1400" b="0" i="0" u="none" strike="noStrike">
                        <a:solidFill>
                          <a:srgbClr val="000000"/>
                        </a:solidFill>
                        <a:effectLst/>
                        <a:latin typeface="Arial"/>
                        <a:cs typeface="Arial"/>
                      </a:endParaRP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US" sz="1400" b="0" i="0" u="none" strike="noStrike">
                          <a:solidFill>
                            <a:srgbClr val="000000"/>
                          </a:solidFill>
                          <a:effectLst/>
                          <a:latin typeface="Arial"/>
                          <a:cs typeface="Arial"/>
                        </a:rPr>
                        <a:t>5</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a:latin typeface="Arial"/>
                          <a:cs typeface="Arial"/>
                        </a:rPr>
                        <a:t>Light and low power, but needs a higher-power radio.</a:t>
                      </a:r>
                      <a:endParaRPr lang="en-US" sz="1400" b="0" i="0" u="none" strike="noStrike">
                        <a:solidFill>
                          <a:srgbClr val="000000"/>
                        </a:solidFill>
                        <a:effectLst/>
                        <a:latin typeface="Arial"/>
                        <a:cs typeface="Arial"/>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rgbClr val="000000"/>
                          </a:solidFill>
                          <a:effectLst/>
                          <a:latin typeface="Arial"/>
                          <a:cs typeface="Arial"/>
                        </a:rPr>
                        <a:t>7</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extLst>
                  <a:ext uri="{0D108BD9-81ED-4DB2-BD59-A6C34878D82A}">
                    <a16:rowId xmlns:a16="http://schemas.microsoft.com/office/drawing/2014/main" val="789170633"/>
                  </a:ext>
                </a:extLst>
              </a:tr>
              <a:tr h="0">
                <a:tc>
                  <a:txBody>
                    <a:bodyPr/>
                    <a:lstStyle/>
                    <a:p>
                      <a:pPr algn="ctr" fontAlgn="b">
                        <a:buNone/>
                      </a:pPr>
                      <a:r>
                        <a:rPr lang="en-US" sz="1400" b="0" i="0" u="none" strike="noStrike">
                          <a:solidFill>
                            <a:srgbClr val="000000"/>
                          </a:solidFill>
                          <a:effectLst/>
                          <a:latin typeface="Arial"/>
                          <a:cs typeface="Arial"/>
                        </a:rPr>
                        <a:t>Max Score</a:t>
                      </a:r>
                    </a:p>
                  </a:txBody>
                  <a:tcPr marL="6350" marR="6350" marT="6350" anchor="b">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buNone/>
                      </a:pPr>
                      <a:r>
                        <a:rPr lang="en-US" sz="1400" b="0" i="0" u="none" strike="noStrike">
                          <a:solidFill>
                            <a:srgbClr val="000000"/>
                          </a:solidFill>
                          <a:effectLst/>
                          <a:latin typeface="Arial"/>
                          <a:cs typeface="Arial"/>
                        </a:rPr>
                        <a:t>100</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gridSpan="2">
                  <a:txBody>
                    <a:bodyPr/>
                    <a:lstStyle/>
                    <a:p>
                      <a:pPr algn="ctr" fontAlgn="b">
                        <a:buNone/>
                      </a:pPr>
                      <a:r>
                        <a:rPr lang="en-US" sz="1400" b="0" i="0" u="none" strike="noStrike">
                          <a:solidFill>
                            <a:srgbClr val="000000"/>
                          </a:solidFill>
                          <a:effectLst/>
                          <a:latin typeface="Arial"/>
                          <a:cs typeface="Arial"/>
                        </a:rPr>
                        <a:t>46.25</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hMerge="1">
                  <a:txBody>
                    <a:bodyPr/>
                    <a:lstStyle/>
                    <a:p>
                      <a:endParaRP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algn="ctr" fontAlgn="b">
                        <a:buNone/>
                      </a:pPr>
                      <a:r>
                        <a:rPr lang="en-US" sz="1400" b="0" i="0" u="none" strike="noStrike">
                          <a:solidFill>
                            <a:srgbClr val="000000"/>
                          </a:solidFill>
                          <a:effectLst/>
                          <a:latin typeface="Arial"/>
                          <a:cs typeface="Arial"/>
                        </a:rPr>
                        <a:t>76.25</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buNone/>
                      </a:pP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buNone/>
                      </a:pPr>
                      <a:r>
                        <a:rPr lang="en-US" sz="1400" b="0" i="0" u="none" strike="noStrike">
                          <a:solidFill>
                            <a:srgbClr val="000000"/>
                          </a:solidFill>
                          <a:effectLst/>
                          <a:latin typeface="Arial"/>
                          <a:cs typeface="Arial"/>
                        </a:rPr>
                        <a:t>69.5</a:t>
                      </a: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extLst>
                  <a:ext uri="{0D108BD9-81ED-4DB2-BD59-A6C34878D82A}">
                    <a16:rowId xmlns:a16="http://schemas.microsoft.com/office/drawing/2014/main" val="1011697383"/>
                  </a:ext>
                </a:extLst>
              </a:tr>
            </a:tbl>
          </a:graphicData>
        </a:graphic>
      </p:graphicFrame>
      <p:sp>
        <p:nvSpPr>
          <p:cNvPr id="10" name="Slide Number Placeholder 23">
            <a:extLst>
              <a:ext uri="{FF2B5EF4-FFF2-40B4-BE49-F238E27FC236}">
                <a16:creationId xmlns:a16="http://schemas.microsoft.com/office/drawing/2014/main" id="{73C0BE36-D668-434A-F46D-E97B5041B53A}"/>
              </a:ext>
            </a:extLst>
          </p:cNvPr>
          <p:cNvSpPr txBox="1">
            <a:spLocks/>
          </p:cNvSpPr>
          <p:nvPr/>
        </p:nvSpPr>
        <p:spPr>
          <a:xfrm>
            <a:off x="9145743" y="652595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ACAF18C-C32B-5246-8B79-94468F598665}" type="slidenum">
              <a:rPr lang="en-US" smtClean="0"/>
              <a:pPr/>
              <a:t>86</a:t>
            </a:fld>
            <a:endParaRPr lang="en-US"/>
          </a:p>
        </p:txBody>
      </p:sp>
      <p:grpSp>
        <p:nvGrpSpPr>
          <p:cNvPr id="11" name="Trade Studies Bar - 5 Avionics">
            <a:extLst>
              <a:ext uri="{FF2B5EF4-FFF2-40B4-BE49-F238E27FC236}">
                <a16:creationId xmlns:a16="http://schemas.microsoft.com/office/drawing/2014/main" id="{B97460F2-E3D9-426F-A33D-E9E77F0281AB}"/>
              </a:ext>
            </a:extLst>
          </p:cNvPr>
          <p:cNvGrpSpPr/>
          <p:nvPr/>
        </p:nvGrpSpPr>
        <p:grpSpPr>
          <a:xfrm>
            <a:off x="814349" y="6567742"/>
            <a:ext cx="10563301" cy="276999"/>
            <a:chOff x="790698" y="5902391"/>
            <a:chExt cx="10563301" cy="276999"/>
          </a:xfrm>
        </p:grpSpPr>
        <p:sp>
          <p:nvSpPr>
            <p:cNvPr id="12" name="Segment 0 - Trade Studies">
              <a:extLst>
                <a:ext uri="{FF2B5EF4-FFF2-40B4-BE49-F238E27FC236}">
                  <a16:creationId xmlns:a16="http://schemas.microsoft.com/office/drawing/2014/main" id="{DCD49A8B-458F-EB33-2C15-74AB1E57268C}"/>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4" name="Segment 1 - Propulsion">
              <a:extLst>
                <a:ext uri="{FF2B5EF4-FFF2-40B4-BE49-F238E27FC236}">
                  <a16:creationId xmlns:a16="http://schemas.microsoft.com/office/drawing/2014/main" id="{9A4F8CF2-000A-79B9-A8F0-C360D7F65482}"/>
                </a:ext>
              </a:extLst>
            </p:cNvPr>
            <p:cNvSpPr/>
            <p:nvPr/>
          </p:nvSpPr>
          <p:spPr>
            <a:xfrm>
              <a:off x="268951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Propulsion</a:t>
              </a:r>
            </a:p>
          </p:txBody>
        </p:sp>
        <p:sp>
          <p:nvSpPr>
            <p:cNvPr id="15" name="Segment 2 - Power Systems">
              <a:extLst>
                <a:ext uri="{FF2B5EF4-FFF2-40B4-BE49-F238E27FC236}">
                  <a16:creationId xmlns:a16="http://schemas.microsoft.com/office/drawing/2014/main" id="{49FE2E8B-F47F-2AD8-236A-86411153C638}"/>
                </a:ext>
              </a:extLst>
            </p:cNvPr>
            <p:cNvSpPr/>
            <p:nvPr/>
          </p:nvSpPr>
          <p:spPr>
            <a:xfrm>
              <a:off x="441013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Power Systems</a:t>
              </a:r>
            </a:p>
          </p:txBody>
        </p:sp>
        <p:sp>
          <p:nvSpPr>
            <p:cNvPr id="16" name="Segment 3 - Airframe">
              <a:extLst>
                <a:ext uri="{FF2B5EF4-FFF2-40B4-BE49-F238E27FC236}">
                  <a16:creationId xmlns:a16="http://schemas.microsoft.com/office/drawing/2014/main" id="{5006857A-586E-86AC-75CC-5735A6648AED}"/>
                </a:ext>
              </a:extLst>
            </p:cNvPr>
            <p:cNvSpPr/>
            <p:nvPr/>
          </p:nvSpPr>
          <p:spPr>
            <a:xfrm>
              <a:off x="613074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Airframe</a:t>
              </a:r>
            </a:p>
          </p:txBody>
        </p:sp>
        <p:sp>
          <p:nvSpPr>
            <p:cNvPr id="17" name="Segment 4 - GNC">
              <a:extLst>
                <a:ext uri="{FF2B5EF4-FFF2-40B4-BE49-F238E27FC236}">
                  <a16:creationId xmlns:a16="http://schemas.microsoft.com/office/drawing/2014/main" id="{9889B02C-C823-EA6C-B3E3-CB216E41CADD}"/>
                </a:ext>
              </a:extLst>
            </p:cNvPr>
            <p:cNvSpPr/>
            <p:nvPr/>
          </p:nvSpPr>
          <p:spPr>
            <a:xfrm>
              <a:off x="785136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GNC</a:t>
              </a:r>
            </a:p>
          </p:txBody>
        </p:sp>
        <p:sp>
          <p:nvSpPr>
            <p:cNvPr id="18" name="Segment 5 - Avionics">
              <a:extLst>
                <a:ext uri="{FF2B5EF4-FFF2-40B4-BE49-F238E27FC236}">
                  <a16:creationId xmlns:a16="http://schemas.microsoft.com/office/drawing/2014/main" id="{CEAB01C5-298B-C434-2249-70E44091A016}"/>
                </a:ext>
              </a:extLst>
            </p:cNvPr>
            <p:cNvSpPr/>
            <p:nvPr/>
          </p:nvSpPr>
          <p:spPr>
            <a:xfrm>
              <a:off x="957197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Avionics</a:t>
              </a:r>
            </a:p>
          </p:txBody>
        </p:sp>
      </p:grpSp>
    </p:spTree>
    <p:extLst>
      <p:ext uri="{BB962C8B-B14F-4D97-AF65-F5344CB8AC3E}">
        <p14:creationId xmlns:p14="http://schemas.microsoft.com/office/powerpoint/2010/main" val="402632058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2142A-C742-458A-AB97-D57A36BBC45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F5CD346-F257-0221-8F29-9CC157967113}"/>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D6BE7062-840C-B289-1898-2612460A6FA9}"/>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09C49E29-1F7F-CA0D-C05F-2FCB59CB625D}"/>
              </a:ext>
            </a:extLst>
          </p:cNvPr>
          <p:cNvSpPr txBox="1"/>
          <p:nvPr/>
        </p:nvSpPr>
        <p:spPr>
          <a:xfrm>
            <a:off x="1281748" y="353648"/>
            <a:ext cx="7680960" cy="658368"/>
          </a:xfrm>
          <a:prstGeom prst="rect">
            <a:avLst/>
          </a:prstGeom>
          <a:noFill/>
          <a:ln/>
        </p:spPr>
        <p:txBody>
          <a:bodyPr wrap="square" lIns="0" tIns="0" rIns="0" bIns="0" rtlCol="0" anchor="ctr"/>
          <a:lstStyle/>
          <a:p>
            <a:r>
              <a:rPr lang="en-US" sz="2800" b="1" kern="0" spc="100">
                <a:solidFill>
                  <a:srgbClr val="2B2A28"/>
                </a:solidFill>
                <a:latin typeface="Arial"/>
                <a:cs typeface="Arial"/>
              </a:rPr>
              <a:t>Path Forward</a:t>
            </a:r>
          </a:p>
        </p:txBody>
      </p:sp>
      <p:sp>
        <p:nvSpPr>
          <p:cNvPr id="5" name="Shape 2">
            <a:extLst>
              <a:ext uri="{FF2B5EF4-FFF2-40B4-BE49-F238E27FC236}">
                <a16:creationId xmlns:a16="http://schemas.microsoft.com/office/drawing/2014/main" id="{D03A52CD-E0B1-4D76-2912-A35FA9893E96}"/>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4AA20F40-5CAB-0507-37A4-EB9D4AF1EF23}"/>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graphicFrame>
        <p:nvGraphicFramePr>
          <p:cNvPr id="8" name="Table 7">
            <a:extLst>
              <a:ext uri="{FF2B5EF4-FFF2-40B4-BE49-F238E27FC236}">
                <a16:creationId xmlns:a16="http://schemas.microsoft.com/office/drawing/2014/main" id="{92C43141-619E-8C9B-692A-DCD5E92947CD}"/>
              </a:ext>
            </a:extLst>
          </p:cNvPr>
          <p:cNvGraphicFramePr>
            <a:graphicFrameLocks noGrp="1"/>
          </p:cNvGraphicFramePr>
          <p:nvPr/>
        </p:nvGraphicFramePr>
        <p:xfrm>
          <a:off x="1060938" y="1913089"/>
          <a:ext cx="9553247" cy="4176248"/>
        </p:xfrm>
        <a:graphic>
          <a:graphicData uri="http://schemas.openxmlformats.org/drawingml/2006/table">
            <a:tbl>
              <a:tblPr bandRow="1">
                <a:tableStyleId>{5C22544A-7EE6-4342-B048-85BDC9FD1C3A}</a:tableStyleId>
              </a:tblPr>
              <a:tblGrid>
                <a:gridCol w="3315578">
                  <a:extLst>
                    <a:ext uri="{9D8B030D-6E8A-4147-A177-3AD203B41FA5}">
                      <a16:colId xmlns:a16="http://schemas.microsoft.com/office/drawing/2014/main" val="2753146721"/>
                    </a:ext>
                  </a:extLst>
                </a:gridCol>
                <a:gridCol w="2079223">
                  <a:extLst>
                    <a:ext uri="{9D8B030D-6E8A-4147-A177-3AD203B41FA5}">
                      <a16:colId xmlns:a16="http://schemas.microsoft.com/office/drawing/2014/main" val="227563140"/>
                    </a:ext>
                  </a:extLst>
                </a:gridCol>
                <a:gridCol w="2079223">
                  <a:extLst>
                    <a:ext uri="{9D8B030D-6E8A-4147-A177-3AD203B41FA5}">
                      <a16:colId xmlns:a16="http://schemas.microsoft.com/office/drawing/2014/main" val="12834235"/>
                    </a:ext>
                  </a:extLst>
                </a:gridCol>
                <a:gridCol w="2079223">
                  <a:extLst>
                    <a:ext uri="{9D8B030D-6E8A-4147-A177-3AD203B41FA5}">
                      <a16:colId xmlns:a16="http://schemas.microsoft.com/office/drawing/2014/main" val="418012683"/>
                    </a:ext>
                  </a:extLst>
                </a:gridCol>
              </a:tblGrid>
              <a:tr h="816638">
                <a:tc>
                  <a:txBody>
                    <a:bodyPr/>
                    <a:lstStyle/>
                    <a:p>
                      <a:pPr marL="0" indent="0" algn="l" fontAlgn="base">
                        <a:buNone/>
                      </a:pPr>
                      <a:r>
                        <a:rPr lang="en-US" sz="1050" b="1" i="0">
                          <a:solidFill>
                            <a:srgbClr val="C6890F"/>
                          </a:solidFill>
                          <a:effectLst/>
                          <a:latin typeface="Arial" panose="020B0604020202020204" pitchFamily="34" charset="0"/>
                        </a:rPr>
                        <a:t>PENDING ITEMS</a:t>
                      </a:r>
                      <a:endParaRPr lang="en-US" b="0" i="0">
                        <a:solidFill>
                          <a:srgbClr val="000000"/>
                        </a:solidFill>
                        <a:effectLst/>
                      </a:endParaRP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2B2A28"/>
                    </a:solidFill>
                  </a:tcPr>
                </a:tc>
                <a:tc>
                  <a:txBody>
                    <a:bodyPr/>
                    <a:lstStyle/>
                    <a:p>
                      <a:pPr marL="0" indent="0" algn="ctr" fontAlgn="base">
                        <a:buNone/>
                      </a:pPr>
                      <a:r>
                        <a:rPr lang="en-US" sz="1050" b="1" i="0">
                          <a:solidFill>
                            <a:srgbClr val="C6890F"/>
                          </a:solidFill>
                          <a:effectLst/>
                          <a:latin typeface="Arial" panose="020B0604020202020204" pitchFamily="34" charset="0"/>
                        </a:rPr>
                        <a:t>PLANNED</a:t>
                      </a:r>
                      <a:endParaRPr lang="en-US" b="0" i="0">
                        <a:solidFill>
                          <a:srgbClr val="000000"/>
                        </a:solidFill>
                        <a:effectLst/>
                      </a:endParaRP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2B2A28"/>
                    </a:solidFill>
                  </a:tcPr>
                </a:tc>
                <a:tc>
                  <a:txBody>
                    <a:bodyPr/>
                    <a:lstStyle/>
                    <a:p>
                      <a:pPr marL="0" indent="0" algn="ctr" fontAlgn="base">
                        <a:buNone/>
                      </a:pPr>
                      <a:r>
                        <a:rPr lang="en-US" sz="1050" b="1" i="0">
                          <a:solidFill>
                            <a:srgbClr val="C6890F"/>
                          </a:solidFill>
                          <a:effectLst/>
                          <a:latin typeface="Arial" panose="020B0604020202020204" pitchFamily="34" charset="0"/>
                        </a:rPr>
                        <a:t>REVISED</a:t>
                      </a:r>
                      <a:endParaRPr lang="en-US" b="0" i="0">
                        <a:solidFill>
                          <a:srgbClr val="000000"/>
                        </a:solidFill>
                        <a:effectLst/>
                      </a:endParaRP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2B2A28"/>
                    </a:solidFill>
                  </a:tcPr>
                </a:tc>
                <a:tc>
                  <a:txBody>
                    <a:bodyPr/>
                    <a:lstStyle/>
                    <a:p>
                      <a:pPr marL="0" indent="0" algn="ctr" fontAlgn="base">
                        <a:buNone/>
                      </a:pPr>
                      <a:r>
                        <a:rPr lang="en-US" sz="1050" b="1" i="0">
                          <a:solidFill>
                            <a:srgbClr val="C6890F"/>
                          </a:solidFill>
                          <a:effectLst/>
                          <a:latin typeface="Arial" panose="020B0604020202020204" pitchFamily="34" charset="0"/>
                        </a:rPr>
                        <a:t>COMPLETED</a:t>
                      </a:r>
                      <a:endParaRPr lang="en-US" b="0" i="0">
                        <a:solidFill>
                          <a:srgbClr val="000000"/>
                        </a:solidFill>
                        <a:effectLst/>
                      </a:endParaRP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2B2A28"/>
                    </a:solidFill>
                  </a:tcPr>
                </a:tc>
                <a:extLst>
                  <a:ext uri="{0D108BD9-81ED-4DB2-BD59-A6C34878D82A}">
                    <a16:rowId xmlns:a16="http://schemas.microsoft.com/office/drawing/2014/main" val="999613101"/>
                  </a:ext>
                </a:extLst>
              </a:tr>
              <a:tr h="1100685">
                <a:tc>
                  <a:txBody>
                    <a:bodyPr/>
                    <a:lstStyle/>
                    <a:p>
                      <a:pPr marL="0" lvl="0" indent="0" algn="l">
                        <a:buNone/>
                      </a:pPr>
                      <a:r>
                        <a:rPr lang="en-US" sz="1400" b="0" i="0">
                          <a:solidFill>
                            <a:srgbClr val="000000"/>
                          </a:solidFill>
                          <a:effectLst/>
                          <a:latin typeface="Arial"/>
                        </a:rPr>
                        <a:t>Component Level Trades</a:t>
                      </a:r>
                      <a:endParaRPr lang="en-US" sz="1400"/>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tc>
                  <a:txBody>
                    <a:bodyPr/>
                    <a:lstStyle/>
                    <a:p>
                      <a:pPr marL="0" indent="0" algn="ctr" fontAlgn="base">
                        <a:buNone/>
                      </a:pPr>
                      <a:r>
                        <a:rPr lang="en-US" sz="1400" b="0" i="0">
                          <a:solidFill>
                            <a:srgbClr val="000000"/>
                          </a:solidFill>
                          <a:effectLst/>
                          <a:latin typeface="Arial" panose="020B0604020202020204" pitchFamily="34" charset="0"/>
                        </a:rPr>
                        <a:t>Altimeter, Accelerometer, Camera, GPS Device, Flight Controller, Onboard Computer, OS </a:t>
                      </a: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tc>
                  <a:txBody>
                    <a:bodyPr/>
                    <a:lstStyle/>
                    <a:p>
                      <a:pPr algn="ctr" fontAlgn="ctr">
                        <a:buNone/>
                      </a:pPr>
                      <a:endParaRPr lang="en-US" sz="1100">
                        <a:effectLst/>
                        <a:latin typeface="Arial" panose="020B0604020202020204" pitchFamily="34" charset="0"/>
                        <a:cs typeface="Arial" panose="020B0604020202020204" pitchFamily="34" charset="0"/>
                      </a:endParaRP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tc>
                  <a:txBody>
                    <a:bodyPr/>
                    <a:lstStyle/>
                    <a:p>
                      <a:pPr fontAlgn="ctr">
                        <a:buNone/>
                      </a:pPr>
                      <a:endParaRPr lang="en-US">
                        <a:effectLst/>
                      </a:endParaRP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extLst>
                  <a:ext uri="{0D108BD9-81ED-4DB2-BD59-A6C34878D82A}">
                    <a16:rowId xmlns:a16="http://schemas.microsoft.com/office/drawing/2014/main" val="1765898286"/>
                  </a:ext>
                </a:extLst>
              </a:tr>
              <a:tr h="1100685">
                <a:tc>
                  <a:txBody>
                    <a:bodyPr/>
                    <a:lstStyle/>
                    <a:p>
                      <a:pPr marL="0" lvl="0" indent="0" algn="l">
                        <a:buNone/>
                      </a:pPr>
                      <a:r>
                        <a:rPr lang="en-US" sz="1400" b="0" i="0">
                          <a:solidFill>
                            <a:srgbClr val="000000"/>
                          </a:solidFill>
                          <a:effectLst/>
                          <a:latin typeface="Arial"/>
                        </a:rPr>
                        <a:t>Modelling and Simulation</a:t>
                      </a: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tc>
                  <a:txBody>
                    <a:bodyPr/>
                    <a:lstStyle/>
                    <a:p>
                      <a:pPr marL="0" indent="0" algn="ctr" fontAlgn="base">
                        <a:buNone/>
                      </a:pPr>
                      <a:r>
                        <a:rPr lang="en-US" sz="1400" b="0" i="0">
                          <a:solidFill>
                            <a:srgbClr val="000000"/>
                          </a:solidFill>
                          <a:effectLst/>
                          <a:latin typeface="Arial" panose="020B0604020202020204" pitchFamily="34" charset="0"/>
                          <a:cs typeface="Arial" panose="020B0604020202020204" pitchFamily="34" charset="0"/>
                        </a:rPr>
                        <a:t>Flight controller sensor integration</a:t>
                      </a: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tc>
                  <a:txBody>
                    <a:bodyPr/>
                    <a:lstStyle/>
                    <a:p>
                      <a:pPr fontAlgn="ctr">
                        <a:buNone/>
                      </a:pPr>
                      <a:endParaRPr lang="en-US">
                        <a:effectLst/>
                      </a:endParaRP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tc>
                  <a:txBody>
                    <a:bodyPr/>
                    <a:lstStyle/>
                    <a:p>
                      <a:pPr fontAlgn="ctr">
                        <a:buNone/>
                      </a:pPr>
                      <a:endParaRPr lang="en-US">
                        <a:effectLst/>
                      </a:endParaRP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extLst>
                  <a:ext uri="{0D108BD9-81ED-4DB2-BD59-A6C34878D82A}">
                    <a16:rowId xmlns:a16="http://schemas.microsoft.com/office/drawing/2014/main" val="1042683526"/>
                  </a:ext>
                </a:extLst>
              </a:tr>
              <a:tr h="1100685">
                <a:tc>
                  <a:txBody>
                    <a:bodyPr/>
                    <a:lstStyle/>
                    <a:p>
                      <a:pPr fontAlgn="ctr">
                        <a:buNone/>
                      </a:pPr>
                      <a:r>
                        <a:rPr lang="en-US" sz="1400">
                          <a:effectLst/>
                          <a:latin typeface="Arial" panose="020B0604020202020204" pitchFamily="34" charset="0"/>
                          <a:cs typeface="Arial" panose="020B0604020202020204" pitchFamily="34" charset="0"/>
                        </a:rPr>
                        <a:t>Prototyping</a:t>
                      </a: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tc>
                  <a:txBody>
                    <a:bodyPr/>
                    <a:lstStyle/>
                    <a:p>
                      <a:pPr fontAlgn="ctr">
                        <a:buNone/>
                      </a:pPr>
                      <a:r>
                        <a:rPr lang="en-US" sz="1400">
                          <a:effectLst/>
                          <a:latin typeface="Arial" panose="020B0604020202020204" pitchFamily="34" charset="0"/>
                          <a:cs typeface="Arial" panose="020B0604020202020204" pitchFamily="34" charset="0"/>
                        </a:rPr>
                        <a:t>Electronics layout in Avionics bay</a:t>
                      </a: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tc>
                  <a:txBody>
                    <a:bodyPr/>
                    <a:lstStyle/>
                    <a:p>
                      <a:pPr fontAlgn="ctr">
                        <a:buNone/>
                      </a:pPr>
                      <a:endParaRPr lang="en-US">
                        <a:effectLst/>
                      </a:endParaRP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tc>
                  <a:txBody>
                    <a:bodyPr/>
                    <a:lstStyle/>
                    <a:p>
                      <a:pPr fontAlgn="ctr">
                        <a:buNone/>
                      </a:pPr>
                      <a:endParaRPr lang="en-US">
                        <a:effectLst/>
                      </a:endParaRPr>
                    </a:p>
                  </a:txBody>
                  <a:tcPr anchor="ctr">
                    <a:lnL w="12182" cap="flat" cmpd="sng" algn="ctr">
                      <a:solidFill>
                        <a:srgbClr val="E4D7BC"/>
                      </a:solidFill>
                      <a:prstDash val="solid"/>
                      <a:round/>
                      <a:headEnd type="none" w="med" len="med"/>
                      <a:tailEnd type="none" w="med" len="med"/>
                    </a:lnL>
                    <a:lnR w="12182" cap="flat" cmpd="sng" algn="ctr">
                      <a:solidFill>
                        <a:srgbClr val="E4D7BC"/>
                      </a:solidFill>
                      <a:prstDash val="solid"/>
                      <a:round/>
                      <a:headEnd type="none" w="med" len="med"/>
                      <a:tailEnd type="none" w="med" len="med"/>
                    </a:lnR>
                    <a:lnT w="12182" cap="flat" cmpd="sng" algn="ctr">
                      <a:solidFill>
                        <a:srgbClr val="E4D7BC"/>
                      </a:solidFill>
                      <a:prstDash val="solid"/>
                      <a:round/>
                      <a:headEnd type="none" w="med" len="med"/>
                      <a:tailEnd type="none" w="med" len="med"/>
                    </a:lnT>
                    <a:lnB w="12182" cap="flat" cmpd="sng" algn="ctr">
                      <a:solidFill>
                        <a:srgbClr val="E4D7BC"/>
                      </a:solidFill>
                      <a:prstDash val="solid"/>
                      <a:round/>
                      <a:headEnd type="none" w="med" len="med"/>
                      <a:tailEnd type="none" w="med" len="med"/>
                    </a:lnB>
                    <a:solidFill>
                      <a:srgbClr val="FFFFFF"/>
                    </a:solidFill>
                  </a:tcPr>
                </a:tc>
                <a:extLst>
                  <a:ext uri="{0D108BD9-81ED-4DB2-BD59-A6C34878D82A}">
                    <a16:rowId xmlns:a16="http://schemas.microsoft.com/office/drawing/2014/main" val="709927647"/>
                  </a:ext>
                </a:extLst>
              </a:tr>
            </a:tbl>
          </a:graphicData>
        </a:graphic>
      </p:graphicFrame>
      <p:sp>
        <p:nvSpPr>
          <p:cNvPr id="7" name="Slide Number Placeholder 23">
            <a:extLst>
              <a:ext uri="{FF2B5EF4-FFF2-40B4-BE49-F238E27FC236}">
                <a16:creationId xmlns:a16="http://schemas.microsoft.com/office/drawing/2014/main" id="{D6BE2D93-E4AB-DC56-3C13-ECA3E0A3B387}"/>
              </a:ext>
            </a:extLst>
          </p:cNvPr>
          <p:cNvSpPr txBox="1">
            <a:spLocks/>
          </p:cNvSpPr>
          <p:nvPr/>
        </p:nvSpPr>
        <p:spPr>
          <a:xfrm>
            <a:off x="9145743" y="652595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ACAF18C-C32B-5246-8B79-94468F598665}" type="slidenum">
              <a:rPr lang="en-US" smtClean="0"/>
              <a:pPr/>
              <a:t>87</a:t>
            </a:fld>
            <a:endParaRPr lang="en-US"/>
          </a:p>
        </p:txBody>
      </p:sp>
      <p:grpSp>
        <p:nvGrpSpPr>
          <p:cNvPr id="10" name="Trade Studies Bar - 5 Avionics">
            <a:extLst>
              <a:ext uri="{FF2B5EF4-FFF2-40B4-BE49-F238E27FC236}">
                <a16:creationId xmlns:a16="http://schemas.microsoft.com/office/drawing/2014/main" id="{2EDD634E-ED78-4097-E9D7-CA08DF446988}"/>
              </a:ext>
            </a:extLst>
          </p:cNvPr>
          <p:cNvGrpSpPr/>
          <p:nvPr/>
        </p:nvGrpSpPr>
        <p:grpSpPr>
          <a:xfrm>
            <a:off x="814349" y="6567742"/>
            <a:ext cx="10563301" cy="276999"/>
            <a:chOff x="790698" y="5902391"/>
            <a:chExt cx="10563301" cy="276999"/>
          </a:xfrm>
        </p:grpSpPr>
        <p:sp>
          <p:nvSpPr>
            <p:cNvPr id="11" name="Segment 0 - Trade Studies">
              <a:extLst>
                <a:ext uri="{FF2B5EF4-FFF2-40B4-BE49-F238E27FC236}">
                  <a16:creationId xmlns:a16="http://schemas.microsoft.com/office/drawing/2014/main" id="{BAA83D58-7F60-02F3-8664-55EDB4EEE52B}"/>
                </a:ext>
              </a:extLst>
            </p:cNvPr>
            <p:cNvSpPr/>
            <p:nvPr/>
          </p:nvSpPr>
          <p:spPr>
            <a:xfrm>
              <a:off x="790698" y="5902391"/>
              <a:ext cx="1960226" cy="276999"/>
            </a:xfrm>
            <a:prstGeom prst="homePlate">
              <a:avLst>
                <a:gd name="adj" fmla="val 33000"/>
              </a:avLst>
            </a:prstGeom>
            <a:solidFill>
              <a:srgbClr val="2B2A27"/>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1">
                  <a:solidFill>
                    <a:srgbClr val="C6890F"/>
                  </a:solidFill>
                  <a:latin typeface="Calibri"/>
                </a:rPr>
                <a:t>Trade Studies</a:t>
              </a:r>
            </a:p>
          </p:txBody>
        </p:sp>
        <p:sp>
          <p:nvSpPr>
            <p:cNvPr id="12" name="Segment 1 - Propulsion">
              <a:extLst>
                <a:ext uri="{FF2B5EF4-FFF2-40B4-BE49-F238E27FC236}">
                  <a16:creationId xmlns:a16="http://schemas.microsoft.com/office/drawing/2014/main" id="{1ECB58A7-038B-2CA0-BB71-2668587FA69D}"/>
                </a:ext>
              </a:extLst>
            </p:cNvPr>
            <p:cNvSpPr/>
            <p:nvPr/>
          </p:nvSpPr>
          <p:spPr>
            <a:xfrm>
              <a:off x="268951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Propulsion</a:t>
              </a:r>
            </a:p>
          </p:txBody>
        </p:sp>
        <p:sp>
          <p:nvSpPr>
            <p:cNvPr id="14" name="Segment 2 - Power Systems">
              <a:extLst>
                <a:ext uri="{FF2B5EF4-FFF2-40B4-BE49-F238E27FC236}">
                  <a16:creationId xmlns:a16="http://schemas.microsoft.com/office/drawing/2014/main" id="{5AAFCC9E-81A0-E978-E463-C9F76742F66B}"/>
                </a:ext>
              </a:extLst>
            </p:cNvPr>
            <p:cNvSpPr/>
            <p:nvPr/>
          </p:nvSpPr>
          <p:spPr>
            <a:xfrm>
              <a:off x="441013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Power Systems</a:t>
              </a:r>
            </a:p>
          </p:txBody>
        </p:sp>
        <p:sp>
          <p:nvSpPr>
            <p:cNvPr id="15" name="Segment 3 - Airframe">
              <a:extLst>
                <a:ext uri="{FF2B5EF4-FFF2-40B4-BE49-F238E27FC236}">
                  <a16:creationId xmlns:a16="http://schemas.microsoft.com/office/drawing/2014/main" id="{CF4B40D3-C837-83B6-6A0B-4700D84CF7E1}"/>
                </a:ext>
              </a:extLst>
            </p:cNvPr>
            <p:cNvSpPr/>
            <p:nvPr/>
          </p:nvSpPr>
          <p:spPr>
            <a:xfrm>
              <a:off x="6130745"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Airframe</a:t>
              </a:r>
            </a:p>
          </p:txBody>
        </p:sp>
        <p:sp>
          <p:nvSpPr>
            <p:cNvPr id="16" name="Segment 4 - GNC">
              <a:extLst>
                <a:ext uri="{FF2B5EF4-FFF2-40B4-BE49-F238E27FC236}">
                  <a16:creationId xmlns:a16="http://schemas.microsoft.com/office/drawing/2014/main" id="{2506A2EB-87C4-BB2C-2773-EC6306B70A47}"/>
                </a:ext>
              </a:extLst>
            </p:cNvPr>
            <p:cNvSpPr/>
            <p:nvPr/>
          </p:nvSpPr>
          <p:spPr>
            <a:xfrm>
              <a:off x="7851360" y="5902391"/>
              <a:ext cx="1782024"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GNC</a:t>
              </a:r>
            </a:p>
          </p:txBody>
        </p:sp>
        <p:sp>
          <p:nvSpPr>
            <p:cNvPr id="17" name="Segment 5 - Avionics">
              <a:extLst>
                <a:ext uri="{FF2B5EF4-FFF2-40B4-BE49-F238E27FC236}">
                  <a16:creationId xmlns:a16="http://schemas.microsoft.com/office/drawing/2014/main" id="{3C8BF68F-9613-A25A-C0C5-BEBB1A64E4CB}"/>
                </a:ext>
              </a:extLst>
            </p:cNvPr>
            <p:cNvSpPr/>
            <p:nvPr/>
          </p:nvSpPr>
          <p:spPr>
            <a:xfrm>
              <a:off x="9571975" y="5902391"/>
              <a:ext cx="1782024"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Avionics</a:t>
              </a:r>
            </a:p>
          </p:txBody>
        </p:sp>
      </p:grpSp>
    </p:spTree>
    <p:extLst>
      <p:ext uri="{BB962C8B-B14F-4D97-AF65-F5344CB8AC3E}">
        <p14:creationId xmlns:p14="http://schemas.microsoft.com/office/powerpoint/2010/main" val="230533415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2B2A28"/>
        </a:solidFill>
        <a:effectLst/>
      </p:bgPr>
    </p:bg>
    <p:spTree>
      <p:nvGrpSpPr>
        <p:cNvPr id="1" name="">
          <a:extLst>
            <a:ext uri="{FF2B5EF4-FFF2-40B4-BE49-F238E27FC236}">
              <a16:creationId xmlns:a16="http://schemas.microsoft.com/office/drawing/2014/main" id="{F1FC4BC1-015B-FF52-F3B3-6A691384480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5AA5B91-8DED-79CF-3436-30164FAA432E}"/>
              </a:ext>
            </a:extLst>
          </p:cNvPr>
          <p:cNvSpPr/>
          <p:nvPr/>
        </p:nvSpPr>
        <p:spPr>
          <a:xfrm>
            <a:off x="9648508" y="4754880"/>
            <a:ext cx="408920" cy="408920"/>
          </a:xfrm>
          <a:prstGeom prst="rect">
            <a:avLst/>
          </a:prstGeom>
          <a:ln w="12700">
            <a:solidFill>
              <a:srgbClr val="C6890F">
                <a:alpha val="14000"/>
              </a:srgbClr>
            </a:solidFill>
            <a:prstDash val="solid"/>
          </a:ln>
        </p:spPr>
        <p:txBody>
          <a:bodyPr/>
          <a:lstStyle/>
          <a:p>
            <a:endParaRPr lang="en-US" sz="1800"/>
          </a:p>
        </p:txBody>
      </p:sp>
      <p:sp>
        <p:nvSpPr>
          <p:cNvPr id="3" name="Shape 1">
            <a:extLst>
              <a:ext uri="{FF2B5EF4-FFF2-40B4-BE49-F238E27FC236}">
                <a16:creationId xmlns:a16="http://schemas.microsoft.com/office/drawing/2014/main" id="{AD170058-0F75-24BC-6B2A-0B6590EF71D7}"/>
              </a:ext>
            </a:extLst>
          </p:cNvPr>
          <p:cNvSpPr/>
          <p:nvPr/>
        </p:nvSpPr>
        <p:spPr>
          <a:xfrm>
            <a:off x="10123996" y="4754880"/>
            <a:ext cx="408920" cy="408920"/>
          </a:xfrm>
          <a:prstGeom prst="rect">
            <a:avLst/>
          </a:prstGeom>
          <a:ln w="12700">
            <a:solidFill>
              <a:srgbClr val="C6890F">
                <a:alpha val="14000"/>
              </a:srgbClr>
            </a:solidFill>
            <a:prstDash val="solid"/>
          </a:ln>
        </p:spPr>
        <p:txBody>
          <a:bodyPr/>
          <a:lstStyle/>
          <a:p>
            <a:endParaRPr lang="en-US" sz="1800"/>
          </a:p>
        </p:txBody>
      </p:sp>
      <p:sp>
        <p:nvSpPr>
          <p:cNvPr id="4" name="Shape 2">
            <a:extLst>
              <a:ext uri="{FF2B5EF4-FFF2-40B4-BE49-F238E27FC236}">
                <a16:creationId xmlns:a16="http://schemas.microsoft.com/office/drawing/2014/main" id="{C0F99E17-D92F-03A2-3048-B86B75476106}"/>
              </a:ext>
            </a:extLst>
          </p:cNvPr>
          <p:cNvSpPr/>
          <p:nvPr/>
        </p:nvSpPr>
        <p:spPr>
          <a:xfrm>
            <a:off x="10599484" y="4754880"/>
            <a:ext cx="408920" cy="408920"/>
          </a:xfrm>
          <a:prstGeom prst="rect">
            <a:avLst/>
          </a:prstGeom>
          <a:ln w="12700">
            <a:solidFill>
              <a:srgbClr val="C6890F">
                <a:alpha val="14000"/>
              </a:srgbClr>
            </a:solidFill>
            <a:prstDash val="solid"/>
          </a:ln>
        </p:spPr>
        <p:txBody>
          <a:bodyPr/>
          <a:lstStyle/>
          <a:p>
            <a:endParaRPr lang="en-US" sz="1800"/>
          </a:p>
        </p:txBody>
      </p:sp>
      <p:sp>
        <p:nvSpPr>
          <p:cNvPr id="5" name="Shape 3">
            <a:extLst>
              <a:ext uri="{FF2B5EF4-FFF2-40B4-BE49-F238E27FC236}">
                <a16:creationId xmlns:a16="http://schemas.microsoft.com/office/drawing/2014/main" id="{0DD64BEA-83E1-523E-FEE5-504EDF85CA79}"/>
              </a:ext>
            </a:extLst>
          </p:cNvPr>
          <p:cNvSpPr/>
          <p:nvPr/>
        </p:nvSpPr>
        <p:spPr>
          <a:xfrm>
            <a:off x="11074972" y="4754880"/>
            <a:ext cx="408920" cy="408920"/>
          </a:xfrm>
          <a:prstGeom prst="rect">
            <a:avLst/>
          </a:prstGeom>
          <a:ln w="12700">
            <a:solidFill>
              <a:srgbClr val="C6890F">
                <a:alpha val="14000"/>
              </a:srgbClr>
            </a:solidFill>
            <a:prstDash val="solid"/>
          </a:ln>
        </p:spPr>
        <p:txBody>
          <a:bodyPr/>
          <a:lstStyle/>
          <a:p>
            <a:endParaRPr lang="en-US" sz="1800"/>
          </a:p>
        </p:txBody>
      </p:sp>
      <p:sp>
        <p:nvSpPr>
          <p:cNvPr id="6" name="Shape 4">
            <a:extLst>
              <a:ext uri="{FF2B5EF4-FFF2-40B4-BE49-F238E27FC236}">
                <a16:creationId xmlns:a16="http://schemas.microsoft.com/office/drawing/2014/main" id="{55A56412-20BC-0BA8-6D48-CFF50F3AFE44}"/>
              </a:ext>
            </a:extLst>
          </p:cNvPr>
          <p:cNvSpPr/>
          <p:nvPr/>
        </p:nvSpPr>
        <p:spPr>
          <a:xfrm>
            <a:off x="9648508" y="5230368"/>
            <a:ext cx="408920" cy="408920"/>
          </a:xfrm>
          <a:prstGeom prst="rect">
            <a:avLst/>
          </a:prstGeom>
          <a:ln w="12700">
            <a:solidFill>
              <a:srgbClr val="C6890F">
                <a:alpha val="14000"/>
              </a:srgbClr>
            </a:solidFill>
            <a:prstDash val="solid"/>
          </a:ln>
        </p:spPr>
        <p:txBody>
          <a:bodyPr/>
          <a:lstStyle/>
          <a:p>
            <a:endParaRPr lang="en-US" sz="1800"/>
          </a:p>
        </p:txBody>
      </p:sp>
      <p:sp>
        <p:nvSpPr>
          <p:cNvPr id="7" name="Shape 5">
            <a:extLst>
              <a:ext uri="{FF2B5EF4-FFF2-40B4-BE49-F238E27FC236}">
                <a16:creationId xmlns:a16="http://schemas.microsoft.com/office/drawing/2014/main" id="{895D7D3F-0015-7B39-FB21-B04740D880E2}"/>
              </a:ext>
            </a:extLst>
          </p:cNvPr>
          <p:cNvSpPr/>
          <p:nvPr/>
        </p:nvSpPr>
        <p:spPr>
          <a:xfrm>
            <a:off x="10123996" y="5230368"/>
            <a:ext cx="408920" cy="408920"/>
          </a:xfrm>
          <a:prstGeom prst="rect">
            <a:avLst/>
          </a:prstGeom>
          <a:ln w="12700">
            <a:solidFill>
              <a:srgbClr val="C6890F">
                <a:alpha val="14000"/>
              </a:srgbClr>
            </a:solidFill>
            <a:prstDash val="solid"/>
          </a:ln>
        </p:spPr>
        <p:txBody>
          <a:bodyPr/>
          <a:lstStyle/>
          <a:p>
            <a:endParaRPr lang="en-US" sz="1800"/>
          </a:p>
        </p:txBody>
      </p:sp>
      <p:sp>
        <p:nvSpPr>
          <p:cNvPr id="8" name="Shape 6">
            <a:extLst>
              <a:ext uri="{FF2B5EF4-FFF2-40B4-BE49-F238E27FC236}">
                <a16:creationId xmlns:a16="http://schemas.microsoft.com/office/drawing/2014/main" id="{FD61B7B1-00F6-0565-6933-6B7A099093A8}"/>
              </a:ext>
            </a:extLst>
          </p:cNvPr>
          <p:cNvSpPr/>
          <p:nvPr/>
        </p:nvSpPr>
        <p:spPr>
          <a:xfrm>
            <a:off x="10599484" y="5230368"/>
            <a:ext cx="408920" cy="408920"/>
          </a:xfrm>
          <a:prstGeom prst="rect">
            <a:avLst/>
          </a:prstGeom>
          <a:ln w="12700">
            <a:solidFill>
              <a:srgbClr val="C6890F">
                <a:alpha val="14000"/>
              </a:srgbClr>
            </a:solidFill>
            <a:prstDash val="solid"/>
          </a:ln>
        </p:spPr>
        <p:txBody>
          <a:bodyPr/>
          <a:lstStyle/>
          <a:p>
            <a:endParaRPr lang="en-US" sz="1800"/>
          </a:p>
        </p:txBody>
      </p:sp>
      <p:sp>
        <p:nvSpPr>
          <p:cNvPr id="9" name="Shape 7">
            <a:extLst>
              <a:ext uri="{FF2B5EF4-FFF2-40B4-BE49-F238E27FC236}">
                <a16:creationId xmlns:a16="http://schemas.microsoft.com/office/drawing/2014/main" id="{F7CB6998-3A13-3F04-AC21-4A4FFBEA242C}"/>
              </a:ext>
            </a:extLst>
          </p:cNvPr>
          <p:cNvSpPr/>
          <p:nvPr/>
        </p:nvSpPr>
        <p:spPr>
          <a:xfrm>
            <a:off x="11074972" y="5230368"/>
            <a:ext cx="408920" cy="408920"/>
          </a:xfrm>
          <a:prstGeom prst="rect">
            <a:avLst/>
          </a:prstGeom>
          <a:ln w="12700">
            <a:solidFill>
              <a:srgbClr val="C6890F">
                <a:alpha val="14000"/>
              </a:srgbClr>
            </a:solidFill>
            <a:prstDash val="solid"/>
          </a:ln>
        </p:spPr>
        <p:txBody>
          <a:bodyPr/>
          <a:lstStyle/>
          <a:p>
            <a:endParaRPr lang="en-US" sz="1800"/>
          </a:p>
        </p:txBody>
      </p:sp>
      <p:sp>
        <p:nvSpPr>
          <p:cNvPr id="10" name="Shape 8">
            <a:extLst>
              <a:ext uri="{FF2B5EF4-FFF2-40B4-BE49-F238E27FC236}">
                <a16:creationId xmlns:a16="http://schemas.microsoft.com/office/drawing/2014/main" id="{7AE8BE50-2643-C671-78F9-8AF36DDEC36E}"/>
              </a:ext>
            </a:extLst>
          </p:cNvPr>
          <p:cNvSpPr/>
          <p:nvPr/>
        </p:nvSpPr>
        <p:spPr>
          <a:xfrm>
            <a:off x="9648508" y="5705856"/>
            <a:ext cx="408920" cy="408920"/>
          </a:xfrm>
          <a:prstGeom prst="rect">
            <a:avLst/>
          </a:prstGeom>
          <a:ln w="12700">
            <a:solidFill>
              <a:srgbClr val="C6890F">
                <a:alpha val="14000"/>
              </a:srgbClr>
            </a:solidFill>
            <a:prstDash val="solid"/>
          </a:ln>
        </p:spPr>
        <p:txBody>
          <a:bodyPr/>
          <a:lstStyle/>
          <a:p>
            <a:endParaRPr lang="en-US" sz="1800"/>
          </a:p>
        </p:txBody>
      </p:sp>
      <p:sp>
        <p:nvSpPr>
          <p:cNvPr id="11" name="Shape 9">
            <a:extLst>
              <a:ext uri="{FF2B5EF4-FFF2-40B4-BE49-F238E27FC236}">
                <a16:creationId xmlns:a16="http://schemas.microsoft.com/office/drawing/2014/main" id="{A5147F41-3342-4C24-B052-069690D4704E}"/>
              </a:ext>
            </a:extLst>
          </p:cNvPr>
          <p:cNvSpPr/>
          <p:nvPr/>
        </p:nvSpPr>
        <p:spPr>
          <a:xfrm>
            <a:off x="10123996" y="5705856"/>
            <a:ext cx="408920" cy="408920"/>
          </a:xfrm>
          <a:prstGeom prst="rect">
            <a:avLst/>
          </a:prstGeom>
          <a:ln w="12700">
            <a:solidFill>
              <a:srgbClr val="C6890F">
                <a:alpha val="14000"/>
              </a:srgbClr>
            </a:solidFill>
            <a:prstDash val="solid"/>
          </a:ln>
        </p:spPr>
        <p:txBody>
          <a:bodyPr/>
          <a:lstStyle/>
          <a:p>
            <a:endParaRPr lang="en-US" sz="1800"/>
          </a:p>
        </p:txBody>
      </p:sp>
      <p:sp>
        <p:nvSpPr>
          <p:cNvPr id="12" name="Shape 10">
            <a:extLst>
              <a:ext uri="{FF2B5EF4-FFF2-40B4-BE49-F238E27FC236}">
                <a16:creationId xmlns:a16="http://schemas.microsoft.com/office/drawing/2014/main" id="{8C3924E9-E047-AE03-D5C5-374C16C96C59}"/>
              </a:ext>
            </a:extLst>
          </p:cNvPr>
          <p:cNvSpPr/>
          <p:nvPr/>
        </p:nvSpPr>
        <p:spPr>
          <a:xfrm>
            <a:off x="10599484" y="5705856"/>
            <a:ext cx="408920" cy="408920"/>
          </a:xfrm>
          <a:prstGeom prst="rect">
            <a:avLst/>
          </a:prstGeom>
          <a:ln w="12700">
            <a:solidFill>
              <a:srgbClr val="C6890F">
                <a:alpha val="14000"/>
              </a:srgbClr>
            </a:solidFill>
            <a:prstDash val="solid"/>
          </a:ln>
        </p:spPr>
        <p:txBody>
          <a:bodyPr/>
          <a:lstStyle/>
          <a:p>
            <a:endParaRPr lang="en-US" sz="1800"/>
          </a:p>
        </p:txBody>
      </p:sp>
      <p:sp>
        <p:nvSpPr>
          <p:cNvPr id="13" name="Shape 11">
            <a:extLst>
              <a:ext uri="{FF2B5EF4-FFF2-40B4-BE49-F238E27FC236}">
                <a16:creationId xmlns:a16="http://schemas.microsoft.com/office/drawing/2014/main" id="{86E32367-1CFD-CD24-DB59-E32972E4FE86}"/>
              </a:ext>
            </a:extLst>
          </p:cNvPr>
          <p:cNvSpPr/>
          <p:nvPr/>
        </p:nvSpPr>
        <p:spPr>
          <a:xfrm>
            <a:off x="11074972" y="5705856"/>
            <a:ext cx="408920" cy="408920"/>
          </a:xfrm>
          <a:prstGeom prst="rect">
            <a:avLst/>
          </a:prstGeom>
          <a:ln w="12700">
            <a:solidFill>
              <a:srgbClr val="C6890F">
                <a:alpha val="14000"/>
              </a:srgbClr>
            </a:solidFill>
            <a:prstDash val="solid"/>
          </a:ln>
        </p:spPr>
        <p:txBody>
          <a:bodyPr/>
          <a:lstStyle/>
          <a:p>
            <a:endParaRPr lang="en-US" sz="1800"/>
          </a:p>
        </p:txBody>
      </p:sp>
      <p:sp>
        <p:nvSpPr>
          <p:cNvPr id="14" name="Shape 12">
            <a:extLst>
              <a:ext uri="{FF2B5EF4-FFF2-40B4-BE49-F238E27FC236}">
                <a16:creationId xmlns:a16="http://schemas.microsoft.com/office/drawing/2014/main" id="{CDDED7B6-1B5B-C71B-FF24-E01548C1D4BA}"/>
              </a:ext>
            </a:extLst>
          </p:cNvPr>
          <p:cNvSpPr/>
          <p:nvPr/>
        </p:nvSpPr>
        <p:spPr>
          <a:xfrm>
            <a:off x="9785668"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5" name="Shape 13">
            <a:extLst>
              <a:ext uri="{FF2B5EF4-FFF2-40B4-BE49-F238E27FC236}">
                <a16:creationId xmlns:a16="http://schemas.microsoft.com/office/drawing/2014/main" id="{5963BD96-AC45-200A-616D-D83DE90C12AA}"/>
              </a:ext>
            </a:extLst>
          </p:cNvPr>
          <p:cNvSpPr/>
          <p:nvPr/>
        </p:nvSpPr>
        <p:spPr>
          <a:xfrm>
            <a:off x="9944408" y="798820"/>
            <a:ext cx="249448" cy="249448"/>
          </a:xfrm>
          <a:prstGeom prst="ellipse">
            <a:avLst/>
          </a:prstGeom>
          <a:ln w="28575">
            <a:solidFill>
              <a:srgbClr val="C6890F">
                <a:alpha val="85000"/>
              </a:srgbClr>
            </a:solidFill>
            <a:prstDash val="solid"/>
          </a:ln>
        </p:spPr>
        <p:txBody>
          <a:bodyPr/>
          <a:lstStyle/>
          <a:p>
            <a:endParaRPr lang="en-US" sz="1800"/>
          </a:p>
        </p:txBody>
      </p:sp>
      <p:sp>
        <p:nvSpPr>
          <p:cNvPr id="16" name="Shape 14">
            <a:extLst>
              <a:ext uri="{FF2B5EF4-FFF2-40B4-BE49-F238E27FC236}">
                <a16:creationId xmlns:a16="http://schemas.microsoft.com/office/drawing/2014/main" id="{527A17A8-0D56-ECEB-299A-35685CF2F35D}"/>
              </a:ext>
            </a:extLst>
          </p:cNvPr>
          <p:cNvSpPr/>
          <p:nvPr/>
        </p:nvSpPr>
        <p:spPr>
          <a:xfrm>
            <a:off x="10511336"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7" name="Shape 15">
            <a:extLst>
              <a:ext uri="{FF2B5EF4-FFF2-40B4-BE49-F238E27FC236}">
                <a16:creationId xmlns:a16="http://schemas.microsoft.com/office/drawing/2014/main" id="{90C154F7-9918-67D9-A678-20EB3BD3B36E}"/>
              </a:ext>
            </a:extLst>
          </p:cNvPr>
          <p:cNvSpPr/>
          <p:nvPr/>
        </p:nvSpPr>
        <p:spPr>
          <a:xfrm>
            <a:off x="10670076" y="798820"/>
            <a:ext cx="249448" cy="249448"/>
          </a:xfrm>
          <a:prstGeom prst="ellipse">
            <a:avLst/>
          </a:prstGeom>
          <a:ln w="28575">
            <a:solidFill>
              <a:srgbClr val="C6890F">
                <a:alpha val="85000"/>
              </a:srgbClr>
            </a:solidFill>
            <a:prstDash val="solid"/>
          </a:ln>
        </p:spPr>
        <p:txBody>
          <a:bodyPr/>
          <a:lstStyle/>
          <a:p>
            <a:endParaRPr lang="en-US" sz="1800"/>
          </a:p>
        </p:txBody>
      </p:sp>
      <p:sp>
        <p:nvSpPr>
          <p:cNvPr id="18" name="Shape 16">
            <a:extLst>
              <a:ext uri="{FF2B5EF4-FFF2-40B4-BE49-F238E27FC236}">
                <a16:creationId xmlns:a16="http://schemas.microsoft.com/office/drawing/2014/main" id="{1A45DE0B-97CA-0C77-FDBC-4A0051767A36}"/>
              </a:ext>
            </a:extLst>
          </p:cNvPr>
          <p:cNvSpPr/>
          <p:nvPr/>
        </p:nvSpPr>
        <p:spPr>
          <a:xfrm>
            <a:off x="10749446" y="878190"/>
            <a:ext cx="90708" cy="90708"/>
          </a:xfrm>
          <a:prstGeom prst="ellipse">
            <a:avLst/>
          </a:prstGeom>
          <a:solidFill>
            <a:srgbClr val="2E9BC4">
              <a:alpha val="85000"/>
            </a:srgbClr>
          </a:solidFill>
          <a:ln/>
        </p:spPr>
        <p:txBody>
          <a:bodyPr/>
          <a:lstStyle/>
          <a:p>
            <a:endParaRPr lang="en-US" sz="1800"/>
          </a:p>
        </p:txBody>
      </p:sp>
      <p:sp>
        <p:nvSpPr>
          <p:cNvPr id="21" name="Text 19">
            <a:extLst>
              <a:ext uri="{FF2B5EF4-FFF2-40B4-BE49-F238E27FC236}">
                <a16:creationId xmlns:a16="http://schemas.microsoft.com/office/drawing/2014/main" id="{AFEE14FB-DD7D-9F24-4409-52B685325691}"/>
              </a:ext>
            </a:extLst>
          </p:cNvPr>
          <p:cNvSpPr txBox="1"/>
          <p:nvPr/>
        </p:nvSpPr>
        <p:spPr>
          <a:xfrm>
            <a:off x="641668" y="2194560"/>
            <a:ext cx="8229600" cy="365760"/>
          </a:xfrm>
          <a:prstGeom prst="rect">
            <a:avLst/>
          </a:prstGeom>
          <a:noFill/>
          <a:ln/>
        </p:spPr>
        <p:txBody>
          <a:bodyPr wrap="square" lIns="0" tIns="0" rIns="0" bIns="0" rtlCol="0" anchor="ctr"/>
          <a:lstStyle/>
          <a:p>
            <a:pPr marL="0" indent="0">
              <a:buNone/>
            </a:pPr>
            <a:r>
              <a:rPr lang="en-US" sz="1400" b="1" kern="0" spc="300">
                <a:solidFill>
                  <a:srgbClr val="2E9BC4"/>
                </a:solidFill>
                <a:latin typeface="Arial" pitchFamily="34" charset="0"/>
                <a:ea typeface="Arial" pitchFamily="34" charset="-122"/>
                <a:cs typeface="Arial" pitchFamily="34" charset="-120"/>
              </a:rPr>
              <a:t>SECTION  /  PHASE</a:t>
            </a:r>
            <a:endParaRPr lang="en-US" sz="1400"/>
          </a:p>
        </p:txBody>
      </p:sp>
      <p:sp>
        <p:nvSpPr>
          <p:cNvPr id="22" name="Text 20">
            <a:extLst>
              <a:ext uri="{FF2B5EF4-FFF2-40B4-BE49-F238E27FC236}">
                <a16:creationId xmlns:a16="http://schemas.microsoft.com/office/drawing/2014/main" id="{B0489E93-3D06-08A3-9200-446E71310280}"/>
              </a:ext>
            </a:extLst>
          </p:cNvPr>
          <p:cNvSpPr txBox="1"/>
          <p:nvPr/>
        </p:nvSpPr>
        <p:spPr>
          <a:xfrm>
            <a:off x="605092" y="2651760"/>
            <a:ext cx="10515600" cy="1097280"/>
          </a:xfrm>
          <a:prstGeom prst="rect">
            <a:avLst/>
          </a:prstGeom>
          <a:noFill/>
          <a:ln/>
        </p:spPr>
        <p:txBody>
          <a:bodyPr wrap="square" lIns="0" tIns="0" rIns="0" bIns="0" rtlCol="0" anchor="ctr"/>
          <a:lstStyle/>
          <a:p>
            <a:r>
              <a:rPr lang="en-US" sz="5000" b="1">
                <a:solidFill>
                  <a:srgbClr val="C6890F"/>
                </a:solidFill>
                <a:latin typeface="Arial"/>
                <a:cs typeface="Arial"/>
              </a:rPr>
              <a:t>Current Design Space</a:t>
            </a:r>
          </a:p>
        </p:txBody>
      </p:sp>
      <p:sp>
        <p:nvSpPr>
          <p:cNvPr id="23" name="Shape 21">
            <a:extLst>
              <a:ext uri="{FF2B5EF4-FFF2-40B4-BE49-F238E27FC236}">
                <a16:creationId xmlns:a16="http://schemas.microsoft.com/office/drawing/2014/main" id="{87BF77B5-4930-BDB8-13D0-D4D4983202EB}"/>
              </a:ext>
            </a:extLst>
          </p:cNvPr>
          <p:cNvSpPr/>
          <p:nvPr/>
        </p:nvSpPr>
        <p:spPr>
          <a:xfrm>
            <a:off x="659956" y="3886200"/>
            <a:ext cx="3108960" cy="0"/>
          </a:xfrm>
          <a:prstGeom prst="line">
            <a:avLst/>
          </a:prstGeom>
          <a:noFill/>
          <a:ln w="25400">
            <a:solidFill>
              <a:srgbClr val="C6890F"/>
            </a:solidFill>
            <a:prstDash val="solid"/>
          </a:ln>
        </p:spPr>
        <p:txBody>
          <a:bodyPr/>
          <a:lstStyle/>
          <a:p>
            <a:endParaRPr lang="en-US" sz="1800"/>
          </a:p>
        </p:txBody>
      </p:sp>
      <p:sp>
        <p:nvSpPr>
          <p:cNvPr id="19" name="Slide Number Placeholder 23">
            <a:extLst>
              <a:ext uri="{FF2B5EF4-FFF2-40B4-BE49-F238E27FC236}">
                <a16:creationId xmlns:a16="http://schemas.microsoft.com/office/drawing/2014/main" id="{AD558A34-5F22-A2A3-710B-B13245EA6711}"/>
              </a:ext>
            </a:extLst>
          </p:cNvPr>
          <p:cNvSpPr txBox="1">
            <a:spLocks/>
          </p:cNvSpPr>
          <p:nvPr/>
        </p:nvSpPr>
        <p:spPr>
          <a:xfrm>
            <a:off x="9145743" y="652595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ACAF18C-C32B-5246-8B79-94468F598665}" type="slidenum">
              <a:rPr lang="en-US" smtClean="0">
                <a:solidFill>
                  <a:schemeClr val="bg1"/>
                </a:solidFill>
              </a:rPr>
              <a:pPr/>
              <a:t>88</a:t>
            </a:fld>
            <a:endParaRPr lang="en-US">
              <a:solidFill>
                <a:schemeClr val="bg1"/>
              </a:solidFill>
            </a:endParaRPr>
          </a:p>
        </p:txBody>
      </p:sp>
    </p:spTree>
    <p:extLst>
      <p:ext uri="{BB962C8B-B14F-4D97-AF65-F5344CB8AC3E}">
        <p14:creationId xmlns:p14="http://schemas.microsoft.com/office/powerpoint/2010/main" val="75859901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D5AB3-8997-6C81-0A8E-C23F09B830A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6F830E4-A9FC-4407-E47C-3F5F44410131}"/>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BEA18B6B-DDD6-108F-97A8-899F8E1C92DF}"/>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7D70156F-40CB-41CA-5A51-1B9B80CD67FA}"/>
              </a:ext>
            </a:extLst>
          </p:cNvPr>
          <p:cNvSpPr txBox="1"/>
          <p:nvPr/>
        </p:nvSpPr>
        <p:spPr>
          <a:xfrm>
            <a:off x="1281748" y="365760"/>
            <a:ext cx="7680960" cy="658368"/>
          </a:xfrm>
          <a:prstGeom prst="rect">
            <a:avLst/>
          </a:prstGeom>
          <a:noFill/>
          <a:ln/>
        </p:spPr>
        <p:txBody>
          <a:bodyPr wrap="square" lIns="0" tIns="0" rIns="0" bIns="0" rtlCol="0" anchor="ctr"/>
          <a:lstStyle/>
          <a:p>
            <a:pPr marL="0" indent="0" algn="l">
              <a:buNone/>
            </a:pPr>
            <a:r>
              <a:rPr lang="en-US" sz="2800" b="1">
                <a:latin typeface="Arial" panose="020B0604020202020204" pitchFamily="34" charset="0"/>
                <a:cs typeface="Arial" panose="020B0604020202020204" pitchFamily="34" charset="0"/>
              </a:rPr>
              <a:t>Current Design Space V-SYS</a:t>
            </a:r>
          </a:p>
        </p:txBody>
      </p:sp>
      <p:sp>
        <p:nvSpPr>
          <p:cNvPr id="5" name="Shape 2">
            <a:extLst>
              <a:ext uri="{FF2B5EF4-FFF2-40B4-BE49-F238E27FC236}">
                <a16:creationId xmlns:a16="http://schemas.microsoft.com/office/drawing/2014/main" id="{1C9B25FF-2EDC-BB05-69AD-BB5D72393C99}"/>
              </a:ext>
            </a:extLst>
          </p:cNvPr>
          <p:cNvSpPr/>
          <p:nvPr/>
        </p:nvSpPr>
        <p:spPr>
          <a:xfrm>
            <a:off x="10018207" y="457200"/>
            <a:ext cx="1715133" cy="329184"/>
          </a:xfrm>
          <a:prstGeom prst="roundRect">
            <a:avLst>
              <a:gd name="adj" fmla="val 50000"/>
            </a:avLst>
          </a:prstGeom>
          <a:solidFill>
            <a:srgbClr val="C6890F"/>
          </a:solidFill>
          <a:ln/>
        </p:spPr>
        <p:txBody>
          <a:bodyPr lIns="91440" tIns="45720" rIns="91440" bIns="45720" anchor="ctr"/>
          <a:lstStyle/>
          <a:p>
            <a:pPr algn="ctr"/>
            <a:r>
              <a:rPr lang="en-US" sz="1000" b="1">
                <a:latin typeface="Arial"/>
                <a:cs typeface="Arial"/>
              </a:rPr>
              <a:t>Current Design Space</a:t>
            </a:r>
          </a:p>
        </p:txBody>
      </p:sp>
      <p:sp>
        <p:nvSpPr>
          <p:cNvPr id="10" name="Rounded Rectangle 9">
            <a:extLst>
              <a:ext uri="{FF2B5EF4-FFF2-40B4-BE49-F238E27FC236}">
                <a16:creationId xmlns:a16="http://schemas.microsoft.com/office/drawing/2014/main" id="{BF199279-8477-FBAC-657D-441AA185BDB7}"/>
              </a:ext>
            </a:extLst>
          </p:cNvPr>
          <p:cNvSpPr/>
          <p:nvPr/>
        </p:nvSpPr>
        <p:spPr>
          <a:xfrm>
            <a:off x="458788" y="1495638"/>
            <a:ext cx="5273679" cy="1971261"/>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b="1">
                <a:solidFill>
                  <a:schemeClr val="tx1"/>
                </a:solidFill>
                <a:latin typeface="Arial"/>
                <a:cs typeface="Arial"/>
              </a:rPr>
              <a:t>Propulsion</a:t>
            </a:r>
          </a:p>
          <a:p>
            <a:r>
              <a:rPr lang="en-US" sz="1400" b="1">
                <a:solidFill>
                  <a:srgbClr val="000000"/>
                </a:solidFill>
                <a:latin typeface="Arial"/>
                <a:cs typeface="Arial"/>
              </a:rPr>
              <a:t>Propeller Material: </a:t>
            </a:r>
            <a:r>
              <a:rPr lang="en-US" sz="1400">
                <a:solidFill>
                  <a:schemeClr val="tx1"/>
                </a:solidFill>
                <a:latin typeface="Arial"/>
                <a:cs typeface="Arial"/>
              </a:rPr>
              <a:t>Carbon fiber reinforced nylon​</a:t>
            </a:r>
          </a:p>
          <a:p>
            <a:endParaRPr lang="en-US" sz="1400" b="1">
              <a:solidFill>
                <a:srgbClr val="000000"/>
              </a:solidFill>
              <a:latin typeface="Arial" panose="020B0604020202020204" pitchFamily="34" charset="0"/>
              <a:cs typeface="Arial" panose="020B0604020202020204" pitchFamily="34" charset="0"/>
            </a:endParaRPr>
          </a:p>
          <a:p>
            <a:r>
              <a:rPr lang="en-US" sz="1400" b="1">
                <a:solidFill>
                  <a:srgbClr val="000000"/>
                </a:solidFill>
                <a:latin typeface="Arial"/>
                <a:cs typeface="Arial"/>
              </a:rPr>
              <a:t>Motor Sizing/Power Draw:</a:t>
            </a:r>
            <a:r>
              <a:rPr lang="en-US" sz="1400">
                <a:solidFill>
                  <a:srgbClr val="000000"/>
                </a:solidFill>
                <a:latin typeface="Arial"/>
                <a:cs typeface="Arial"/>
              </a:rPr>
              <a:t> Motor specifications calculator developed in Microsoft Excel</a:t>
            </a:r>
          </a:p>
          <a:p>
            <a:endParaRPr lang="en-US" sz="1400" b="1">
              <a:solidFill>
                <a:srgbClr val="000000"/>
              </a:solidFill>
              <a:latin typeface="Arial" panose="020B0604020202020204" pitchFamily="34" charset="0"/>
              <a:cs typeface="Arial" panose="020B0604020202020204" pitchFamily="34" charset="0"/>
            </a:endParaRPr>
          </a:p>
          <a:p>
            <a:r>
              <a:rPr lang="en-US" sz="1400" b="1">
                <a:solidFill>
                  <a:srgbClr val="000000"/>
                </a:solidFill>
                <a:latin typeface="Arial"/>
                <a:cs typeface="Arial"/>
              </a:rPr>
              <a:t>Propeller Type: </a:t>
            </a:r>
            <a:r>
              <a:rPr lang="en-US" sz="1400">
                <a:solidFill>
                  <a:schemeClr val="tx1"/>
                </a:solidFill>
                <a:latin typeface="Arial"/>
                <a:cs typeface="Arial"/>
              </a:rPr>
              <a:t>7×3.8WSF​ (7 inch, 3.8 inch pitch, Wide Slow Flyer)</a:t>
            </a:r>
            <a:endParaRPr lang="en-US" sz="1400">
              <a:solidFill>
                <a:schemeClr val="tx1"/>
              </a:solidFill>
              <a:latin typeface="Arial" panose="020B0604020202020204" pitchFamily="34" charset="0"/>
              <a:cs typeface="Arial" panose="020B0604020202020204" pitchFamily="34" charset="0"/>
            </a:endParaRPr>
          </a:p>
          <a:p>
            <a:pPr algn="ctr"/>
            <a:endParaRPr lang="en-US" b="1">
              <a:solidFill>
                <a:srgbClr val="FFFFFF"/>
              </a:solidFill>
              <a:latin typeface="Arial" panose="020B0604020202020204" pitchFamily="34" charset="0"/>
              <a:cs typeface="Arial" panose="020B0604020202020204" pitchFamily="34" charset="0"/>
            </a:endParaRPr>
          </a:p>
        </p:txBody>
      </p:sp>
      <p:sp>
        <p:nvSpPr>
          <p:cNvPr id="11" name="Rounded Rectangle 10">
            <a:extLst>
              <a:ext uri="{FF2B5EF4-FFF2-40B4-BE49-F238E27FC236}">
                <a16:creationId xmlns:a16="http://schemas.microsoft.com/office/drawing/2014/main" id="{ECB5E42A-210E-59DF-D6D1-9CF67064F15F}"/>
              </a:ext>
            </a:extLst>
          </p:cNvPr>
          <p:cNvSpPr/>
          <p:nvPr/>
        </p:nvSpPr>
        <p:spPr>
          <a:xfrm>
            <a:off x="3459160" y="3938409"/>
            <a:ext cx="5273679" cy="1971261"/>
          </a:xfrm>
          <a:prstGeom prst="roundRect">
            <a:avLst/>
          </a:prstGeom>
          <a:solidFill>
            <a:srgbClr val="FFED0C"/>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a:solidFill>
                  <a:schemeClr val="tx1"/>
                </a:solidFill>
                <a:latin typeface="Arial" panose="020B0604020202020204" pitchFamily="34" charset="0"/>
                <a:cs typeface="Arial" panose="020B0604020202020204" pitchFamily="34" charset="0"/>
              </a:rPr>
              <a:t>Power Systems</a:t>
            </a:r>
          </a:p>
          <a:p>
            <a:r>
              <a:rPr lang="en-US" sz="1400" b="1">
                <a:solidFill>
                  <a:srgbClr val="000000"/>
                </a:solidFill>
                <a:latin typeface="Arial" panose="020B0604020202020204" pitchFamily="34" charset="0"/>
                <a:cs typeface="Arial" panose="020B0604020202020204" pitchFamily="34" charset="0"/>
              </a:rPr>
              <a:t>Battery Type: </a:t>
            </a:r>
            <a:r>
              <a:rPr lang="en-US" sz="1400">
                <a:solidFill>
                  <a:srgbClr val="000000"/>
                </a:solidFill>
                <a:latin typeface="Arial" panose="020B0604020202020204" pitchFamily="34" charset="0"/>
                <a:cs typeface="Arial" panose="020B0604020202020204" pitchFamily="34" charset="0"/>
              </a:rPr>
              <a:t>Li-Po Battery</a:t>
            </a:r>
            <a:endParaRPr lang="en-US" sz="1400" b="1">
              <a:solidFill>
                <a:srgbClr val="000000"/>
              </a:solidFill>
              <a:latin typeface="Arial" panose="020B0604020202020204" pitchFamily="34" charset="0"/>
              <a:cs typeface="Arial" panose="020B0604020202020204" pitchFamily="34" charset="0"/>
            </a:endParaRPr>
          </a:p>
          <a:p>
            <a:endParaRPr lang="en-US" sz="1400" b="1">
              <a:solidFill>
                <a:srgbClr val="000000"/>
              </a:solidFill>
              <a:latin typeface="Arial" panose="020B0604020202020204" pitchFamily="34" charset="0"/>
              <a:cs typeface="Arial" panose="020B0604020202020204" pitchFamily="34" charset="0"/>
            </a:endParaRPr>
          </a:p>
          <a:p>
            <a:r>
              <a:rPr lang="en-US" sz="1400" b="1">
                <a:solidFill>
                  <a:srgbClr val="000000"/>
                </a:solidFill>
                <a:latin typeface="Arial" panose="020B0604020202020204" pitchFamily="34" charset="0"/>
                <a:cs typeface="Arial" panose="020B0604020202020204" pitchFamily="34" charset="0"/>
              </a:rPr>
              <a:t>PCB Voltage Separator Type:​ </a:t>
            </a:r>
            <a:r>
              <a:rPr lang="en-US" sz="1400">
                <a:solidFill>
                  <a:srgbClr val="000000"/>
                </a:solidFill>
                <a:latin typeface="Arial" panose="020B0604020202020204" pitchFamily="34" charset="0"/>
                <a:cs typeface="Arial" panose="020B0604020202020204" pitchFamily="34" charset="0"/>
              </a:rPr>
              <a:t>3D- Printed PCB</a:t>
            </a:r>
            <a:endParaRPr lang="en-US" sz="1400" b="1">
              <a:solidFill>
                <a:srgbClr val="000000"/>
              </a:solidFill>
              <a:latin typeface="Arial" panose="020B0604020202020204" pitchFamily="34" charset="0"/>
              <a:cs typeface="Arial" panose="020B0604020202020204" pitchFamily="34" charset="0"/>
            </a:endParaRPr>
          </a:p>
          <a:p>
            <a:endParaRPr lang="en-US" sz="1400" b="1">
              <a:solidFill>
                <a:srgbClr val="000000"/>
              </a:solidFill>
              <a:latin typeface="Arial" panose="020B0604020202020204" pitchFamily="34" charset="0"/>
              <a:cs typeface="Arial" panose="020B0604020202020204" pitchFamily="34" charset="0"/>
            </a:endParaRPr>
          </a:p>
          <a:p>
            <a:endParaRPr lang="en-US" sz="1400" b="1">
              <a:solidFill>
                <a:srgbClr val="000000"/>
              </a:solidFill>
              <a:latin typeface="Arial" panose="020B0604020202020204" pitchFamily="34" charset="0"/>
              <a:cs typeface="Arial" panose="020B0604020202020204" pitchFamily="34" charset="0"/>
            </a:endParaRPr>
          </a:p>
          <a:p>
            <a:endParaRPr lang="en-US" sz="1400" b="1">
              <a:solidFill>
                <a:srgbClr val="000000"/>
              </a:solidFill>
              <a:latin typeface="Arial" panose="020B0604020202020204" pitchFamily="34" charset="0"/>
              <a:cs typeface="Arial" panose="020B0604020202020204" pitchFamily="34" charset="0"/>
            </a:endParaRPr>
          </a:p>
          <a:p>
            <a:endParaRPr lang="en-US">
              <a:solidFill>
                <a:srgbClr val="000000"/>
              </a:solidFill>
              <a:latin typeface="Arial" panose="020B0604020202020204" pitchFamily="34" charset="0"/>
              <a:cs typeface="Arial" panose="020B0604020202020204" pitchFamily="34" charset="0"/>
            </a:endParaRPr>
          </a:p>
          <a:p>
            <a:endParaRPr lang="en-US">
              <a:solidFill>
                <a:srgbClr val="000000"/>
              </a:solidFill>
              <a:latin typeface="Arial" panose="020B0604020202020204" pitchFamily="34" charset="0"/>
              <a:cs typeface="Arial" panose="020B0604020202020204" pitchFamily="34" charset="0"/>
            </a:endParaRPr>
          </a:p>
          <a:p>
            <a:endParaRPr lang="en-US">
              <a:solidFill>
                <a:srgbClr val="000000"/>
              </a:solidFill>
              <a:latin typeface="Arial" panose="020B0604020202020204" pitchFamily="34" charset="0"/>
              <a:cs typeface="Arial" panose="020B0604020202020204" pitchFamily="34" charset="0"/>
            </a:endParaRPr>
          </a:p>
          <a:p>
            <a:pPr algn="ctr"/>
            <a:endParaRPr lang="en-US" b="1">
              <a:latin typeface="Arial" panose="020B0604020202020204" pitchFamily="34" charset="0"/>
              <a:cs typeface="Arial" panose="020B0604020202020204" pitchFamily="34" charset="0"/>
            </a:endParaRPr>
          </a:p>
        </p:txBody>
      </p:sp>
      <p:sp>
        <p:nvSpPr>
          <p:cNvPr id="12" name="Rounded Rectangle 11">
            <a:extLst>
              <a:ext uri="{FF2B5EF4-FFF2-40B4-BE49-F238E27FC236}">
                <a16:creationId xmlns:a16="http://schemas.microsoft.com/office/drawing/2014/main" id="{0C1DAC67-94A2-995B-840D-6693BF5C561C}"/>
              </a:ext>
            </a:extLst>
          </p:cNvPr>
          <p:cNvSpPr/>
          <p:nvPr/>
        </p:nvSpPr>
        <p:spPr>
          <a:xfrm>
            <a:off x="6459535" y="1470808"/>
            <a:ext cx="5273679" cy="1971261"/>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b="1">
                <a:solidFill>
                  <a:schemeClr val="tx1"/>
                </a:solidFill>
                <a:latin typeface="Arial"/>
                <a:cs typeface="Arial"/>
              </a:rPr>
              <a:t>Airframe and Aerodynamics</a:t>
            </a:r>
          </a:p>
          <a:p>
            <a:pPr fontAlgn="base"/>
            <a:r>
              <a:rPr lang="en-US" sz="1400" b="1">
                <a:solidFill>
                  <a:schemeClr val="tx1"/>
                </a:solidFill>
                <a:latin typeface="Arial"/>
                <a:cs typeface="Arial"/>
              </a:rPr>
              <a:t>Material Type​: </a:t>
            </a:r>
            <a:r>
              <a:rPr lang="en-US" sz="1400">
                <a:solidFill>
                  <a:schemeClr val="tx1"/>
                </a:solidFill>
                <a:latin typeface="Arial"/>
                <a:cs typeface="Arial"/>
              </a:rPr>
              <a:t>Carbon Fiber Skin 3D Print or Al-6061</a:t>
            </a:r>
          </a:p>
          <a:p>
            <a:pPr fontAlgn="base"/>
            <a:endParaRPr lang="en-US" sz="1400" b="1">
              <a:solidFill>
                <a:schemeClr val="tx1"/>
              </a:solidFill>
              <a:latin typeface="Arial" panose="020B0604020202020204" pitchFamily="34" charset="0"/>
              <a:cs typeface="Arial" panose="020B0604020202020204" pitchFamily="34" charset="0"/>
            </a:endParaRPr>
          </a:p>
          <a:p>
            <a:pPr fontAlgn="base"/>
            <a:r>
              <a:rPr lang="en-US" sz="1400" b="1">
                <a:solidFill>
                  <a:schemeClr val="tx1"/>
                </a:solidFill>
                <a:latin typeface="Arial"/>
                <a:cs typeface="Arial"/>
              </a:rPr>
              <a:t>Shape &amp; Configuration​</a:t>
            </a:r>
            <a:r>
              <a:rPr lang="en-US" sz="1400">
                <a:solidFill>
                  <a:schemeClr val="tx1"/>
                </a:solidFill>
                <a:latin typeface="Arial"/>
                <a:cs typeface="Arial"/>
              </a:rPr>
              <a:t>: X-Shape Quad Rotor </a:t>
            </a:r>
          </a:p>
          <a:p>
            <a:endParaRPr lang="en-US" sz="1400">
              <a:solidFill>
                <a:schemeClr val="tx1"/>
              </a:solidFill>
              <a:latin typeface="Arial" panose="020B0604020202020204" pitchFamily="34" charset="0"/>
              <a:cs typeface="Arial" panose="020B0604020202020204" pitchFamily="34" charset="0"/>
            </a:endParaRPr>
          </a:p>
          <a:p>
            <a:r>
              <a:rPr lang="en-US" sz="1400" b="1">
                <a:solidFill>
                  <a:schemeClr val="tx1"/>
                </a:solidFill>
                <a:latin typeface="Arial"/>
                <a:cs typeface="Arial"/>
              </a:rPr>
              <a:t>Chassis: </a:t>
            </a:r>
            <a:r>
              <a:rPr lang="en-US" sz="1400">
                <a:solidFill>
                  <a:schemeClr val="tx1"/>
                </a:solidFill>
                <a:latin typeface="Arial"/>
                <a:cs typeface="Arial"/>
              </a:rPr>
              <a:t>Egg Shape Chassis </a:t>
            </a:r>
            <a:endParaRPr lang="en-US" sz="1400" b="1">
              <a:solidFill>
                <a:schemeClr val="tx1"/>
              </a:solidFill>
              <a:latin typeface="Arial"/>
              <a:cs typeface="Arial"/>
            </a:endParaRPr>
          </a:p>
          <a:p>
            <a:endParaRPr lang="en-US" sz="1400" b="1">
              <a:solidFill>
                <a:srgbClr val="000000"/>
              </a:solidFill>
              <a:latin typeface="Arial" panose="020B0604020202020204" pitchFamily="34" charset="0"/>
              <a:cs typeface="Arial" panose="020B0604020202020204" pitchFamily="34" charset="0"/>
            </a:endParaRPr>
          </a:p>
          <a:p>
            <a:endParaRPr lang="en-US" sz="1400" b="1">
              <a:solidFill>
                <a:srgbClr val="000000"/>
              </a:solidFill>
              <a:latin typeface="Arial" panose="020B0604020202020204" pitchFamily="34" charset="0"/>
              <a:cs typeface="Arial" panose="020B0604020202020204" pitchFamily="34" charset="0"/>
            </a:endParaRPr>
          </a:p>
          <a:p>
            <a:endParaRPr lang="en-US">
              <a:solidFill>
                <a:srgbClr val="000000"/>
              </a:solidFill>
              <a:latin typeface="Arial" panose="020B0604020202020204" pitchFamily="34" charset="0"/>
              <a:cs typeface="Arial" panose="020B0604020202020204" pitchFamily="34" charset="0"/>
            </a:endParaRPr>
          </a:p>
          <a:p>
            <a:endParaRPr lang="en-US">
              <a:solidFill>
                <a:srgbClr val="000000"/>
              </a:solidFill>
              <a:latin typeface="Arial" panose="020B0604020202020204" pitchFamily="34" charset="0"/>
              <a:cs typeface="Arial" panose="020B0604020202020204" pitchFamily="34" charset="0"/>
            </a:endParaRPr>
          </a:p>
          <a:p>
            <a:endParaRPr lang="en-US">
              <a:solidFill>
                <a:srgbClr val="000000"/>
              </a:solidFill>
              <a:latin typeface="Arial" panose="020B0604020202020204" pitchFamily="34" charset="0"/>
              <a:cs typeface="Arial" panose="020B0604020202020204" pitchFamily="34" charset="0"/>
            </a:endParaRPr>
          </a:p>
          <a:p>
            <a:pPr algn="ctr"/>
            <a:endParaRPr lang="en-US" b="1">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D7695EBC-DB9D-CA79-5CCC-254B90E13577}"/>
              </a:ext>
            </a:extLst>
          </p:cNvPr>
          <p:cNvPicPr>
            <a:picLocks noChangeAspect="1"/>
          </p:cNvPicPr>
          <p:nvPr/>
        </p:nvPicPr>
        <p:blipFill>
          <a:blip r:embed="rId4"/>
          <a:stretch>
            <a:fillRect/>
          </a:stretch>
        </p:blipFill>
        <p:spPr>
          <a:xfrm>
            <a:off x="795746" y="5396257"/>
            <a:ext cx="1768390" cy="1139439"/>
          </a:xfrm>
          <a:prstGeom prst="rect">
            <a:avLst/>
          </a:prstGeom>
        </p:spPr>
      </p:pic>
      <p:pic>
        <p:nvPicPr>
          <p:cNvPr id="13" name="Picture 12" descr="APC 7x3.8WSF Slow Flyer Propeller 7 x 3.8WSF LP07038WSF NEW In Stock SHIPS FAST | eBay">
            <a:extLst>
              <a:ext uri="{FF2B5EF4-FFF2-40B4-BE49-F238E27FC236}">
                <a16:creationId xmlns:a16="http://schemas.microsoft.com/office/drawing/2014/main" id="{DA5B9032-7FA3-7CB7-0DE9-92E4840E0A22}"/>
              </a:ext>
            </a:extLst>
          </p:cNvPr>
          <p:cNvPicPr>
            <a:picLocks noChangeAspect="1"/>
          </p:cNvPicPr>
          <p:nvPr/>
        </p:nvPicPr>
        <p:blipFill>
          <a:blip r:embed="rId5"/>
          <a:stretch>
            <a:fillRect/>
          </a:stretch>
        </p:blipFill>
        <p:spPr>
          <a:xfrm>
            <a:off x="764647" y="3947422"/>
            <a:ext cx="1868607" cy="1157579"/>
          </a:xfrm>
          <a:prstGeom prst="rect">
            <a:avLst/>
          </a:prstGeom>
        </p:spPr>
      </p:pic>
      <p:sp>
        <p:nvSpPr>
          <p:cNvPr id="7" name="TextBox 6">
            <a:extLst>
              <a:ext uri="{FF2B5EF4-FFF2-40B4-BE49-F238E27FC236}">
                <a16:creationId xmlns:a16="http://schemas.microsoft.com/office/drawing/2014/main" id="{E1192AC1-1951-3E44-748E-7031C17F4B45}"/>
              </a:ext>
            </a:extLst>
          </p:cNvPr>
          <p:cNvSpPr txBox="1"/>
          <p:nvPr/>
        </p:nvSpPr>
        <p:spPr>
          <a:xfrm>
            <a:off x="677372" y="5095430"/>
            <a:ext cx="2743199"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a:t>Egg Shape Chassis:</a:t>
            </a:r>
          </a:p>
        </p:txBody>
      </p:sp>
      <p:sp>
        <p:nvSpPr>
          <p:cNvPr id="8" name="TextBox 7">
            <a:extLst>
              <a:ext uri="{FF2B5EF4-FFF2-40B4-BE49-F238E27FC236}">
                <a16:creationId xmlns:a16="http://schemas.microsoft.com/office/drawing/2014/main" id="{0172DBF1-9C53-4C9C-2DED-982208940AD6}"/>
              </a:ext>
            </a:extLst>
          </p:cNvPr>
          <p:cNvSpPr txBox="1"/>
          <p:nvPr/>
        </p:nvSpPr>
        <p:spPr>
          <a:xfrm>
            <a:off x="662643" y="3669878"/>
            <a:ext cx="2459497"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a:latin typeface="Arial"/>
                <a:cs typeface="Arial"/>
              </a:rPr>
              <a:t>7x3.8WSF Propeller:</a:t>
            </a:r>
          </a:p>
          <a:p>
            <a:pPr algn="l"/>
            <a:endParaRPr lang="en-US" sz="1500"/>
          </a:p>
        </p:txBody>
      </p:sp>
      <p:pic>
        <p:nvPicPr>
          <p:cNvPr id="15" name="Picture 14" descr="A drawing of a hexagon with numbers and a square&#10;&#10;AI-generated content may be incorrect.">
            <a:extLst>
              <a:ext uri="{FF2B5EF4-FFF2-40B4-BE49-F238E27FC236}">
                <a16:creationId xmlns:a16="http://schemas.microsoft.com/office/drawing/2014/main" id="{F90A61AF-2E3B-56B8-48AD-2C0D1D45A843}"/>
              </a:ext>
            </a:extLst>
          </p:cNvPr>
          <p:cNvPicPr>
            <a:picLocks noChangeAspect="1"/>
          </p:cNvPicPr>
          <p:nvPr/>
        </p:nvPicPr>
        <p:blipFill>
          <a:blip r:embed="rId6"/>
          <a:stretch>
            <a:fillRect/>
          </a:stretch>
        </p:blipFill>
        <p:spPr>
          <a:xfrm>
            <a:off x="8963350" y="3991004"/>
            <a:ext cx="2428693" cy="2253494"/>
          </a:xfrm>
          <a:prstGeom prst="rect">
            <a:avLst/>
          </a:prstGeom>
        </p:spPr>
      </p:pic>
      <p:sp>
        <p:nvSpPr>
          <p:cNvPr id="16" name="TextBox 15">
            <a:extLst>
              <a:ext uri="{FF2B5EF4-FFF2-40B4-BE49-F238E27FC236}">
                <a16:creationId xmlns:a16="http://schemas.microsoft.com/office/drawing/2014/main" id="{6196653E-06ED-70EF-9260-7357F20A7A45}"/>
              </a:ext>
            </a:extLst>
          </p:cNvPr>
          <p:cNvSpPr txBox="1"/>
          <p:nvPr/>
        </p:nvSpPr>
        <p:spPr>
          <a:xfrm>
            <a:off x="8914127" y="3721798"/>
            <a:ext cx="2425495"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a:t>X-Shape Design:</a:t>
            </a:r>
          </a:p>
        </p:txBody>
      </p:sp>
      <p:grpSp>
        <p:nvGrpSpPr>
          <p:cNvPr id="14" name="Progress Bar - 6 Current Design Space">
            <a:extLst>
              <a:ext uri="{FF2B5EF4-FFF2-40B4-BE49-F238E27FC236}">
                <a16:creationId xmlns:a16="http://schemas.microsoft.com/office/drawing/2014/main" id="{47CC7770-B3E0-D89D-25FB-F3228EFCE79F}"/>
              </a:ext>
            </a:extLst>
          </p:cNvPr>
          <p:cNvGrpSpPr/>
          <p:nvPr/>
        </p:nvGrpSpPr>
        <p:grpSpPr>
          <a:xfrm>
            <a:off x="814350" y="6566666"/>
            <a:ext cx="10563297" cy="276999"/>
            <a:chOff x="790698" y="5902391"/>
            <a:chExt cx="10563297" cy="276999"/>
          </a:xfrm>
        </p:grpSpPr>
        <p:sp>
          <p:nvSpPr>
            <p:cNvPr id="17" name="Section 1 - Background">
              <a:extLst>
                <a:ext uri="{FF2B5EF4-FFF2-40B4-BE49-F238E27FC236}">
                  <a16:creationId xmlns:a16="http://schemas.microsoft.com/office/drawing/2014/main" id="{B6D61489-1F78-D19D-AD5A-2AAC8810F617}"/>
                </a:ext>
              </a:extLst>
            </p:cNvPr>
            <p:cNvSpPr/>
            <p:nvPr/>
          </p:nvSpPr>
          <p:spPr>
            <a:xfrm>
              <a:off x="790698" y="5902391"/>
              <a:ext cx="1374145" cy="276999"/>
            </a:xfrm>
            <a:prstGeom prst="homePlate">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0">
                  <a:solidFill>
                    <a:srgbClr val="FFFFFF"/>
                  </a:solidFill>
                  <a:latin typeface="Calibri"/>
                </a:rPr>
                <a:t>Background</a:t>
              </a:r>
            </a:p>
          </p:txBody>
        </p:sp>
        <p:sp>
          <p:nvSpPr>
            <p:cNvPr id="18" name="Section 2 - ConOps">
              <a:extLst>
                <a:ext uri="{FF2B5EF4-FFF2-40B4-BE49-F238E27FC236}">
                  <a16:creationId xmlns:a16="http://schemas.microsoft.com/office/drawing/2014/main" id="{552E90A8-115E-2CF1-D91D-7903FC87DBBE}"/>
                </a:ext>
              </a:extLst>
            </p:cNvPr>
            <p:cNvSpPr/>
            <p:nvPr/>
          </p:nvSpPr>
          <p:spPr>
            <a:xfrm>
              <a:off x="2103434"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ConOps</a:t>
              </a:r>
            </a:p>
          </p:txBody>
        </p:sp>
        <p:sp>
          <p:nvSpPr>
            <p:cNvPr id="19" name="Section 3 - Block Diagrams">
              <a:extLst>
                <a:ext uri="{FF2B5EF4-FFF2-40B4-BE49-F238E27FC236}">
                  <a16:creationId xmlns:a16="http://schemas.microsoft.com/office/drawing/2014/main" id="{428F4745-0578-F277-D7B7-ACBA876AEA54}"/>
                </a:ext>
              </a:extLst>
            </p:cNvPr>
            <p:cNvSpPr/>
            <p:nvPr/>
          </p:nvSpPr>
          <p:spPr>
            <a:xfrm>
              <a:off x="3416170"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Block Diagrams</a:t>
              </a:r>
            </a:p>
          </p:txBody>
        </p:sp>
        <p:sp>
          <p:nvSpPr>
            <p:cNvPr id="20" name="Section 4 - Key Requirements">
              <a:extLst>
                <a:ext uri="{FF2B5EF4-FFF2-40B4-BE49-F238E27FC236}">
                  <a16:creationId xmlns:a16="http://schemas.microsoft.com/office/drawing/2014/main" id="{DAE86DB0-EF21-7AF7-AA77-4D7243C86B3A}"/>
                </a:ext>
              </a:extLst>
            </p:cNvPr>
            <p:cNvSpPr/>
            <p:nvPr/>
          </p:nvSpPr>
          <p:spPr>
            <a:xfrm>
              <a:off x="4728906" y="5902391"/>
              <a:ext cx="1484077"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Key Requirements</a:t>
              </a:r>
            </a:p>
          </p:txBody>
        </p:sp>
        <p:sp>
          <p:nvSpPr>
            <p:cNvPr id="21" name="Section 5 - Trade Studies">
              <a:extLst>
                <a:ext uri="{FF2B5EF4-FFF2-40B4-BE49-F238E27FC236}">
                  <a16:creationId xmlns:a16="http://schemas.microsoft.com/office/drawing/2014/main" id="{82919743-58E9-C37F-AE52-A3635F6114B7}"/>
                </a:ext>
              </a:extLst>
            </p:cNvPr>
            <p:cNvSpPr/>
            <p:nvPr/>
          </p:nvSpPr>
          <p:spPr>
            <a:xfrm>
              <a:off x="6151574"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Trade Studies</a:t>
              </a:r>
            </a:p>
          </p:txBody>
        </p:sp>
        <p:sp>
          <p:nvSpPr>
            <p:cNvPr id="22" name="Section 6 - Current Design Space">
              <a:extLst>
                <a:ext uri="{FF2B5EF4-FFF2-40B4-BE49-F238E27FC236}">
                  <a16:creationId xmlns:a16="http://schemas.microsoft.com/office/drawing/2014/main" id="{18E5474E-1379-42C5-0A64-208DFA7DDEB7}"/>
                </a:ext>
              </a:extLst>
            </p:cNvPr>
            <p:cNvSpPr/>
            <p:nvPr/>
          </p:nvSpPr>
          <p:spPr>
            <a:xfrm>
              <a:off x="7464310" y="5902391"/>
              <a:ext cx="1594008"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Current Design Space</a:t>
              </a:r>
            </a:p>
          </p:txBody>
        </p:sp>
        <p:sp>
          <p:nvSpPr>
            <p:cNvPr id="23" name="Section 7 - Moving Forward">
              <a:extLst>
                <a:ext uri="{FF2B5EF4-FFF2-40B4-BE49-F238E27FC236}">
                  <a16:creationId xmlns:a16="http://schemas.microsoft.com/office/drawing/2014/main" id="{C4D82591-E192-BAC1-B21C-B471721AE7F9}"/>
                </a:ext>
              </a:extLst>
            </p:cNvPr>
            <p:cNvSpPr/>
            <p:nvPr/>
          </p:nvSpPr>
          <p:spPr>
            <a:xfrm>
              <a:off x="8996909" y="5902391"/>
              <a:ext cx="1415369"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Moving Forward</a:t>
              </a:r>
            </a:p>
          </p:txBody>
        </p:sp>
        <p:sp>
          <p:nvSpPr>
            <p:cNvPr id="24" name="Section 8 - Q &amp; A">
              <a:extLst>
                <a:ext uri="{FF2B5EF4-FFF2-40B4-BE49-F238E27FC236}">
                  <a16:creationId xmlns:a16="http://schemas.microsoft.com/office/drawing/2014/main" id="{A149225D-89F4-4EDF-A12C-EE022F96EBE5}"/>
                </a:ext>
              </a:extLst>
            </p:cNvPr>
            <p:cNvSpPr/>
            <p:nvPr/>
          </p:nvSpPr>
          <p:spPr>
            <a:xfrm>
              <a:off x="10350869" y="5902391"/>
              <a:ext cx="1003126"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Q &amp; A</a:t>
              </a:r>
            </a:p>
          </p:txBody>
        </p:sp>
      </p:grpSp>
      <p:sp>
        <p:nvSpPr>
          <p:cNvPr id="25" name="Slide Number Placeholder 23">
            <a:extLst>
              <a:ext uri="{FF2B5EF4-FFF2-40B4-BE49-F238E27FC236}">
                <a16:creationId xmlns:a16="http://schemas.microsoft.com/office/drawing/2014/main" id="{0F8C25B7-DCC9-7CEA-1D1C-7D4D23472FA7}"/>
              </a:ext>
            </a:extLst>
          </p:cNvPr>
          <p:cNvSpPr txBox="1">
            <a:spLocks/>
          </p:cNvSpPr>
          <p:nvPr/>
        </p:nvSpPr>
        <p:spPr>
          <a:xfrm>
            <a:off x="9145743" y="652595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ACAF18C-C32B-5246-8B79-94468F598665}" type="slidenum">
              <a:rPr lang="en-US" smtClean="0"/>
              <a:pPr/>
              <a:t>89</a:t>
            </a:fld>
            <a:endParaRPr lang="en-US"/>
          </a:p>
        </p:txBody>
      </p:sp>
    </p:spTree>
    <p:extLst>
      <p:ext uri="{BB962C8B-B14F-4D97-AF65-F5344CB8AC3E}">
        <p14:creationId xmlns:p14="http://schemas.microsoft.com/office/powerpoint/2010/main" val="341806192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32FB5-D62B-E19F-0A27-6B44EB53AA0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C6A4350-3622-D982-13A7-5FAF6C1B4720}"/>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46FB84A9-1673-F56D-92DF-E2B67096E0C5}"/>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12D03462-4D69-2CB9-F378-BAEC0C9B9844}"/>
              </a:ext>
            </a:extLst>
          </p:cNvPr>
          <p:cNvSpPr txBox="1"/>
          <p:nvPr/>
        </p:nvSpPr>
        <p:spPr>
          <a:xfrm>
            <a:off x="1281748" y="365760"/>
            <a:ext cx="7680960" cy="658368"/>
          </a:xfrm>
          <a:prstGeom prst="rect">
            <a:avLst/>
          </a:prstGeom>
          <a:noFill/>
          <a:ln/>
        </p:spPr>
        <p:txBody>
          <a:bodyPr wrap="square" lIns="0" tIns="0" rIns="0" bIns="0" rtlCol="0" anchor="ctr"/>
          <a:lstStyle/>
          <a:p>
            <a:r>
              <a:rPr lang="en-US" sz="2800" b="1">
                <a:latin typeface="Arial"/>
                <a:cs typeface="Arial"/>
              </a:rPr>
              <a:t>Current Design Space GNCC</a:t>
            </a:r>
            <a:endParaRPr lang="en-US" sz="2800" b="1">
              <a:latin typeface="Arial" panose="020B0604020202020204" pitchFamily="34" charset="0"/>
              <a:cs typeface="Arial" panose="020B0604020202020204" pitchFamily="34" charset="0"/>
            </a:endParaRPr>
          </a:p>
        </p:txBody>
      </p:sp>
      <p:sp>
        <p:nvSpPr>
          <p:cNvPr id="10" name="Rounded Rectangle 9">
            <a:extLst>
              <a:ext uri="{FF2B5EF4-FFF2-40B4-BE49-F238E27FC236}">
                <a16:creationId xmlns:a16="http://schemas.microsoft.com/office/drawing/2014/main" id="{227AAE6B-AA79-81BA-B0BB-97B02B43FB52}"/>
              </a:ext>
            </a:extLst>
          </p:cNvPr>
          <p:cNvSpPr/>
          <p:nvPr/>
        </p:nvSpPr>
        <p:spPr>
          <a:xfrm>
            <a:off x="458788" y="1495638"/>
            <a:ext cx="5273679" cy="4857613"/>
          </a:xfrm>
          <a:prstGeom prst="roundRect">
            <a:avLst/>
          </a:prstGeom>
          <a:solidFill>
            <a:srgbClr val="FF747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b="1">
                <a:solidFill>
                  <a:schemeClr val="tx1"/>
                </a:solidFill>
                <a:latin typeface="Arial"/>
                <a:cs typeface="Arial"/>
              </a:rPr>
              <a:t>GNC</a:t>
            </a:r>
          </a:p>
          <a:p>
            <a:endParaRPr lang="en-US" sz="1400" b="1">
              <a:solidFill>
                <a:srgbClr val="000000"/>
              </a:solidFill>
              <a:latin typeface="Arial" panose="020B0604020202020204" pitchFamily="34" charset="0"/>
              <a:cs typeface="Arial" panose="020B0604020202020204" pitchFamily="34" charset="0"/>
            </a:endParaRPr>
          </a:p>
          <a:p>
            <a:r>
              <a:rPr lang="en-US" sz="1400" b="1">
                <a:solidFill>
                  <a:srgbClr val="000000"/>
                </a:solidFill>
                <a:latin typeface="Arial"/>
                <a:cs typeface="Arial"/>
              </a:rPr>
              <a:t>Control Laws: </a:t>
            </a:r>
            <a:r>
              <a:rPr lang="en-US" sz="1400">
                <a:solidFill>
                  <a:srgbClr val="000000"/>
                </a:solidFill>
                <a:latin typeface="Arial"/>
                <a:cs typeface="Arial"/>
              </a:rPr>
              <a:t>Cascaded PID (Inner &amp; Outer loops)</a:t>
            </a:r>
            <a:endParaRPr lang="en-US" sz="1400">
              <a:solidFill>
                <a:srgbClr val="000000"/>
              </a:solidFill>
              <a:latin typeface="Arial" panose="020B0604020202020204" pitchFamily="34" charset="0"/>
              <a:cs typeface="Arial" panose="020B0604020202020204" pitchFamily="34" charset="0"/>
            </a:endParaRPr>
          </a:p>
          <a:p>
            <a:endParaRPr lang="en-US" sz="1400" b="1">
              <a:solidFill>
                <a:srgbClr val="000000"/>
              </a:solidFill>
              <a:latin typeface="Arial"/>
              <a:cs typeface="Arial"/>
            </a:endParaRPr>
          </a:p>
          <a:p>
            <a:r>
              <a:rPr lang="en-US" sz="1400" b="1">
                <a:solidFill>
                  <a:srgbClr val="000000"/>
                </a:solidFill>
                <a:latin typeface="Arial"/>
                <a:cs typeface="Arial"/>
              </a:rPr>
              <a:t>Transient Responses: </a:t>
            </a:r>
            <a:r>
              <a:rPr lang="en-US" sz="1400">
                <a:solidFill>
                  <a:srgbClr val="000000"/>
                </a:solidFill>
                <a:latin typeface="Arial"/>
                <a:cs typeface="Arial"/>
              </a:rPr>
              <a:t>Underdamped</a:t>
            </a:r>
            <a:endParaRPr lang="en-US" sz="1400">
              <a:solidFill>
                <a:srgbClr val="000000"/>
              </a:solidFill>
              <a:latin typeface="Arial" panose="020B0604020202020204" pitchFamily="34" charset="0"/>
              <a:cs typeface="Arial" panose="020B0604020202020204" pitchFamily="34" charset="0"/>
            </a:endParaRPr>
          </a:p>
          <a:p>
            <a:endParaRPr lang="en-US" sz="1400" b="1">
              <a:solidFill>
                <a:srgbClr val="000000"/>
              </a:solidFill>
              <a:latin typeface="Arial" panose="020B0604020202020204" pitchFamily="34" charset="0"/>
              <a:cs typeface="Arial" panose="020B0604020202020204" pitchFamily="34" charset="0"/>
            </a:endParaRPr>
          </a:p>
          <a:p>
            <a:r>
              <a:rPr lang="en-US" sz="1400" b="1">
                <a:solidFill>
                  <a:srgbClr val="000000"/>
                </a:solidFill>
                <a:latin typeface="Arial"/>
                <a:cs typeface="Arial"/>
              </a:rPr>
              <a:t>Sensor Fusion Algorithms: </a:t>
            </a:r>
            <a:endParaRPr lang="en-US" sz="1400" b="1">
              <a:solidFill>
                <a:srgbClr val="000000"/>
              </a:solidFill>
              <a:latin typeface="Arial" panose="020B0604020202020204" pitchFamily="34" charset="0"/>
              <a:cs typeface="Arial" panose="020B0604020202020204" pitchFamily="34" charset="0"/>
            </a:endParaRPr>
          </a:p>
          <a:p>
            <a:r>
              <a:rPr lang="en-US" sz="1400">
                <a:solidFill>
                  <a:srgbClr val="000000"/>
                </a:solidFill>
                <a:latin typeface="Arial"/>
                <a:cs typeface="Arial"/>
              </a:rPr>
              <a:t>Extended Kalman Filter (EKF) or Unscented Kalman Filter (UKF)</a:t>
            </a:r>
            <a:endParaRPr lang="en-US" sz="1400">
              <a:solidFill>
                <a:srgbClr val="000000"/>
              </a:solidFill>
              <a:latin typeface="Arial" panose="020B0604020202020204" pitchFamily="34" charset="0"/>
              <a:cs typeface="Arial" panose="020B0604020202020204" pitchFamily="34" charset="0"/>
            </a:endParaRPr>
          </a:p>
          <a:p>
            <a:endParaRPr lang="en-US" sz="1400" b="1">
              <a:solidFill>
                <a:srgbClr val="000000"/>
              </a:solidFill>
              <a:latin typeface="Arial" panose="020B0604020202020204" pitchFamily="34" charset="0"/>
              <a:cs typeface="Arial" panose="020B0604020202020204" pitchFamily="34" charset="0"/>
            </a:endParaRPr>
          </a:p>
          <a:p>
            <a:r>
              <a:rPr lang="en-US" sz="1400" b="1">
                <a:solidFill>
                  <a:srgbClr val="000000"/>
                </a:solidFill>
                <a:latin typeface="Arial"/>
                <a:cs typeface="Arial"/>
              </a:rPr>
              <a:t>Input Types: </a:t>
            </a:r>
            <a:r>
              <a:rPr lang="en-US" sz="1400">
                <a:solidFill>
                  <a:srgbClr val="000000"/>
                </a:solidFill>
                <a:latin typeface="Arial"/>
                <a:cs typeface="Arial"/>
              </a:rPr>
              <a:t>direct thrust and RPM input</a:t>
            </a:r>
            <a:endParaRPr lang="en-US" sz="1400">
              <a:solidFill>
                <a:srgbClr val="000000"/>
              </a:solidFill>
              <a:latin typeface="Arial" panose="020B0604020202020204" pitchFamily="34" charset="0"/>
              <a:cs typeface="Arial" panose="020B0604020202020204" pitchFamily="34" charset="0"/>
            </a:endParaRPr>
          </a:p>
          <a:p>
            <a:endParaRPr lang="en-US" sz="1400" b="1">
              <a:solidFill>
                <a:srgbClr val="000000"/>
              </a:solidFill>
              <a:latin typeface="Arial" panose="020B0604020202020204" pitchFamily="34" charset="0"/>
              <a:cs typeface="Arial" panose="020B0604020202020204" pitchFamily="34" charset="0"/>
            </a:endParaRPr>
          </a:p>
          <a:p>
            <a:r>
              <a:rPr lang="en-US" sz="1400" b="1">
                <a:solidFill>
                  <a:srgbClr val="000000"/>
                </a:solidFill>
                <a:latin typeface="Arial"/>
                <a:cs typeface="Arial"/>
              </a:rPr>
              <a:t>Waypoint guidance algorithm: </a:t>
            </a:r>
            <a:r>
              <a:rPr lang="en-US" sz="1400">
                <a:solidFill>
                  <a:srgbClr val="000000"/>
                </a:solidFill>
                <a:latin typeface="Arial"/>
                <a:cs typeface="Arial"/>
              </a:rPr>
              <a:t>Spline</a:t>
            </a:r>
            <a:endParaRPr lang="en-US" sz="1400">
              <a:solidFill>
                <a:srgbClr val="000000"/>
              </a:solidFill>
              <a:latin typeface="Arial" panose="020B0604020202020204" pitchFamily="34" charset="0"/>
              <a:cs typeface="Arial" panose="020B0604020202020204" pitchFamily="34" charset="0"/>
            </a:endParaRPr>
          </a:p>
          <a:p>
            <a:endParaRPr lang="en-US" sz="1400" b="1">
              <a:solidFill>
                <a:srgbClr val="000000"/>
              </a:solidFill>
              <a:latin typeface="Arial" panose="020B0604020202020204" pitchFamily="34" charset="0"/>
              <a:cs typeface="Arial" panose="020B0604020202020204" pitchFamily="34" charset="0"/>
            </a:endParaRPr>
          </a:p>
          <a:p>
            <a:r>
              <a:rPr lang="en-US" sz="1400" b="1">
                <a:solidFill>
                  <a:srgbClr val="000000"/>
                </a:solidFill>
                <a:latin typeface="Arial"/>
                <a:cs typeface="Arial"/>
              </a:rPr>
              <a:t>Sensor Suite:</a:t>
            </a:r>
            <a:r>
              <a:rPr lang="en-US" sz="1400">
                <a:solidFill>
                  <a:srgbClr val="000000"/>
                </a:solidFill>
                <a:latin typeface="Arial"/>
                <a:cs typeface="Arial"/>
              </a:rPr>
              <a:t> GPS-RTK</a:t>
            </a:r>
          </a:p>
          <a:p>
            <a:pPr marL="285750" indent="-285750">
              <a:buFont typeface="Calibri"/>
              <a:buChar char="-"/>
            </a:pPr>
            <a:r>
              <a:rPr lang="en-US" sz="1400">
                <a:solidFill>
                  <a:srgbClr val="000000"/>
                </a:solidFill>
                <a:latin typeface="Arial"/>
                <a:cs typeface="Arial"/>
              </a:rPr>
              <a:t>Additionally anticipating: IMU, Altimeter, Visual sensor (most likely camera)</a:t>
            </a:r>
            <a:endParaRPr lang="en-US" sz="1400">
              <a:solidFill>
                <a:srgbClr val="000000"/>
              </a:solidFill>
              <a:latin typeface="Arial" panose="020B0604020202020204" pitchFamily="34" charset="0"/>
              <a:cs typeface="Arial" panose="020B0604020202020204" pitchFamily="34" charset="0"/>
            </a:endParaRPr>
          </a:p>
          <a:p>
            <a:endParaRPr lang="en-US" sz="1400" b="1">
              <a:solidFill>
                <a:srgbClr val="000000"/>
              </a:solidFill>
              <a:latin typeface="Arial" panose="020B0604020202020204" pitchFamily="34" charset="0"/>
              <a:cs typeface="Arial" panose="020B0604020202020204" pitchFamily="34" charset="0"/>
            </a:endParaRPr>
          </a:p>
          <a:p>
            <a:endParaRPr lang="en-US">
              <a:solidFill>
                <a:srgbClr val="000000"/>
              </a:solidFill>
              <a:latin typeface="Arial" panose="020B0604020202020204" pitchFamily="34" charset="0"/>
              <a:cs typeface="Arial" panose="020B0604020202020204" pitchFamily="34" charset="0"/>
            </a:endParaRPr>
          </a:p>
          <a:p>
            <a:endParaRPr lang="en-US">
              <a:solidFill>
                <a:srgbClr val="000000"/>
              </a:solidFill>
              <a:latin typeface="Arial" panose="020B0604020202020204" pitchFamily="34" charset="0"/>
              <a:cs typeface="Arial" panose="020B0604020202020204" pitchFamily="34" charset="0"/>
            </a:endParaRPr>
          </a:p>
          <a:p>
            <a:endParaRPr lang="en-US">
              <a:solidFill>
                <a:srgbClr val="000000"/>
              </a:solidFill>
              <a:latin typeface="Arial" panose="020B0604020202020204" pitchFamily="34" charset="0"/>
              <a:cs typeface="Arial" panose="020B0604020202020204" pitchFamily="34" charset="0"/>
            </a:endParaRPr>
          </a:p>
          <a:p>
            <a:pPr algn="ctr"/>
            <a:endParaRPr lang="en-US" b="1">
              <a:solidFill>
                <a:srgbClr val="FFFFFF"/>
              </a:solidFill>
              <a:latin typeface="Arial" panose="020B0604020202020204" pitchFamily="34" charset="0"/>
              <a:cs typeface="Arial" panose="020B0604020202020204" pitchFamily="34" charset="0"/>
            </a:endParaRPr>
          </a:p>
        </p:txBody>
      </p:sp>
      <p:sp>
        <p:nvSpPr>
          <p:cNvPr id="12" name="Rounded Rectangle 11">
            <a:extLst>
              <a:ext uri="{FF2B5EF4-FFF2-40B4-BE49-F238E27FC236}">
                <a16:creationId xmlns:a16="http://schemas.microsoft.com/office/drawing/2014/main" id="{00CD2888-967B-FBE9-1AC3-26C82906AE1F}"/>
              </a:ext>
            </a:extLst>
          </p:cNvPr>
          <p:cNvSpPr/>
          <p:nvPr/>
        </p:nvSpPr>
        <p:spPr>
          <a:xfrm>
            <a:off x="6459535" y="1470808"/>
            <a:ext cx="5273679" cy="4857613"/>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b="1">
                <a:solidFill>
                  <a:schemeClr val="tx1"/>
                </a:solidFill>
                <a:latin typeface="Arial"/>
                <a:cs typeface="Arial"/>
              </a:rPr>
              <a:t>Avionics</a:t>
            </a:r>
          </a:p>
          <a:p>
            <a:pPr fontAlgn="base"/>
            <a:endParaRPr lang="en-US" sz="1400" b="1">
              <a:solidFill>
                <a:schemeClr val="tx1"/>
              </a:solidFill>
              <a:latin typeface="Arial" panose="020B0604020202020204" pitchFamily="34" charset="0"/>
              <a:cs typeface="Arial" panose="020B0604020202020204" pitchFamily="34" charset="0"/>
            </a:endParaRPr>
          </a:p>
          <a:p>
            <a:r>
              <a:rPr lang="en-US" sz="1400" b="1">
                <a:solidFill>
                  <a:schemeClr val="tx1"/>
                </a:solidFill>
                <a:latin typeface="Arial"/>
                <a:cs typeface="Arial"/>
              </a:rPr>
              <a:t>Navigation Method: </a:t>
            </a:r>
            <a:r>
              <a:rPr lang="en-US" sz="1400">
                <a:solidFill>
                  <a:schemeClr val="tx1"/>
                </a:solidFill>
                <a:latin typeface="Arial"/>
                <a:cs typeface="Arial"/>
              </a:rPr>
              <a:t>GNSS-RTK</a:t>
            </a:r>
            <a:endParaRPr lang="en-US" sz="1400">
              <a:solidFill>
                <a:schemeClr val="tx1"/>
              </a:solidFill>
              <a:latin typeface="Arial" panose="020B0604020202020204" pitchFamily="34" charset="0"/>
              <a:cs typeface="Arial" panose="020B0604020202020204" pitchFamily="34" charset="0"/>
            </a:endParaRPr>
          </a:p>
          <a:p>
            <a:endParaRPr lang="en-US" sz="1400">
              <a:solidFill>
                <a:schemeClr val="tx1"/>
              </a:solidFill>
              <a:latin typeface="Arial" panose="020B0604020202020204" pitchFamily="34" charset="0"/>
              <a:cs typeface="Arial" panose="020B0604020202020204" pitchFamily="34" charset="0"/>
            </a:endParaRPr>
          </a:p>
          <a:p>
            <a:r>
              <a:rPr lang="en-US" sz="1400" b="1">
                <a:solidFill>
                  <a:schemeClr val="tx1"/>
                </a:solidFill>
                <a:latin typeface="Arial"/>
                <a:cs typeface="Arial"/>
              </a:rPr>
              <a:t>Communication Protocol: </a:t>
            </a:r>
            <a:r>
              <a:rPr lang="en-US" sz="1400">
                <a:solidFill>
                  <a:schemeClr val="tx1"/>
                </a:solidFill>
                <a:latin typeface="Arial"/>
                <a:cs typeface="Arial"/>
              </a:rPr>
              <a:t>Wi-Fi</a:t>
            </a:r>
          </a:p>
          <a:p>
            <a:endParaRPr lang="en-US" sz="1400" b="1">
              <a:solidFill>
                <a:schemeClr val="tx1"/>
              </a:solidFill>
              <a:latin typeface="Arial" panose="020B0604020202020204" pitchFamily="34" charset="0"/>
              <a:cs typeface="Arial" panose="020B0604020202020204" pitchFamily="34" charset="0"/>
            </a:endParaRPr>
          </a:p>
          <a:p>
            <a:r>
              <a:rPr lang="en-US" sz="1400" b="1">
                <a:solidFill>
                  <a:schemeClr val="tx1"/>
                </a:solidFill>
                <a:latin typeface="Arial"/>
                <a:cs typeface="Arial"/>
              </a:rPr>
              <a:t>Computing Architecture: </a:t>
            </a:r>
          </a:p>
          <a:p>
            <a:r>
              <a:rPr lang="en-US" sz="1400">
                <a:solidFill>
                  <a:schemeClr val="tx1"/>
                </a:solidFill>
                <a:latin typeface="Arial"/>
                <a:cs typeface="Arial"/>
              </a:rPr>
              <a:t>Flight controller + secondary flight computer</a:t>
            </a:r>
            <a:endParaRPr lang="en-US">
              <a:solidFill>
                <a:schemeClr val="tx1"/>
              </a:solidFill>
            </a:endParaRPr>
          </a:p>
          <a:p>
            <a:pPr marL="285750" indent="-285750">
              <a:buFont typeface="Arial"/>
              <a:buChar char="•"/>
            </a:pPr>
            <a:r>
              <a:rPr lang="en-US" sz="1400">
                <a:solidFill>
                  <a:schemeClr val="tx1"/>
                </a:solidFill>
                <a:latin typeface="Arial"/>
                <a:cs typeface="Arial"/>
              </a:rPr>
              <a:t>Anticipated pairing: Pixhawk 6C (controller), NVIDIA Jetson Nano (computer)</a:t>
            </a:r>
          </a:p>
          <a:p>
            <a:endParaRPr lang="en-US" sz="1400" b="1">
              <a:solidFill>
                <a:schemeClr val="tx1"/>
              </a:solidFill>
              <a:latin typeface="Arial" panose="020B0604020202020204" pitchFamily="34" charset="0"/>
              <a:cs typeface="Arial" panose="020B0604020202020204" pitchFamily="34" charset="0"/>
            </a:endParaRPr>
          </a:p>
          <a:p>
            <a:r>
              <a:rPr lang="en-US" sz="1400" b="1">
                <a:solidFill>
                  <a:schemeClr val="tx1"/>
                </a:solidFill>
                <a:latin typeface="Arial"/>
                <a:cs typeface="Arial"/>
              </a:rPr>
              <a:t>Manual Override Architecture: </a:t>
            </a:r>
          </a:p>
          <a:p>
            <a:r>
              <a:rPr lang="en-US" sz="1400">
                <a:solidFill>
                  <a:schemeClr val="tx1"/>
                </a:solidFill>
                <a:latin typeface="Arial"/>
                <a:cs typeface="Arial"/>
              </a:rPr>
              <a:t>Separate RF controller linked to the flight controller</a:t>
            </a:r>
            <a:endParaRPr lang="en-US">
              <a:solidFill>
                <a:schemeClr val="tx1"/>
              </a:solidFill>
            </a:endParaRPr>
          </a:p>
          <a:p>
            <a:endParaRPr lang="en-US" sz="1400">
              <a:solidFill>
                <a:schemeClr val="tx1"/>
              </a:solidFill>
              <a:latin typeface="Arial" panose="020B0604020202020204" pitchFamily="34" charset="0"/>
              <a:cs typeface="Arial" panose="020B0604020202020204" pitchFamily="34" charset="0"/>
            </a:endParaRPr>
          </a:p>
          <a:p>
            <a:r>
              <a:rPr lang="en-US" sz="1400" b="1">
                <a:solidFill>
                  <a:schemeClr val="tx1"/>
                </a:solidFill>
                <a:latin typeface="Arial"/>
                <a:cs typeface="Arial"/>
              </a:rPr>
              <a:t>Data Flow Architecture: </a:t>
            </a:r>
            <a:r>
              <a:rPr lang="en-US" sz="1400">
                <a:solidFill>
                  <a:schemeClr val="tx1"/>
                </a:solidFill>
                <a:latin typeface="Arial"/>
                <a:cs typeface="Arial"/>
              </a:rPr>
              <a:t>Decoupled </a:t>
            </a:r>
            <a:endParaRPr lang="en-US">
              <a:solidFill>
                <a:schemeClr val="tx1"/>
              </a:solidFill>
              <a:latin typeface="Aptos" panose="02110004020202020204"/>
              <a:cs typeface="Arial"/>
            </a:endParaRPr>
          </a:p>
          <a:p>
            <a:pPr marL="285750" indent="-285750">
              <a:buFont typeface="Calibri"/>
              <a:buChar char="-"/>
            </a:pPr>
            <a:r>
              <a:rPr lang="en-US" sz="1400">
                <a:solidFill>
                  <a:schemeClr val="tx1"/>
                </a:solidFill>
                <a:latin typeface="Arial"/>
                <a:cs typeface="Arial"/>
              </a:rPr>
              <a:t>flight controller can operate independently of onboard computer for basic operations</a:t>
            </a:r>
            <a:endParaRPr lang="en-US">
              <a:solidFill>
                <a:schemeClr val="tx1"/>
              </a:solidFill>
            </a:endParaRPr>
          </a:p>
          <a:p>
            <a:endParaRPr lang="en-US" sz="1400">
              <a:solidFill>
                <a:schemeClr val="tx1"/>
              </a:solidFill>
              <a:latin typeface="Arial" panose="020B0604020202020204" pitchFamily="34" charset="0"/>
              <a:cs typeface="Arial" panose="020B0604020202020204" pitchFamily="34" charset="0"/>
            </a:endParaRPr>
          </a:p>
          <a:p>
            <a:endParaRPr lang="en-US">
              <a:solidFill>
                <a:schemeClr val="tx1"/>
              </a:solidFill>
              <a:latin typeface="Arial" panose="020B0604020202020204" pitchFamily="34" charset="0"/>
              <a:cs typeface="Arial" panose="020B0604020202020204" pitchFamily="34" charset="0"/>
            </a:endParaRPr>
          </a:p>
          <a:p>
            <a:endParaRPr lang="en-US">
              <a:solidFill>
                <a:srgbClr val="000000"/>
              </a:solidFill>
              <a:latin typeface="Arial" panose="020B0604020202020204" pitchFamily="34" charset="0"/>
              <a:cs typeface="Arial" panose="020B0604020202020204" pitchFamily="34" charset="0"/>
            </a:endParaRPr>
          </a:p>
          <a:p>
            <a:endParaRPr lang="en-US">
              <a:solidFill>
                <a:srgbClr val="000000"/>
              </a:solidFill>
              <a:latin typeface="Arial" panose="020B0604020202020204" pitchFamily="34" charset="0"/>
              <a:cs typeface="Arial" panose="020B0604020202020204" pitchFamily="34" charset="0"/>
            </a:endParaRPr>
          </a:p>
          <a:p>
            <a:pPr algn="ctr"/>
            <a:endParaRPr lang="en-US" b="1">
              <a:solidFill>
                <a:srgbClr val="FFFFFF"/>
              </a:solidFill>
              <a:latin typeface="Arial" panose="020B0604020202020204" pitchFamily="34" charset="0"/>
              <a:cs typeface="Arial" panose="020B0604020202020204" pitchFamily="34" charset="0"/>
            </a:endParaRPr>
          </a:p>
        </p:txBody>
      </p:sp>
      <p:sp>
        <p:nvSpPr>
          <p:cNvPr id="8" name="Shape 2">
            <a:extLst>
              <a:ext uri="{FF2B5EF4-FFF2-40B4-BE49-F238E27FC236}">
                <a16:creationId xmlns:a16="http://schemas.microsoft.com/office/drawing/2014/main" id="{BCBA81DB-A936-E714-E43B-434734501D7B}"/>
              </a:ext>
            </a:extLst>
          </p:cNvPr>
          <p:cNvSpPr/>
          <p:nvPr/>
        </p:nvSpPr>
        <p:spPr>
          <a:xfrm>
            <a:off x="10018207" y="457200"/>
            <a:ext cx="1715133" cy="329184"/>
          </a:xfrm>
          <a:prstGeom prst="roundRect">
            <a:avLst>
              <a:gd name="adj" fmla="val 50000"/>
            </a:avLst>
          </a:prstGeom>
          <a:solidFill>
            <a:srgbClr val="C6890F"/>
          </a:solidFill>
          <a:ln/>
        </p:spPr>
        <p:txBody>
          <a:bodyPr lIns="91440" tIns="45720" rIns="91440" bIns="45720" anchor="ctr"/>
          <a:lstStyle/>
          <a:p>
            <a:pPr algn="ctr"/>
            <a:r>
              <a:rPr lang="en-US" sz="1000" b="1">
                <a:latin typeface="Arial"/>
                <a:cs typeface="Arial"/>
              </a:rPr>
              <a:t>Current Design Space</a:t>
            </a:r>
          </a:p>
        </p:txBody>
      </p:sp>
      <p:grpSp>
        <p:nvGrpSpPr>
          <p:cNvPr id="5" name="Progress Bar - 6 Current Design Space">
            <a:extLst>
              <a:ext uri="{FF2B5EF4-FFF2-40B4-BE49-F238E27FC236}">
                <a16:creationId xmlns:a16="http://schemas.microsoft.com/office/drawing/2014/main" id="{80769505-2D48-5652-F140-C87B559E2B5D}"/>
              </a:ext>
            </a:extLst>
          </p:cNvPr>
          <p:cNvGrpSpPr/>
          <p:nvPr/>
        </p:nvGrpSpPr>
        <p:grpSpPr>
          <a:xfrm>
            <a:off x="814350" y="6566666"/>
            <a:ext cx="10563297" cy="276999"/>
            <a:chOff x="790698" y="5902391"/>
            <a:chExt cx="10563297" cy="276999"/>
          </a:xfrm>
        </p:grpSpPr>
        <p:sp>
          <p:nvSpPr>
            <p:cNvPr id="7" name="Section 1 - Background">
              <a:extLst>
                <a:ext uri="{FF2B5EF4-FFF2-40B4-BE49-F238E27FC236}">
                  <a16:creationId xmlns:a16="http://schemas.microsoft.com/office/drawing/2014/main" id="{A8E0FD65-3DD2-1C2A-DC6C-B6D4803E172E}"/>
                </a:ext>
              </a:extLst>
            </p:cNvPr>
            <p:cNvSpPr/>
            <p:nvPr/>
          </p:nvSpPr>
          <p:spPr>
            <a:xfrm>
              <a:off x="790698" y="5902391"/>
              <a:ext cx="1374145" cy="276999"/>
            </a:xfrm>
            <a:prstGeom prst="homePlate">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0">
                  <a:solidFill>
                    <a:srgbClr val="FFFFFF"/>
                  </a:solidFill>
                  <a:latin typeface="Calibri"/>
                </a:rPr>
                <a:t>Background</a:t>
              </a:r>
            </a:p>
          </p:txBody>
        </p:sp>
        <p:sp>
          <p:nvSpPr>
            <p:cNvPr id="9" name="Section 2 - ConOps">
              <a:extLst>
                <a:ext uri="{FF2B5EF4-FFF2-40B4-BE49-F238E27FC236}">
                  <a16:creationId xmlns:a16="http://schemas.microsoft.com/office/drawing/2014/main" id="{687C8C6E-82BD-71AF-5909-F62BD85E60A1}"/>
                </a:ext>
              </a:extLst>
            </p:cNvPr>
            <p:cNvSpPr/>
            <p:nvPr/>
          </p:nvSpPr>
          <p:spPr>
            <a:xfrm>
              <a:off x="2103434"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ConOps</a:t>
              </a:r>
            </a:p>
          </p:txBody>
        </p:sp>
        <p:sp>
          <p:nvSpPr>
            <p:cNvPr id="11" name="Section 3 - Block Diagrams">
              <a:extLst>
                <a:ext uri="{FF2B5EF4-FFF2-40B4-BE49-F238E27FC236}">
                  <a16:creationId xmlns:a16="http://schemas.microsoft.com/office/drawing/2014/main" id="{C1535426-9360-8C1A-B837-C046AB56E111}"/>
                </a:ext>
              </a:extLst>
            </p:cNvPr>
            <p:cNvSpPr/>
            <p:nvPr/>
          </p:nvSpPr>
          <p:spPr>
            <a:xfrm>
              <a:off x="3416170"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Block Diagrams</a:t>
              </a:r>
            </a:p>
          </p:txBody>
        </p:sp>
        <p:sp>
          <p:nvSpPr>
            <p:cNvPr id="13" name="Section 4 - Key Requirements">
              <a:extLst>
                <a:ext uri="{FF2B5EF4-FFF2-40B4-BE49-F238E27FC236}">
                  <a16:creationId xmlns:a16="http://schemas.microsoft.com/office/drawing/2014/main" id="{7D27ADF9-0D08-B93D-48E8-11C9018C9C56}"/>
                </a:ext>
              </a:extLst>
            </p:cNvPr>
            <p:cNvSpPr/>
            <p:nvPr/>
          </p:nvSpPr>
          <p:spPr>
            <a:xfrm>
              <a:off x="4728906" y="5902391"/>
              <a:ext cx="1484077"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Key Requirements</a:t>
              </a:r>
            </a:p>
          </p:txBody>
        </p:sp>
        <p:sp>
          <p:nvSpPr>
            <p:cNvPr id="14" name="Section 5 - Trade Studies">
              <a:extLst>
                <a:ext uri="{FF2B5EF4-FFF2-40B4-BE49-F238E27FC236}">
                  <a16:creationId xmlns:a16="http://schemas.microsoft.com/office/drawing/2014/main" id="{7572EB48-8020-0808-90F6-65F254F39259}"/>
                </a:ext>
              </a:extLst>
            </p:cNvPr>
            <p:cNvSpPr/>
            <p:nvPr/>
          </p:nvSpPr>
          <p:spPr>
            <a:xfrm>
              <a:off x="6151574"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Trade Studies</a:t>
              </a:r>
            </a:p>
          </p:txBody>
        </p:sp>
        <p:sp>
          <p:nvSpPr>
            <p:cNvPr id="15" name="Section 6 - Current Design Space">
              <a:extLst>
                <a:ext uri="{FF2B5EF4-FFF2-40B4-BE49-F238E27FC236}">
                  <a16:creationId xmlns:a16="http://schemas.microsoft.com/office/drawing/2014/main" id="{8C060E0A-FC14-BFD9-9631-818E614C78EA}"/>
                </a:ext>
              </a:extLst>
            </p:cNvPr>
            <p:cNvSpPr/>
            <p:nvPr/>
          </p:nvSpPr>
          <p:spPr>
            <a:xfrm>
              <a:off x="7464310" y="5902391"/>
              <a:ext cx="1594008"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Current Design Space</a:t>
              </a:r>
            </a:p>
          </p:txBody>
        </p:sp>
        <p:sp>
          <p:nvSpPr>
            <p:cNvPr id="16" name="Section 7 - Moving Forward">
              <a:extLst>
                <a:ext uri="{FF2B5EF4-FFF2-40B4-BE49-F238E27FC236}">
                  <a16:creationId xmlns:a16="http://schemas.microsoft.com/office/drawing/2014/main" id="{BAF1F0A9-5BF0-E0C7-1F74-5E5716961B34}"/>
                </a:ext>
              </a:extLst>
            </p:cNvPr>
            <p:cNvSpPr/>
            <p:nvPr/>
          </p:nvSpPr>
          <p:spPr>
            <a:xfrm>
              <a:off x="8996909" y="5902391"/>
              <a:ext cx="1415369"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Moving Forward</a:t>
              </a:r>
            </a:p>
          </p:txBody>
        </p:sp>
        <p:sp>
          <p:nvSpPr>
            <p:cNvPr id="17" name="Section 8 - Q &amp; A">
              <a:extLst>
                <a:ext uri="{FF2B5EF4-FFF2-40B4-BE49-F238E27FC236}">
                  <a16:creationId xmlns:a16="http://schemas.microsoft.com/office/drawing/2014/main" id="{BA4ACDA7-AC31-C542-ABE8-B9D3C8252A00}"/>
                </a:ext>
              </a:extLst>
            </p:cNvPr>
            <p:cNvSpPr/>
            <p:nvPr/>
          </p:nvSpPr>
          <p:spPr>
            <a:xfrm>
              <a:off x="10350869" y="5902391"/>
              <a:ext cx="1003126"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Q &amp; A</a:t>
              </a:r>
            </a:p>
          </p:txBody>
        </p:sp>
      </p:grpSp>
      <p:sp>
        <p:nvSpPr>
          <p:cNvPr id="18" name="Slide Number Placeholder 23">
            <a:extLst>
              <a:ext uri="{FF2B5EF4-FFF2-40B4-BE49-F238E27FC236}">
                <a16:creationId xmlns:a16="http://schemas.microsoft.com/office/drawing/2014/main" id="{1DF33E56-B674-E7F5-72C9-D7B465C6DEBA}"/>
              </a:ext>
            </a:extLst>
          </p:cNvPr>
          <p:cNvSpPr txBox="1">
            <a:spLocks/>
          </p:cNvSpPr>
          <p:nvPr/>
        </p:nvSpPr>
        <p:spPr>
          <a:xfrm>
            <a:off x="9145743" y="652595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ACAF18C-C32B-5246-8B79-94468F598665}" type="slidenum">
              <a:rPr lang="en-US" smtClean="0"/>
              <a:pPr/>
              <a:t>90</a:t>
            </a:fld>
            <a:endParaRPr lang="en-US"/>
          </a:p>
        </p:txBody>
      </p:sp>
    </p:spTree>
    <p:extLst>
      <p:ext uri="{BB962C8B-B14F-4D97-AF65-F5344CB8AC3E}">
        <p14:creationId xmlns:p14="http://schemas.microsoft.com/office/powerpoint/2010/main" val="98022142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521F6-7015-66CE-8DB6-30FF01C8D04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D82738F-A773-4745-CB03-936A8E643416}"/>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5035A809-142C-DF37-51B6-0787B6383930}"/>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3FB0CCCD-90BA-6615-AB01-E5012B834043}"/>
              </a:ext>
            </a:extLst>
          </p:cNvPr>
          <p:cNvSpPr txBox="1"/>
          <p:nvPr/>
        </p:nvSpPr>
        <p:spPr>
          <a:xfrm>
            <a:off x="1281748" y="365760"/>
            <a:ext cx="7680960" cy="658368"/>
          </a:xfrm>
          <a:prstGeom prst="rect">
            <a:avLst/>
          </a:prstGeom>
          <a:noFill/>
          <a:ln/>
        </p:spPr>
        <p:txBody>
          <a:bodyPr wrap="square" lIns="0" tIns="0" rIns="0" bIns="0" rtlCol="0" anchor="ctr"/>
          <a:lstStyle/>
          <a:p>
            <a:r>
              <a:rPr lang="en-US" sz="2800" b="1">
                <a:latin typeface="Arial"/>
                <a:cs typeface="Arial"/>
              </a:rPr>
              <a:t>Outstanding Decision Items</a:t>
            </a:r>
          </a:p>
        </p:txBody>
      </p:sp>
      <p:graphicFrame>
        <p:nvGraphicFramePr>
          <p:cNvPr id="8" name="Table 7">
            <a:extLst>
              <a:ext uri="{FF2B5EF4-FFF2-40B4-BE49-F238E27FC236}">
                <a16:creationId xmlns:a16="http://schemas.microsoft.com/office/drawing/2014/main" id="{DE72C24D-FD1B-C311-0649-8FACAD8D6709}"/>
              </a:ext>
            </a:extLst>
          </p:cNvPr>
          <p:cNvGraphicFramePr>
            <a:graphicFrameLocks noGrp="1"/>
          </p:cNvGraphicFramePr>
          <p:nvPr>
            <p:extLst>
              <p:ext uri="{D42A27DB-BD31-4B8C-83A1-F6EECF244321}">
                <p14:modId xmlns:p14="http://schemas.microsoft.com/office/powerpoint/2010/main" val="853848156"/>
              </p:ext>
            </p:extLst>
          </p:nvPr>
        </p:nvGraphicFramePr>
        <p:xfrm>
          <a:off x="711060" y="1140888"/>
          <a:ext cx="10769880" cy="4991004"/>
        </p:xfrm>
        <a:graphic>
          <a:graphicData uri="http://schemas.openxmlformats.org/drawingml/2006/table">
            <a:tbl>
              <a:tblPr firstRow="1" bandRow="1">
                <a:tableStyleId>{5C22544A-7EE6-4342-B048-85BDC9FD1C3A}</a:tableStyleId>
              </a:tblPr>
              <a:tblGrid>
                <a:gridCol w="5384940">
                  <a:extLst>
                    <a:ext uri="{9D8B030D-6E8A-4147-A177-3AD203B41FA5}">
                      <a16:colId xmlns:a16="http://schemas.microsoft.com/office/drawing/2014/main" val="855539329"/>
                    </a:ext>
                  </a:extLst>
                </a:gridCol>
                <a:gridCol w="5384940">
                  <a:extLst>
                    <a:ext uri="{9D8B030D-6E8A-4147-A177-3AD203B41FA5}">
                      <a16:colId xmlns:a16="http://schemas.microsoft.com/office/drawing/2014/main" val="3680426140"/>
                    </a:ext>
                  </a:extLst>
                </a:gridCol>
              </a:tblGrid>
              <a:tr h="831834">
                <a:tc>
                  <a:txBody>
                    <a:bodyPr/>
                    <a:lstStyle/>
                    <a:p>
                      <a:pPr algn="ctr"/>
                      <a:r>
                        <a:rPr lang="en-US">
                          <a:latin typeface="Arial"/>
                          <a:cs typeface="Arial"/>
                        </a:rPr>
                        <a:t>Design Decision</a:t>
                      </a:r>
                    </a:p>
                  </a:txBody>
                  <a:tcPr anchor="ctr"/>
                </a:tc>
                <a:tc>
                  <a:txBody>
                    <a:bodyPr/>
                    <a:lstStyle/>
                    <a:p>
                      <a:pPr algn="ctr"/>
                      <a:r>
                        <a:rPr lang="en-US" sz="1800">
                          <a:latin typeface="Arial"/>
                          <a:cs typeface="Arial"/>
                        </a:rPr>
                        <a:t>Major Stakeholders</a:t>
                      </a:r>
                    </a:p>
                  </a:txBody>
                  <a:tcPr anchor="ctr"/>
                </a:tc>
                <a:extLst>
                  <a:ext uri="{0D108BD9-81ED-4DB2-BD59-A6C34878D82A}">
                    <a16:rowId xmlns:a16="http://schemas.microsoft.com/office/drawing/2014/main" val="2030969331"/>
                  </a:ext>
                </a:extLst>
              </a:tr>
              <a:tr h="831834">
                <a:tc>
                  <a:txBody>
                    <a:bodyPr/>
                    <a:lstStyle/>
                    <a:p>
                      <a:r>
                        <a:rPr lang="en-US">
                          <a:latin typeface="Arial"/>
                          <a:cs typeface="Arial"/>
                        </a:rPr>
                        <a:t>Power Draw and Distribution</a:t>
                      </a:r>
                    </a:p>
                  </a:txBody>
                  <a:tcPr anchor="ctr"/>
                </a:tc>
                <a:tc>
                  <a:txBody>
                    <a:bodyPr/>
                    <a:lstStyle/>
                    <a:p>
                      <a:pPr marL="0" indent="0">
                        <a:buNone/>
                      </a:pPr>
                      <a:r>
                        <a:rPr lang="en-US" sz="1800">
                          <a:latin typeface="Arial"/>
                          <a:cs typeface="Arial"/>
                        </a:rPr>
                        <a:t>Power Systems, Propulsion, Avionics, GNC, </a:t>
                      </a:r>
                    </a:p>
                  </a:txBody>
                  <a:tcPr anchor="ctr"/>
                </a:tc>
                <a:extLst>
                  <a:ext uri="{0D108BD9-81ED-4DB2-BD59-A6C34878D82A}">
                    <a16:rowId xmlns:a16="http://schemas.microsoft.com/office/drawing/2014/main" val="3266007792"/>
                  </a:ext>
                </a:extLst>
              </a:tr>
              <a:tr h="831834">
                <a:tc>
                  <a:txBody>
                    <a:bodyPr/>
                    <a:lstStyle/>
                    <a:p>
                      <a:r>
                        <a:rPr lang="en-US">
                          <a:latin typeface="Arial"/>
                          <a:cs typeface="Arial"/>
                        </a:rPr>
                        <a:t>Component Placement and Mass Allocation</a:t>
                      </a:r>
                    </a:p>
                  </a:txBody>
                  <a:tcPr anchor="ctr"/>
                </a:tc>
                <a:tc>
                  <a:txBody>
                    <a:bodyPr/>
                    <a:lstStyle/>
                    <a:p>
                      <a:pPr marL="0" indent="0">
                        <a:buNone/>
                      </a:pPr>
                      <a:r>
                        <a:rPr lang="en-US" sz="1800">
                          <a:latin typeface="Arial"/>
                          <a:cs typeface="Arial"/>
                        </a:rPr>
                        <a:t>Airframe and Aerodynamics, Avionics, Power Systems, Propulsions</a:t>
                      </a:r>
                    </a:p>
                  </a:txBody>
                  <a:tcPr anchor="ctr"/>
                </a:tc>
                <a:extLst>
                  <a:ext uri="{0D108BD9-81ED-4DB2-BD59-A6C34878D82A}">
                    <a16:rowId xmlns:a16="http://schemas.microsoft.com/office/drawing/2014/main" val="1300347920"/>
                  </a:ext>
                </a:extLst>
              </a:tr>
              <a:tr h="831834">
                <a:tc>
                  <a:txBody>
                    <a:bodyPr/>
                    <a:lstStyle/>
                    <a:p>
                      <a:r>
                        <a:rPr lang="en-US">
                          <a:latin typeface="Arial"/>
                          <a:cs typeface="Arial"/>
                        </a:rPr>
                        <a:t>Data Handling and Error Budget</a:t>
                      </a:r>
                    </a:p>
                  </a:txBody>
                  <a:tcPr anchor="ctr"/>
                </a:tc>
                <a:tc>
                  <a:txBody>
                    <a:bodyPr/>
                    <a:lstStyle/>
                    <a:p>
                      <a:pPr marL="0" indent="0">
                        <a:buNone/>
                      </a:pPr>
                      <a:r>
                        <a:rPr lang="en-US" sz="1800">
                          <a:latin typeface="Arial"/>
                          <a:cs typeface="Arial"/>
                        </a:rPr>
                        <a:t>Avionics, GNC</a:t>
                      </a:r>
                    </a:p>
                  </a:txBody>
                  <a:tcPr anchor="ctr"/>
                </a:tc>
                <a:extLst>
                  <a:ext uri="{0D108BD9-81ED-4DB2-BD59-A6C34878D82A}">
                    <a16:rowId xmlns:a16="http://schemas.microsoft.com/office/drawing/2014/main" val="3247387480"/>
                  </a:ext>
                </a:extLst>
              </a:tr>
              <a:tr h="831834">
                <a:tc>
                  <a:txBody>
                    <a:bodyPr/>
                    <a:lstStyle/>
                    <a:p>
                      <a:r>
                        <a:rPr lang="en-US">
                          <a:latin typeface="Arial"/>
                          <a:cs typeface="Arial"/>
                        </a:rPr>
                        <a:t>Manufacturing Cost and Timeline</a:t>
                      </a:r>
                    </a:p>
                  </a:txBody>
                  <a:tcPr anchor="ctr"/>
                </a:tc>
                <a:tc>
                  <a:txBody>
                    <a:bodyPr/>
                    <a:lstStyle/>
                    <a:p>
                      <a:pPr marL="0" indent="0">
                        <a:buNone/>
                      </a:pPr>
                      <a:r>
                        <a:rPr lang="en-US" sz="1800">
                          <a:latin typeface="Arial"/>
                          <a:cs typeface="Arial"/>
                        </a:rPr>
                        <a:t>Airframe and Aerodynamics, Propulsion, Power Systems</a:t>
                      </a:r>
                    </a:p>
                  </a:txBody>
                  <a:tcPr anchor="ctr"/>
                </a:tc>
                <a:extLst>
                  <a:ext uri="{0D108BD9-81ED-4DB2-BD59-A6C34878D82A}">
                    <a16:rowId xmlns:a16="http://schemas.microsoft.com/office/drawing/2014/main" val="2376816632"/>
                  </a:ext>
                </a:extLst>
              </a:tr>
              <a:tr h="831834">
                <a:tc>
                  <a:txBody>
                    <a:bodyPr/>
                    <a:lstStyle/>
                    <a:p>
                      <a:pPr lvl="0">
                        <a:buNone/>
                      </a:pPr>
                      <a:r>
                        <a:rPr lang="en-US">
                          <a:latin typeface="Arial"/>
                          <a:cs typeface="Arial"/>
                        </a:rPr>
                        <a:t>Vehicle Control Loops</a:t>
                      </a:r>
                    </a:p>
                  </a:txBody>
                  <a:tcPr anchor="ctr"/>
                </a:tc>
                <a:tc>
                  <a:txBody>
                    <a:bodyPr/>
                    <a:lstStyle/>
                    <a:p>
                      <a:pPr marL="0" lvl="0" indent="0">
                        <a:buNone/>
                      </a:pPr>
                      <a:r>
                        <a:rPr lang="en-US" sz="1800">
                          <a:latin typeface="Arial"/>
                          <a:cs typeface="Arial"/>
                        </a:rPr>
                        <a:t>GNC, Propulsion, Avionics</a:t>
                      </a:r>
                    </a:p>
                  </a:txBody>
                  <a:tcPr anchor="ctr"/>
                </a:tc>
                <a:extLst>
                  <a:ext uri="{0D108BD9-81ED-4DB2-BD59-A6C34878D82A}">
                    <a16:rowId xmlns:a16="http://schemas.microsoft.com/office/drawing/2014/main" val="2283872725"/>
                  </a:ext>
                </a:extLst>
              </a:tr>
            </a:tbl>
          </a:graphicData>
        </a:graphic>
      </p:graphicFrame>
      <p:sp>
        <p:nvSpPr>
          <p:cNvPr id="7" name="Shape 2">
            <a:extLst>
              <a:ext uri="{FF2B5EF4-FFF2-40B4-BE49-F238E27FC236}">
                <a16:creationId xmlns:a16="http://schemas.microsoft.com/office/drawing/2014/main" id="{091F0FE6-8805-1801-BE71-7F5151240E9A}"/>
              </a:ext>
            </a:extLst>
          </p:cNvPr>
          <p:cNvSpPr/>
          <p:nvPr/>
        </p:nvSpPr>
        <p:spPr>
          <a:xfrm>
            <a:off x="10018207" y="457200"/>
            <a:ext cx="1715133" cy="329184"/>
          </a:xfrm>
          <a:prstGeom prst="roundRect">
            <a:avLst>
              <a:gd name="adj" fmla="val 50000"/>
            </a:avLst>
          </a:prstGeom>
          <a:solidFill>
            <a:srgbClr val="C6890F"/>
          </a:solidFill>
          <a:ln/>
        </p:spPr>
        <p:txBody>
          <a:bodyPr lIns="91440" tIns="45720" rIns="91440" bIns="45720" anchor="ctr"/>
          <a:lstStyle/>
          <a:p>
            <a:pPr algn="ctr"/>
            <a:r>
              <a:rPr lang="en-US" sz="1000" b="1">
                <a:latin typeface="Arial"/>
                <a:cs typeface="Arial"/>
              </a:rPr>
              <a:t>Current Design Space</a:t>
            </a:r>
          </a:p>
        </p:txBody>
      </p:sp>
      <p:grpSp>
        <p:nvGrpSpPr>
          <p:cNvPr id="5" name="Progress Bar - 6 Current Design Space">
            <a:extLst>
              <a:ext uri="{FF2B5EF4-FFF2-40B4-BE49-F238E27FC236}">
                <a16:creationId xmlns:a16="http://schemas.microsoft.com/office/drawing/2014/main" id="{F1AF0C9C-E439-4EE1-4BEB-BBAB03B23476}"/>
              </a:ext>
            </a:extLst>
          </p:cNvPr>
          <p:cNvGrpSpPr/>
          <p:nvPr/>
        </p:nvGrpSpPr>
        <p:grpSpPr>
          <a:xfrm>
            <a:off x="814350" y="6566666"/>
            <a:ext cx="10563297" cy="276999"/>
            <a:chOff x="790698" y="5902391"/>
            <a:chExt cx="10563297" cy="276999"/>
          </a:xfrm>
        </p:grpSpPr>
        <p:sp>
          <p:nvSpPr>
            <p:cNvPr id="9" name="Section 1 - Background">
              <a:extLst>
                <a:ext uri="{FF2B5EF4-FFF2-40B4-BE49-F238E27FC236}">
                  <a16:creationId xmlns:a16="http://schemas.microsoft.com/office/drawing/2014/main" id="{A96F1BDF-1FB7-A2E3-3558-1F1B820F3040}"/>
                </a:ext>
              </a:extLst>
            </p:cNvPr>
            <p:cNvSpPr/>
            <p:nvPr/>
          </p:nvSpPr>
          <p:spPr>
            <a:xfrm>
              <a:off x="790698" y="5902391"/>
              <a:ext cx="1374145" cy="276999"/>
            </a:xfrm>
            <a:prstGeom prst="homePlate">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0">
                  <a:solidFill>
                    <a:srgbClr val="FFFFFF"/>
                  </a:solidFill>
                  <a:latin typeface="Calibri"/>
                </a:rPr>
                <a:t>Background</a:t>
              </a:r>
            </a:p>
          </p:txBody>
        </p:sp>
        <p:sp>
          <p:nvSpPr>
            <p:cNvPr id="10" name="Section 2 - ConOps">
              <a:extLst>
                <a:ext uri="{FF2B5EF4-FFF2-40B4-BE49-F238E27FC236}">
                  <a16:creationId xmlns:a16="http://schemas.microsoft.com/office/drawing/2014/main" id="{D70E27AC-C147-9B0F-2B00-CAE0E7ECBC1C}"/>
                </a:ext>
              </a:extLst>
            </p:cNvPr>
            <p:cNvSpPr/>
            <p:nvPr/>
          </p:nvSpPr>
          <p:spPr>
            <a:xfrm>
              <a:off x="2103434"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ConOps</a:t>
              </a:r>
            </a:p>
          </p:txBody>
        </p:sp>
        <p:sp>
          <p:nvSpPr>
            <p:cNvPr id="11" name="Section 3 - Block Diagrams">
              <a:extLst>
                <a:ext uri="{FF2B5EF4-FFF2-40B4-BE49-F238E27FC236}">
                  <a16:creationId xmlns:a16="http://schemas.microsoft.com/office/drawing/2014/main" id="{936FB4DB-EF02-AFDF-1AAB-0443D1EA7EDE}"/>
                </a:ext>
              </a:extLst>
            </p:cNvPr>
            <p:cNvSpPr/>
            <p:nvPr/>
          </p:nvSpPr>
          <p:spPr>
            <a:xfrm>
              <a:off x="3416170"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Block Diagrams</a:t>
              </a:r>
            </a:p>
          </p:txBody>
        </p:sp>
        <p:sp>
          <p:nvSpPr>
            <p:cNvPr id="12" name="Section 4 - Key Requirements">
              <a:extLst>
                <a:ext uri="{FF2B5EF4-FFF2-40B4-BE49-F238E27FC236}">
                  <a16:creationId xmlns:a16="http://schemas.microsoft.com/office/drawing/2014/main" id="{94AC076C-CFC7-E4E8-C8C3-A35A18BA8F36}"/>
                </a:ext>
              </a:extLst>
            </p:cNvPr>
            <p:cNvSpPr/>
            <p:nvPr/>
          </p:nvSpPr>
          <p:spPr>
            <a:xfrm>
              <a:off x="4728906" y="5902391"/>
              <a:ext cx="1484077"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Key Requirements</a:t>
              </a:r>
            </a:p>
          </p:txBody>
        </p:sp>
        <p:sp>
          <p:nvSpPr>
            <p:cNvPr id="13" name="Section 5 - Trade Studies">
              <a:extLst>
                <a:ext uri="{FF2B5EF4-FFF2-40B4-BE49-F238E27FC236}">
                  <a16:creationId xmlns:a16="http://schemas.microsoft.com/office/drawing/2014/main" id="{CB876397-CF73-65A2-CB4A-1256EDB3ADB1}"/>
                </a:ext>
              </a:extLst>
            </p:cNvPr>
            <p:cNvSpPr/>
            <p:nvPr/>
          </p:nvSpPr>
          <p:spPr>
            <a:xfrm>
              <a:off x="6151574"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Trade Studies</a:t>
              </a:r>
            </a:p>
          </p:txBody>
        </p:sp>
        <p:sp>
          <p:nvSpPr>
            <p:cNvPr id="14" name="Section 6 - Current Design Space">
              <a:extLst>
                <a:ext uri="{FF2B5EF4-FFF2-40B4-BE49-F238E27FC236}">
                  <a16:creationId xmlns:a16="http://schemas.microsoft.com/office/drawing/2014/main" id="{F1F7D48C-2D68-297D-F766-C082B86CE7E9}"/>
                </a:ext>
              </a:extLst>
            </p:cNvPr>
            <p:cNvSpPr/>
            <p:nvPr/>
          </p:nvSpPr>
          <p:spPr>
            <a:xfrm>
              <a:off x="7464310" y="5902391"/>
              <a:ext cx="1594008"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Current Design Space</a:t>
              </a:r>
            </a:p>
          </p:txBody>
        </p:sp>
        <p:sp>
          <p:nvSpPr>
            <p:cNvPr id="15" name="Section 7 - Moving Forward">
              <a:extLst>
                <a:ext uri="{FF2B5EF4-FFF2-40B4-BE49-F238E27FC236}">
                  <a16:creationId xmlns:a16="http://schemas.microsoft.com/office/drawing/2014/main" id="{2A54DA8C-DFA7-D5A8-5242-72AD5A180620}"/>
                </a:ext>
              </a:extLst>
            </p:cNvPr>
            <p:cNvSpPr/>
            <p:nvPr/>
          </p:nvSpPr>
          <p:spPr>
            <a:xfrm>
              <a:off x="8996909" y="5902391"/>
              <a:ext cx="1415369"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Moving Forward</a:t>
              </a:r>
            </a:p>
          </p:txBody>
        </p:sp>
        <p:sp>
          <p:nvSpPr>
            <p:cNvPr id="16" name="Section 8 - Q &amp; A">
              <a:extLst>
                <a:ext uri="{FF2B5EF4-FFF2-40B4-BE49-F238E27FC236}">
                  <a16:creationId xmlns:a16="http://schemas.microsoft.com/office/drawing/2014/main" id="{48B3633B-3FFD-6114-1A78-32685A61997F}"/>
                </a:ext>
              </a:extLst>
            </p:cNvPr>
            <p:cNvSpPr/>
            <p:nvPr/>
          </p:nvSpPr>
          <p:spPr>
            <a:xfrm>
              <a:off x="10350869" y="5902391"/>
              <a:ext cx="1003126"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Q &amp; A</a:t>
              </a:r>
            </a:p>
          </p:txBody>
        </p:sp>
      </p:grpSp>
      <p:sp>
        <p:nvSpPr>
          <p:cNvPr id="17" name="Slide Number Placeholder 23">
            <a:extLst>
              <a:ext uri="{FF2B5EF4-FFF2-40B4-BE49-F238E27FC236}">
                <a16:creationId xmlns:a16="http://schemas.microsoft.com/office/drawing/2014/main" id="{51D585B2-D920-A17C-C543-66090D0A3196}"/>
              </a:ext>
            </a:extLst>
          </p:cNvPr>
          <p:cNvSpPr txBox="1">
            <a:spLocks/>
          </p:cNvSpPr>
          <p:nvPr/>
        </p:nvSpPr>
        <p:spPr>
          <a:xfrm>
            <a:off x="9145743" y="652595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ACAF18C-C32B-5246-8B79-94468F598665}" type="slidenum">
              <a:rPr lang="en-US" smtClean="0"/>
              <a:pPr/>
              <a:t>91</a:t>
            </a:fld>
            <a:endParaRPr lang="en-US"/>
          </a:p>
        </p:txBody>
      </p:sp>
    </p:spTree>
    <p:extLst>
      <p:ext uri="{BB962C8B-B14F-4D97-AF65-F5344CB8AC3E}">
        <p14:creationId xmlns:p14="http://schemas.microsoft.com/office/powerpoint/2010/main" val="267563733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2B2A28"/>
        </a:solidFill>
        <a:effectLst/>
      </p:bgPr>
    </p:bg>
    <p:spTree>
      <p:nvGrpSpPr>
        <p:cNvPr id="1" name="">
          <a:extLst>
            <a:ext uri="{FF2B5EF4-FFF2-40B4-BE49-F238E27FC236}">
              <a16:creationId xmlns:a16="http://schemas.microsoft.com/office/drawing/2014/main" id="{256EAD7C-1747-FF1D-78F5-AC3ADBF466E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6854BE3-7C98-0605-D171-BD284D08DEA3}"/>
              </a:ext>
            </a:extLst>
          </p:cNvPr>
          <p:cNvSpPr/>
          <p:nvPr/>
        </p:nvSpPr>
        <p:spPr>
          <a:xfrm>
            <a:off x="9648508" y="4754880"/>
            <a:ext cx="408920" cy="408920"/>
          </a:xfrm>
          <a:prstGeom prst="rect">
            <a:avLst/>
          </a:prstGeom>
          <a:ln w="12700">
            <a:solidFill>
              <a:srgbClr val="C6890F">
                <a:alpha val="14000"/>
              </a:srgbClr>
            </a:solidFill>
            <a:prstDash val="solid"/>
          </a:ln>
        </p:spPr>
        <p:txBody>
          <a:bodyPr/>
          <a:lstStyle/>
          <a:p>
            <a:endParaRPr lang="en-US" sz="1800"/>
          </a:p>
        </p:txBody>
      </p:sp>
      <p:sp>
        <p:nvSpPr>
          <p:cNvPr id="3" name="Shape 1">
            <a:extLst>
              <a:ext uri="{FF2B5EF4-FFF2-40B4-BE49-F238E27FC236}">
                <a16:creationId xmlns:a16="http://schemas.microsoft.com/office/drawing/2014/main" id="{F1D19ADA-51CA-E363-BC4D-FB696DD116FF}"/>
              </a:ext>
            </a:extLst>
          </p:cNvPr>
          <p:cNvSpPr/>
          <p:nvPr/>
        </p:nvSpPr>
        <p:spPr>
          <a:xfrm>
            <a:off x="10123996" y="4754880"/>
            <a:ext cx="408920" cy="408920"/>
          </a:xfrm>
          <a:prstGeom prst="rect">
            <a:avLst/>
          </a:prstGeom>
          <a:ln w="12700">
            <a:solidFill>
              <a:srgbClr val="C6890F">
                <a:alpha val="14000"/>
              </a:srgbClr>
            </a:solidFill>
            <a:prstDash val="solid"/>
          </a:ln>
        </p:spPr>
        <p:txBody>
          <a:bodyPr/>
          <a:lstStyle/>
          <a:p>
            <a:endParaRPr lang="en-US" sz="1800"/>
          </a:p>
        </p:txBody>
      </p:sp>
      <p:sp>
        <p:nvSpPr>
          <p:cNvPr id="4" name="Shape 2">
            <a:extLst>
              <a:ext uri="{FF2B5EF4-FFF2-40B4-BE49-F238E27FC236}">
                <a16:creationId xmlns:a16="http://schemas.microsoft.com/office/drawing/2014/main" id="{D8781563-A5F3-3415-30EC-27CEBD781BC4}"/>
              </a:ext>
            </a:extLst>
          </p:cNvPr>
          <p:cNvSpPr/>
          <p:nvPr/>
        </p:nvSpPr>
        <p:spPr>
          <a:xfrm>
            <a:off x="10599484" y="4754880"/>
            <a:ext cx="408920" cy="408920"/>
          </a:xfrm>
          <a:prstGeom prst="rect">
            <a:avLst/>
          </a:prstGeom>
          <a:ln w="12700">
            <a:solidFill>
              <a:srgbClr val="C6890F">
                <a:alpha val="14000"/>
              </a:srgbClr>
            </a:solidFill>
            <a:prstDash val="solid"/>
          </a:ln>
        </p:spPr>
        <p:txBody>
          <a:bodyPr/>
          <a:lstStyle/>
          <a:p>
            <a:endParaRPr lang="en-US" sz="1800"/>
          </a:p>
        </p:txBody>
      </p:sp>
      <p:sp>
        <p:nvSpPr>
          <p:cNvPr id="5" name="Shape 3">
            <a:extLst>
              <a:ext uri="{FF2B5EF4-FFF2-40B4-BE49-F238E27FC236}">
                <a16:creationId xmlns:a16="http://schemas.microsoft.com/office/drawing/2014/main" id="{ADB87A9E-3F38-D1CC-94CB-DC81B5E34EAA}"/>
              </a:ext>
            </a:extLst>
          </p:cNvPr>
          <p:cNvSpPr/>
          <p:nvPr/>
        </p:nvSpPr>
        <p:spPr>
          <a:xfrm>
            <a:off x="11074972" y="4754880"/>
            <a:ext cx="408920" cy="408920"/>
          </a:xfrm>
          <a:prstGeom prst="rect">
            <a:avLst/>
          </a:prstGeom>
          <a:ln w="12700">
            <a:solidFill>
              <a:srgbClr val="C6890F">
                <a:alpha val="14000"/>
              </a:srgbClr>
            </a:solidFill>
            <a:prstDash val="solid"/>
          </a:ln>
        </p:spPr>
        <p:txBody>
          <a:bodyPr/>
          <a:lstStyle/>
          <a:p>
            <a:endParaRPr lang="en-US" sz="1800"/>
          </a:p>
        </p:txBody>
      </p:sp>
      <p:sp>
        <p:nvSpPr>
          <p:cNvPr id="6" name="Shape 4">
            <a:extLst>
              <a:ext uri="{FF2B5EF4-FFF2-40B4-BE49-F238E27FC236}">
                <a16:creationId xmlns:a16="http://schemas.microsoft.com/office/drawing/2014/main" id="{DA881C03-C943-4B04-91DF-E91CA80C515C}"/>
              </a:ext>
            </a:extLst>
          </p:cNvPr>
          <p:cNvSpPr/>
          <p:nvPr/>
        </p:nvSpPr>
        <p:spPr>
          <a:xfrm>
            <a:off x="9648508" y="5230368"/>
            <a:ext cx="408920" cy="408920"/>
          </a:xfrm>
          <a:prstGeom prst="rect">
            <a:avLst/>
          </a:prstGeom>
          <a:ln w="12700">
            <a:solidFill>
              <a:srgbClr val="C6890F">
                <a:alpha val="14000"/>
              </a:srgbClr>
            </a:solidFill>
            <a:prstDash val="solid"/>
          </a:ln>
        </p:spPr>
        <p:txBody>
          <a:bodyPr/>
          <a:lstStyle/>
          <a:p>
            <a:endParaRPr lang="en-US" sz="1800"/>
          </a:p>
        </p:txBody>
      </p:sp>
      <p:sp>
        <p:nvSpPr>
          <p:cNvPr id="7" name="Shape 5">
            <a:extLst>
              <a:ext uri="{FF2B5EF4-FFF2-40B4-BE49-F238E27FC236}">
                <a16:creationId xmlns:a16="http://schemas.microsoft.com/office/drawing/2014/main" id="{9C9B3784-DA54-4D7D-ED8C-1DD7DD60102A}"/>
              </a:ext>
            </a:extLst>
          </p:cNvPr>
          <p:cNvSpPr/>
          <p:nvPr/>
        </p:nvSpPr>
        <p:spPr>
          <a:xfrm>
            <a:off x="10123996" y="5230368"/>
            <a:ext cx="408920" cy="408920"/>
          </a:xfrm>
          <a:prstGeom prst="rect">
            <a:avLst/>
          </a:prstGeom>
          <a:ln w="12700">
            <a:solidFill>
              <a:srgbClr val="C6890F">
                <a:alpha val="14000"/>
              </a:srgbClr>
            </a:solidFill>
            <a:prstDash val="solid"/>
          </a:ln>
        </p:spPr>
        <p:txBody>
          <a:bodyPr/>
          <a:lstStyle/>
          <a:p>
            <a:endParaRPr lang="en-US" sz="1800"/>
          </a:p>
        </p:txBody>
      </p:sp>
      <p:sp>
        <p:nvSpPr>
          <p:cNvPr id="8" name="Shape 6">
            <a:extLst>
              <a:ext uri="{FF2B5EF4-FFF2-40B4-BE49-F238E27FC236}">
                <a16:creationId xmlns:a16="http://schemas.microsoft.com/office/drawing/2014/main" id="{15E8DBAD-08D7-AC42-D490-CB9D3456B1DC}"/>
              </a:ext>
            </a:extLst>
          </p:cNvPr>
          <p:cNvSpPr/>
          <p:nvPr/>
        </p:nvSpPr>
        <p:spPr>
          <a:xfrm>
            <a:off x="10599484" y="5230368"/>
            <a:ext cx="408920" cy="408920"/>
          </a:xfrm>
          <a:prstGeom prst="rect">
            <a:avLst/>
          </a:prstGeom>
          <a:ln w="12700">
            <a:solidFill>
              <a:srgbClr val="C6890F">
                <a:alpha val="14000"/>
              </a:srgbClr>
            </a:solidFill>
            <a:prstDash val="solid"/>
          </a:ln>
        </p:spPr>
        <p:txBody>
          <a:bodyPr/>
          <a:lstStyle/>
          <a:p>
            <a:endParaRPr lang="en-US" sz="1800"/>
          </a:p>
        </p:txBody>
      </p:sp>
      <p:sp>
        <p:nvSpPr>
          <p:cNvPr id="9" name="Shape 7">
            <a:extLst>
              <a:ext uri="{FF2B5EF4-FFF2-40B4-BE49-F238E27FC236}">
                <a16:creationId xmlns:a16="http://schemas.microsoft.com/office/drawing/2014/main" id="{29B05AEA-28ED-F686-8E9A-82795FC9D8A1}"/>
              </a:ext>
            </a:extLst>
          </p:cNvPr>
          <p:cNvSpPr/>
          <p:nvPr/>
        </p:nvSpPr>
        <p:spPr>
          <a:xfrm>
            <a:off x="11074972" y="5230368"/>
            <a:ext cx="408920" cy="408920"/>
          </a:xfrm>
          <a:prstGeom prst="rect">
            <a:avLst/>
          </a:prstGeom>
          <a:ln w="12700">
            <a:solidFill>
              <a:srgbClr val="C6890F">
                <a:alpha val="14000"/>
              </a:srgbClr>
            </a:solidFill>
            <a:prstDash val="solid"/>
          </a:ln>
        </p:spPr>
        <p:txBody>
          <a:bodyPr/>
          <a:lstStyle/>
          <a:p>
            <a:endParaRPr lang="en-US" sz="1800"/>
          </a:p>
        </p:txBody>
      </p:sp>
      <p:sp>
        <p:nvSpPr>
          <p:cNvPr id="10" name="Shape 8">
            <a:extLst>
              <a:ext uri="{FF2B5EF4-FFF2-40B4-BE49-F238E27FC236}">
                <a16:creationId xmlns:a16="http://schemas.microsoft.com/office/drawing/2014/main" id="{E5B98A7A-2E93-6451-267D-804FE02F4AEB}"/>
              </a:ext>
            </a:extLst>
          </p:cNvPr>
          <p:cNvSpPr/>
          <p:nvPr/>
        </p:nvSpPr>
        <p:spPr>
          <a:xfrm>
            <a:off x="9648508" y="5705856"/>
            <a:ext cx="408920" cy="408920"/>
          </a:xfrm>
          <a:prstGeom prst="rect">
            <a:avLst/>
          </a:prstGeom>
          <a:ln w="12700">
            <a:solidFill>
              <a:srgbClr val="C6890F">
                <a:alpha val="14000"/>
              </a:srgbClr>
            </a:solidFill>
            <a:prstDash val="solid"/>
          </a:ln>
        </p:spPr>
        <p:txBody>
          <a:bodyPr/>
          <a:lstStyle/>
          <a:p>
            <a:endParaRPr lang="en-US" sz="1800"/>
          </a:p>
        </p:txBody>
      </p:sp>
      <p:sp>
        <p:nvSpPr>
          <p:cNvPr id="11" name="Shape 9">
            <a:extLst>
              <a:ext uri="{FF2B5EF4-FFF2-40B4-BE49-F238E27FC236}">
                <a16:creationId xmlns:a16="http://schemas.microsoft.com/office/drawing/2014/main" id="{F212034C-1AA8-9B9F-AED1-ABBD9C6BF59C}"/>
              </a:ext>
            </a:extLst>
          </p:cNvPr>
          <p:cNvSpPr/>
          <p:nvPr/>
        </p:nvSpPr>
        <p:spPr>
          <a:xfrm>
            <a:off x="10123996" y="5705856"/>
            <a:ext cx="408920" cy="408920"/>
          </a:xfrm>
          <a:prstGeom prst="rect">
            <a:avLst/>
          </a:prstGeom>
          <a:ln w="12700">
            <a:solidFill>
              <a:srgbClr val="C6890F">
                <a:alpha val="14000"/>
              </a:srgbClr>
            </a:solidFill>
            <a:prstDash val="solid"/>
          </a:ln>
        </p:spPr>
        <p:txBody>
          <a:bodyPr/>
          <a:lstStyle/>
          <a:p>
            <a:endParaRPr lang="en-US" sz="1800"/>
          </a:p>
        </p:txBody>
      </p:sp>
      <p:sp>
        <p:nvSpPr>
          <p:cNvPr id="12" name="Shape 10">
            <a:extLst>
              <a:ext uri="{FF2B5EF4-FFF2-40B4-BE49-F238E27FC236}">
                <a16:creationId xmlns:a16="http://schemas.microsoft.com/office/drawing/2014/main" id="{446DFD60-2B72-5FD8-7297-D249E9B9BAD9}"/>
              </a:ext>
            </a:extLst>
          </p:cNvPr>
          <p:cNvSpPr/>
          <p:nvPr/>
        </p:nvSpPr>
        <p:spPr>
          <a:xfrm>
            <a:off x="10599484" y="5705856"/>
            <a:ext cx="408920" cy="408920"/>
          </a:xfrm>
          <a:prstGeom prst="rect">
            <a:avLst/>
          </a:prstGeom>
          <a:ln w="12700">
            <a:solidFill>
              <a:srgbClr val="C6890F">
                <a:alpha val="14000"/>
              </a:srgbClr>
            </a:solidFill>
            <a:prstDash val="solid"/>
          </a:ln>
        </p:spPr>
        <p:txBody>
          <a:bodyPr/>
          <a:lstStyle/>
          <a:p>
            <a:endParaRPr lang="en-US" sz="1800"/>
          </a:p>
        </p:txBody>
      </p:sp>
      <p:sp>
        <p:nvSpPr>
          <p:cNvPr id="13" name="Shape 11">
            <a:extLst>
              <a:ext uri="{FF2B5EF4-FFF2-40B4-BE49-F238E27FC236}">
                <a16:creationId xmlns:a16="http://schemas.microsoft.com/office/drawing/2014/main" id="{73810E63-FD46-DD1D-C529-50B6EEA505C2}"/>
              </a:ext>
            </a:extLst>
          </p:cNvPr>
          <p:cNvSpPr/>
          <p:nvPr/>
        </p:nvSpPr>
        <p:spPr>
          <a:xfrm>
            <a:off x="11074972" y="5705856"/>
            <a:ext cx="408920" cy="408920"/>
          </a:xfrm>
          <a:prstGeom prst="rect">
            <a:avLst/>
          </a:prstGeom>
          <a:ln w="12700">
            <a:solidFill>
              <a:srgbClr val="C6890F">
                <a:alpha val="14000"/>
              </a:srgbClr>
            </a:solidFill>
            <a:prstDash val="solid"/>
          </a:ln>
        </p:spPr>
        <p:txBody>
          <a:bodyPr/>
          <a:lstStyle/>
          <a:p>
            <a:endParaRPr lang="en-US" sz="1800"/>
          </a:p>
        </p:txBody>
      </p:sp>
      <p:sp>
        <p:nvSpPr>
          <p:cNvPr id="14" name="Shape 12">
            <a:extLst>
              <a:ext uri="{FF2B5EF4-FFF2-40B4-BE49-F238E27FC236}">
                <a16:creationId xmlns:a16="http://schemas.microsoft.com/office/drawing/2014/main" id="{36289A1A-23A2-0EA1-F92A-DF14C1D41BD2}"/>
              </a:ext>
            </a:extLst>
          </p:cNvPr>
          <p:cNvSpPr/>
          <p:nvPr/>
        </p:nvSpPr>
        <p:spPr>
          <a:xfrm>
            <a:off x="9785668"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5" name="Shape 13">
            <a:extLst>
              <a:ext uri="{FF2B5EF4-FFF2-40B4-BE49-F238E27FC236}">
                <a16:creationId xmlns:a16="http://schemas.microsoft.com/office/drawing/2014/main" id="{A387675A-E633-8054-0B66-56EBDE55D7A8}"/>
              </a:ext>
            </a:extLst>
          </p:cNvPr>
          <p:cNvSpPr/>
          <p:nvPr/>
        </p:nvSpPr>
        <p:spPr>
          <a:xfrm>
            <a:off x="9944408" y="798820"/>
            <a:ext cx="249448" cy="249448"/>
          </a:xfrm>
          <a:prstGeom prst="ellipse">
            <a:avLst/>
          </a:prstGeom>
          <a:ln w="28575">
            <a:solidFill>
              <a:srgbClr val="C6890F">
                <a:alpha val="85000"/>
              </a:srgbClr>
            </a:solidFill>
            <a:prstDash val="solid"/>
          </a:ln>
        </p:spPr>
        <p:txBody>
          <a:bodyPr/>
          <a:lstStyle/>
          <a:p>
            <a:endParaRPr lang="en-US" sz="1800"/>
          </a:p>
        </p:txBody>
      </p:sp>
      <p:sp>
        <p:nvSpPr>
          <p:cNvPr id="16" name="Shape 14">
            <a:extLst>
              <a:ext uri="{FF2B5EF4-FFF2-40B4-BE49-F238E27FC236}">
                <a16:creationId xmlns:a16="http://schemas.microsoft.com/office/drawing/2014/main" id="{EA453D26-17D6-8F16-4C2C-2423EA3305AF}"/>
              </a:ext>
            </a:extLst>
          </p:cNvPr>
          <p:cNvSpPr/>
          <p:nvPr/>
        </p:nvSpPr>
        <p:spPr>
          <a:xfrm>
            <a:off x="10511336"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7" name="Shape 15">
            <a:extLst>
              <a:ext uri="{FF2B5EF4-FFF2-40B4-BE49-F238E27FC236}">
                <a16:creationId xmlns:a16="http://schemas.microsoft.com/office/drawing/2014/main" id="{D6468EB0-FADA-5877-678C-4CB8593A66C4}"/>
              </a:ext>
            </a:extLst>
          </p:cNvPr>
          <p:cNvSpPr/>
          <p:nvPr/>
        </p:nvSpPr>
        <p:spPr>
          <a:xfrm>
            <a:off x="10670076" y="798820"/>
            <a:ext cx="249448" cy="249448"/>
          </a:xfrm>
          <a:prstGeom prst="ellipse">
            <a:avLst/>
          </a:prstGeom>
          <a:ln w="28575">
            <a:solidFill>
              <a:srgbClr val="C6890F">
                <a:alpha val="85000"/>
              </a:srgbClr>
            </a:solidFill>
            <a:prstDash val="solid"/>
          </a:ln>
        </p:spPr>
        <p:txBody>
          <a:bodyPr/>
          <a:lstStyle/>
          <a:p>
            <a:endParaRPr lang="en-US" sz="1800"/>
          </a:p>
        </p:txBody>
      </p:sp>
      <p:sp>
        <p:nvSpPr>
          <p:cNvPr id="18" name="Shape 16">
            <a:extLst>
              <a:ext uri="{FF2B5EF4-FFF2-40B4-BE49-F238E27FC236}">
                <a16:creationId xmlns:a16="http://schemas.microsoft.com/office/drawing/2014/main" id="{C8D82E2C-42BB-E847-A2DE-BEEC7D1F238C}"/>
              </a:ext>
            </a:extLst>
          </p:cNvPr>
          <p:cNvSpPr/>
          <p:nvPr/>
        </p:nvSpPr>
        <p:spPr>
          <a:xfrm>
            <a:off x="10749446" y="878190"/>
            <a:ext cx="90708" cy="90708"/>
          </a:xfrm>
          <a:prstGeom prst="ellipse">
            <a:avLst/>
          </a:prstGeom>
          <a:solidFill>
            <a:srgbClr val="2E9BC4">
              <a:alpha val="85000"/>
            </a:srgbClr>
          </a:solidFill>
          <a:ln/>
        </p:spPr>
        <p:txBody>
          <a:bodyPr/>
          <a:lstStyle/>
          <a:p>
            <a:endParaRPr lang="en-US" sz="1800"/>
          </a:p>
        </p:txBody>
      </p:sp>
      <p:sp>
        <p:nvSpPr>
          <p:cNvPr id="22" name="Text 20">
            <a:extLst>
              <a:ext uri="{FF2B5EF4-FFF2-40B4-BE49-F238E27FC236}">
                <a16:creationId xmlns:a16="http://schemas.microsoft.com/office/drawing/2014/main" id="{6537D778-0766-EFAF-D5C7-EA9AE84BD33E}"/>
              </a:ext>
            </a:extLst>
          </p:cNvPr>
          <p:cNvSpPr txBox="1"/>
          <p:nvPr/>
        </p:nvSpPr>
        <p:spPr>
          <a:xfrm>
            <a:off x="605092" y="2651760"/>
            <a:ext cx="10515600" cy="1097280"/>
          </a:xfrm>
          <a:prstGeom prst="rect">
            <a:avLst/>
          </a:prstGeom>
          <a:noFill/>
          <a:ln/>
        </p:spPr>
        <p:txBody>
          <a:bodyPr wrap="square" lIns="0" tIns="0" rIns="0" bIns="0" rtlCol="0" anchor="ctr"/>
          <a:lstStyle/>
          <a:p>
            <a:r>
              <a:rPr lang="en-US" sz="5000" b="1">
                <a:solidFill>
                  <a:srgbClr val="C6890F"/>
                </a:solidFill>
                <a:latin typeface="Arial"/>
                <a:cs typeface="Arial"/>
              </a:rPr>
              <a:t>Modeling and Prototyping Plan</a:t>
            </a:r>
          </a:p>
        </p:txBody>
      </p:sp>
      <p:sp>
        <p:nvSpPr>
          <p:cNvPr id="23" name="Shape 21">
            <a:extLst>
              <a:ext uri="{FF2B5EF4-FFF2-40B4-BE49-F238E27FC236}">
                <a16:creationId xmlns:a16="http://schemas.microsoft.com/office/drawing/2014/main" id="{9E475BB4-FE55-DA79-CC58-4DFD79FB8990}"/>
              </a:ext>
            </a:extLst>
          </p:cNvPr>
          <p:cNvSpPr/>
          <p:nvPr/>
        </p:nvSpPr>
        <p:spPr>
          <a:xfrm>
            <a:off x="659956" y="3886200"/>
            <a:ext cx="3108960" cy="0"/>
          </a:xfrm>
          <a:prstGeom prst="line">
            <a:avLst/>
          </a:prstGeom>
          <a:noFill/>
          <a:ln w="25400">
            <a:solidFill>
              <a:srgbClr val="C6890F"/>
            </a:solidFill>
            <a:prstDash val="solid"/>
          </a:ln>
        </p:spPr>
        <p:txBody>
          <a:bodyPr/>
          <a:lstStyle/>
          <a:p>
            <a:endParaRPr lang="en-US" sz="1800"/>
          </a:p>
        </p:txBody>
      </p:sp>
      <p:sp>
        <p:nvSpPr>
          <p:cNvPr id="19" name="Text 19">
            <a:extLst>
              <a:ext uri="{FF2B5EF4-FFF2-40B4-BE49-F238E27FC236}">
                <a16:creationId xmlns:a16="http://schemas.microsoft.com/office/drawing/2014/main" id="{87A91339-C4AD-5F11-FFC0-4B165C2A6244}"/>
              </a:ext>
            </a:extLst>
          </p:cNvPr>
          <p:cNvSpPr txBox="1"/>
          <p:nvPr/>
        </p:nvSpPr>
        <p:spPr>
          <a:xfrm>
            <a:off x="641500" y="2194881"/>
            <a:ext cx="8227457" cy="36566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kern="0" spc="300">
                <a:solidFill>
                  <a:srgbClr val="2E9BC4"/>
                </a:solidFill>
                <a:latin typeface="Arial"/>
                <a:ea typeface="Arial" pitchFamily="34" charset="-122"/>
                <a:cs typeface="Arial"/>
              </a:rPr>
              <a:t>ASEN 4018-013</a:t>
            </a:r>
            <a:endParaRPr lang="en-US" sz="1400">
              <a:latin typeface="Arial"/>
              <a:cs typeface="Arial"/>
            </a:endParaRPr>
          </a:p>
        </p:txBody>
      </p:sp>
      <p:sp>
        <p:nvSpPr>
          <p:cNvPr id="33" name="Slide Number Placeholder 23">
            <a:extLst>
              <a:ext uri="{FF2B5EF4-FFF2-40B4-BE49-F238E27FC236}">
                <a16:creationId xmlns:a16="http://schemas.microsoft.com/office/drawing/2014/main" id="{1D9C0308-98A0-C55D-C6E1-C8F9D4BE6253}"/>
              </a:ext>
            </a:extLst>
          </p:cNvPr>
          <p:cNvSpPr txBox="1">
            <a:spLocks/>
          </p:cNvSpPr>
          <p:nvPr/>
        </p:nvSpPr>
        <p:spPr>
          <a:xfrm>
            <a:off x="9145743" y="652595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ACAF18C-C32B-5246-8B79-94468F598665}" type="slidenum">
              <a:rPr lang="en-US" smtClean="0">
                <a:solidFill>
                  <a:schemeClr val="bg1"/>
                </a:solidFill>
              </a:rPr>
              <a:pPr/>
              <a:t>92</a:t>
            </a:fld>
            <a:endParaRPr lang="en-US">
              <a:solidFill>
                <a:schemeClr val="bg1"/>
              </a:solidFill>
            </a:endParaRPr>
          </a:p>
        </p:txBody>
      </p:sp>
    </p:spTree>
    <p:extLst>
      <p:ext uri="{BB962C8B-B14F-4D97-AF65-F5344CB8AC3E}">
        <p14:creationId xmlns:p14="http://schemas.microsoft.com/office/powerpoint/2010/main" val="381912270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54D20-F580-8680-0497-FF2B84279B4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31FDDEE-38DE-F2CE-7630-2802AF70101F}"/>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79C98BEB-4756-58E3-81B3-A2F0D601FEE7}"/>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15988DAA-E856-C22D-EA77-166123AD9850}"/>
              </a:ext>
            </a:extLst>
          </p:cNvPr>
          <p:cNvSpPr txBox="1"/>
          <p:nvPr/>
        </p:nvSpPr>
        <p:spPr>
          <a:xfrm>
            <a:off x="1281748" y="365760"/>
            <a:ext cx="7680960" cy="658368"/>
          </a:xfrm>
          <a:prstGeom prst="rect">
            <a:avLst/>
          </a:prstGeom>
          <a:noFill/>
          <a:ln/>
        </p:spPr>
        <p:txBody>
          <a:bodyPr wrap="square" lIns="0" tIns="0" rIns="0" bIns="0" rtlCol="0" anchor="ctr"/>
          <a:lstStyle/>
          <a:p>
            <a:r>
              <a:rPr lang="en-US" sz="2800" b="1">
                <a:latin typeface="Arial"/>
                <a:cs typeface="Arial"/>
              </a:rPr>
              <a:t>Design Performance Models – UAS-VSYS</a:t>
            </a:r>
          </a:p>
        </p:txBody>
      </p:sp>
      <p:sp>
        <p:nvSpPr>
          <p:cNvPr id="8" name="Shape 2">
            <a:extLst>
              <a:ext uri="{FF2B5EF4-FFF2-40B4-BE49-F238E27FC236}">
                <a16:creationId xmlns:a16="http://schemas.microsoft.com/office/drawing/2014/main" id="{9A2EB3CB-43C3-5E65-440B-FA6015977C78}"/>
              </a:ext>
            </a:extLst>
          </p:cNvPr>
          <p:cNvSpPr/>
          <p:nvPr/>
        </p:nvSpPr>
        <p:spPr>
          <a:xfrm>
            <a:off x="9736853" y="457200"/>
            <a:ext cx="1996487" cy="329184"/>
          </a:xfrm>
          <a:prstGeom prst="roundRect">
            <a:avLst>
              <a:gd name="adj" fmla="val 50000"/>
            </a:avLst>
          </a:prstGeom>
          <a:solidFill>
            <a:srgbClr val="C6890F"/>
          </a:solidFill>
          <a:ln/>
        </p:spPr>
        <p:txBody>
          <a:bodyPr lIns="91440" tIns="45720" rIns="91440" bIns="45720" anchor="ctr"/>
          <a:lstStyle/>
          <a:p>
            <a:pPr algn="ctr"/>
            <a:r>
              <a:rPr lang="en-US" sz="1000" b="1">
                <a:latin typeface="Arial"/>
                <a:cs typeface="Arial"/>
              </a:rPr>
              <a:t>Model and Prototyping Plan</a:t>
            </a:r>
          </a:p>
        </p:txBody>
      </p:sp>
      <p:graphicFrame>
        <p:nvGraphicFramePr>
          <p:cNvPr id="12" name="Table 11">
            <a:extLst>
              <a:ext uri="{FF2B5EF4-FFF2-40B4-BE49-F238E27FC236}">
                <a16:creationId xmlns:a16="http://schemas.microsoft.com/office/drawing/2014/main" id="{CD858A18-5D4D-6E58-F9D7-DB5AA3D19864}"/>
              </a:ext>
            </a:extLst>
          </p:cNvPr>
          <p:cNvGraphicFramePr>
            <a:graphicFrameLocks noGrp="1"/>
          </p:cNvGraphicFramePr>
          <p:nvPr>
            <p:extLst>
              <p:ext uri="{D42A27DB-BD31-4B8C-83A1-F6EECF244321}">
                <p14:modId xmlns:p14="http://schemas.microsoft.com/office/powerpoint/2010/main" val="1836458489"/>
              </p:ext>
            </p:extLst>
          </p:nvPr>
        </p:nvGraphicFramePr>
        <p:xfrm>
          <a:off x="2421925" y="1281261"/>
          <a:ext cx="9108972" cy="4467844"/>
        </p:xfrm>
        <a:graphic>
          <a:graphicData uri="http://schemas.openxmlformats.org/drawingml/2006/table">
            <a:tbl>
              <a:tblPr firstRow="1" bandRow="1">
                <a:tableStyleId>{5C22544A-7EE6-4342-B048-85BDC9FD1C3A}</a:tableStyleId>
              </a:tblPr>
              <a:tblGrid>
                <a:gridCol w="1883761">
                  <a:extLst>
                    <a:ext uri="{9D8B030D-6E8A-4147-A177-3AD203B41FA5}">
                      <a16:colId xmlns:a16="http://schemas.microsoft.com/office/drawing/2014/main" val="3843996925"/>
                    </a:ext>
                  </a:extLst>
                </a:gridCol>
                <a:gridCol w="5112070">
                  <a:extLst>
                    <a:ext uri="{9D8B030D-6E8A-4147-A177-3AD203B41FA5}">
                      <a16:colId xmlns:a16="http://schemas.microsoft.com/office/drawing/2014/main" val="1194478188"/>
                    </a:ext>
                  </a:extLst>
                </a:gridCol>
                <a:gridCol w="2113141">
                  <a:extLst>
                    <a:ext uri="{9D8B030D-6E8A-4147-A177-3AD203B41FA5}">
                      <a16:colId xmlns:a16="http://schemas.microsoft.com/office/drawing/2014/main" val="1462467012"/>
                    </a:ext>
                  </a:extLst>
                </a:gridCol>
              </a:tblGrid>
              <a:tr h="452139">
                <a:tc>
                  <a:txBody>
                    <a:bodyPr/>
                    <a:lstStyle/>
                    <a:p>
                      <a:pPr algn="ctr"/>
                      <a:r>
                        <a:rPr lang="en-US" sz="1400">
                          <a:latin typeface="Arial"/>
                          <a:cs typeface="Arial"/>
                        </a:rPr>
                        <a:t>Models Used</a:t>
                      </a:r>
                    </a:p>
                  </a:txBody>
                  <a:tcPr/>
                </a:tc>
                <a:tc>
                  <a:txBody>
                    <a:bodyPr/>
                    <a:lstStyle/>
                    <a:p>
                      <a:pPr lvl="0" algn="ctr">
                        <a:buNone/>
                      </a:pPr>
                      <a:r>
                        <a:rPr lang="en-US" sz="1400">
                          <a:latin typeface="Arial"/>
                          <a:cs typeface="Arial"/>
                        </a:rPr>
                        <a:t>Model Details</a:t>
                      </a:r>
                      <a:endParaRPr lang="en-US" sz="1400">
                        <a:latin typeface="Arial" panose="020B0604020202020204" pitchFamily="34" charset="0"/>
                        <a:cs typeface="Arial" panose="020B0604020202020204" pitchFamily="34" charset="0"/>
                      </a:endParaRPr>
                    </a:p>
                  </a:txBody>
                  <a:tcPr/>
                </a:tc>
                <a:tc>
                  <a:txBody>
                    <a:bodyPr/>
                    <a:lstStyle/>
                    <a:p>
                      <a:pPr lvl="0" algn="ctr">
                        <a:buNone/>
                      </a:pPr>
                      <a:r>
                        <a:rPr lang="en-US" sz="1400" b="1" i="0" u="none" strike="noStrike" noProof="0">
                          <a:solidFill>
                            <a:srgbClr val="FFFFFF"/>
                          </a:solidFill>
                          <a:latin typeface="Arial"/>
                          <a:cs typeface="Arial"/>
                        </a:rPr>
                        <a:t>Sub-Team</a:t>
                      </a:r>
                      <a:endParaRPr lang="en-US" sz="1400">
                        <a:latin typeface="Arial"/>
                        <a:cs typeface="Arial"/>
                      </a:endParaRPr>
                    </a:p>
                  </a:txBody>
                  <a:tcPr/>
                </a:tc>
                <a:extLst>
                  <a:ext uri="{0D108BD9-81ED-4DB2-BD59-A6C34878D82A}">
                    <a16:rowId xmlns:a16="http://schemas.microsoft.com/office/drawing/2014/main" val="983860614"/>
                  </a:ext>
                </a:extLst>
              </a:tr>
              <a:tr h="723415">
                <a:tc>
                  <a:txBody>
                    <a:bodyPr/>
                    <a:lstStyle/>
                    <a:p>
                      <a:pPr algn="ctr" fontAlgn="t">
                        <a:buNone/>
                      </a:pPr>
                      <a:r>
                        <a:rPr lang="en-US" sz="1400" b="1" i="0" u="none" strike="noStrike">
                          <a:solidFill>
                            <a:srgbClr val="000000"/>
                          </a:solidFill>
                          <a:effectLst/>
                          <a:latin typeface="Arial" panose="020B0604020202020204" pitchFamily="34" charset="0"/>
                        </a:rPr>
                        <a:t>Motor specifications calculator</a:t>
                      </a:r>
                    </a:p>
                  </a:txBody>
                  <a:tcPr marL="9525" marR="9525" marT="9525"/>
                </a:tc>
                <a:tc>
                  <a:txBody>
                    <a:bodyPr/>
                    <a:lstStyle/>
                    <a:p>
                      <a:pPr algn="l" fontAlgn="t">
                        <a:buNone/>
                      </a:pPr>
                      <a:r>
                        <a:rPr lang="en-US" sz="1400" b="0" i="0" u="none" strike="noStrike">
                          <a:solidFill>
                            <a:srgbClr val="000000"/>
                          </a:solidFill>
                          <a:effectLst/>
                          <a:latin typeface="Arial" panose="020B0604020202020204" pitchFamily="34" charset="0"/>
                        </a:rPr>
                        <a:t>Estimates motor specs and power from weight, T/W, RPM, and prop efficiency. </a:t>
                      </a:r>
                    </a:p>
                  </a:txBody>
                  <a:tcPr marL="9525" marR="9525" marT="9525"/>
                </a:tc>
                <a:tc>
                  <a:txBody>
                    <a:bodyPr/>
                    <a:lstStyle/>
                    <a:p>
                      <a:pPr algn="ctr"/>
                      <a:r>
                        <a:rPr lang="en-US" sz="1400">
                          <a:latin typeface="Arial"/>
                          <a:cs typeface="Arial"/>
                        </a:rPr>
                        <a:t>Propulsion</a:t>
                      </a:r>
                    </a:p>
                  </a:txBody>
                  <a:tcPr>
                    <a:solidFill>
                      <a:srgbClr val="FFC000"/>
                    </a:solidFill>
                  </a:tcPr>
                </a:tc>
                <a:extLst>
                  <a:ext uri="{0D108BD9-81ED-4DB2-BD59-A6C34878D82A}">
                    <a16:rowId xmlns:a16="http://schemas.microsoft.com/office/drawing/2014/main" val="3764611095"/>
                  </a:ext>
                </a:extLst>
              </a:tr>
              <a:tr h="723415">
                <a:tc>
                  <a:txBody>
                    <a:bodyPr/>
                    <a:lstStyle/>
                    <a:p>
                      <a:pPr algn="ctr" fontAlgn="t">
                        <a:buNone/>
                      </a:pPr>
                      <a:endParaRPr lang="en-US" sz="1400" b="1" i="0" u="none" strike="noStrike">
                        <a:solidFill>
                          <a:srgbClr val="000000"/>
                        </a:solidFill>
                        <a:effectLst/>
                        <a:latin typeface="Arial" panose="020B0604020202020204" pitchFamily="34" charset="0"/>
                      </a:endParaRPr>
                    </a:p>
                    <a:p>
                      <a:pPr marL="0" marR="0" lvl="0" indent="0" algn="ctr" defTabSz="914400" rtl="0" eaLnBrk="1" fontAlgn="t" latinLnBrk="0" hangingPunct="1">
                        <a:lnSpc>
                          <a:spcPct val="100000"/>
                        </a:lnSpc>
                        <a:spcBef>
                          <a:spcPts val="0"/>
                        </a:spcBef>
                        <a:spcAft>
                          <a:spcPts val="0"/>
                        </a:spcAft>
                        <a:buClrTx/>
                        <a:buSzTx/>
                        <a:buFontTx/>
                        <a:buNone/>
                        <a:tabLst/>
                        <a:defRPr/>
                      </a:pPr>
                      <a:r>
                        <a:rPr lang="en-US" sz="1400" b="1" i="0" u="none" strike="noStrike">
                          <a:solidFill>
                            <a:srgbClr val="000000"/>
                          </a:solidFill>
                          <a:effectLst/>
                          <a:latin typeface="Arial" panose="020B0604020202020204" pitchFamily="34" charset="0"/>
                        </a:rPr>
                        <a:t>Mass/weight &amp; energy/power sizing tool</a:t>
                      </a:r>
                    </a:p>
                    <a:p>
                      <a:pPr algn="ctr" fontAlgn="t">
                        <a:buNone/>
                      </a:pPr>
                      <a:endParaRPr lang="en-US" sz="1400" b="1" i="0" u="none" strike="noStrike">
                        <a:solidFill>
                          <a:srgbClr val="000000"/>
                        </a:solidFill>
                        <a:effectLst/>
                        <a:latin typeface="Arial" panose="020B0604020202020204" pitchFamily="34" charset="0"/>
                      </a:endParaRPr>
                    </a:p>
                  </a:txBody>
                  <a:tcPr marL="9525" marR="9525" marT="9525"/>
                </a:tc>
                <a:tc>
                  <a:txBody>
                    <a:bodyPr/>
                    <a:lstStyle/>
                    <a:p>
                      <a:pPr algn="l" fontAlgn="t">
                        <a:buNone/>
                      </a:pPr>
                      <a:endParaRPr lang="en-US" sz="1400" b="0" i="0" u="none" strike="noStrike">
                        <a:solidFill>
                          <a:srgbClr val="000000"/>
                        </a:solidFill>
                        <a:effectLst/>
                        <a:latin typeface="Arial" panose="020B0604020202020204" pitchFamily="34" charset="0"/>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400" b="0" i="0" u="none" strike="noStrike">
                          <a:solidFill>
                            <a:srgbClr val="000000"/>
                          </a:solidFill>
                          <a:effectLst/>
                          <a:latin typeface="Arial" panose="020B0604020202020204" pitchFamily="34" charset="0"/>
                        </a:rPr>
                        <a:t>Web tool (yahyarj.github.io/PROP/) bounding propulsion mass and power.</a:t>
                      </a:r>
                    </a:p>
                    <a:p>
                      <a:pPr algn="l" fontAlgn="t">
                        <a:buNone/>
                      </a:pPr>
                      <a:endParaRPr lang="en-US" sz="1400" b="0" i="0" u="none" strike="noStrike">
                        <a:solidFill>
                          <a:srgbClr val="000000"/>
                        </a:solidFill>
                        <a:effectLst/>
                        <a:latin typeface="Arial" panose="020B0604020202020204" pitchFamily="34" charset="0"/>
                      </a:endParaRPr>
                    </a:p>
                  </a:txBody>
                  <a:tcPr marL="9525" marR="9525" marT="9525"/>
                </a:tc>
                <a:tc>
                  <a:txBody>
                    <a:bodyPr/>
                    <a:lstStyle/>
                    <a:p>
                      <a:pPr algn="ctr"/>
                      <a:r>
                        <a:rPr lang="en-US" sz="1400">
                          <a:latin typeface="Arial"/>
                          <a:cs typeface="Arial"/>
                        </a:rPr>
                        <a:t>Propulsion</a:t>
                      </a:r>
                    </a:p>
                  </a:txBody>
                  <a:tcPr>
                    <a:solidFill>
                      <a:srgbClr val="FFC000"/>
                    </a:solidFill>
                  </a:tcPr>
                </a:tc>
                <a:extLst>
                  <a:ext uri="{0D108BD9-81ED-4DB2-BD59-A6C34878D82A}">
                    <a16:rowId xmlns:a16="http://schemas.microsoft.com/office/drawing/2014/main" val="3777835090"/>
                  </a:ext>
                </a:extLst>
              </a:tr>
              <a:tr h="723415">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400" b="1" i="0" u="none" strike="noStrike">
                          <a:solidFill>
                            <a:srgbClr val="000000"/>
                          </a:solidFill>
                          <a:effectLst/>
                          <a:latin typeface="Arial" panose="020B0604020202020204" pitchFamily="34" charset="0"/>
                        </a:rPr>
                        <a:t>Propeller performance model</a:t>
                      </a:r>
                    </a:p>
                  </a:txBody>
                  <a:tcPr marL="9525" marR="9525" marT="9525"/>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400" b="0" i="0" u="none" strike="noStrike">
                          <a:solidFill>
                            <a:srgbClr val="000000"/>
                          </a:solidFill>
                          <a:effectLst/>
                          <a:latin typeface="Arial" panose="020B0604020202020204" pitchFamily="34" charset="0"/>
                        </a:rPr>
                        <a:t>Compares props by T/W and hover power loading, blade counts by figure of merit. UIUC APC 2-blade data; 8 lb, 7-in props.</a:t>
                      </a:r>
                    </a:p>
                  </a:txBody>
                  <a:tcPr marL="9525" marR="9525" marT="9525"/>
                </a:tc>
                <a:tc>
                  <a:txBody>
                    <a:bodyPr/>
                    <a:lstStyle/>
                    <a:p>
                      <a:pPr algn="ctr"/>
                      <a:r>
                        <a:rPr lang="en-US" sz="1400">
                          <a:latin typeface="Arial"/>
                          <a:cs typeface="Arial"/>
                        </a:rPr>
                        <a:t>Propulsion</a:t>
                      </a:r>
                    </a:p>
                  </a:txBody>
                  <a:tcPr>
                    <a:solidFill>
                      <a:srgbClr val="FFC000"/>
                    </a:solidFill>
                  </a:tcPr>
                </a:tc>
                <a:extLst>
                  <a:ext uri="{0D108BD9-81ED-4DB2-BD59-A6C34878D82A}">
                    <a16:rowId xmlns:a16="http://schemas.microsoft.com/office/drawing/2014/main" val="3780857582"/>
                  </a:ext>
                </a:extLst>
              </a:tr>
              <a:tr h="723415">
                <a:tc>
                  <a:txBody>
                    <a:bodyPr/>
                    <a:lstStyle/>
                    <a:p>
                      <a:pPr algn="ctr" fontAlgn="t">
                        <a:buNone/>
                      </a:pPr>
                      <a:r>
                        <a:rPr lang="en-US" sz="1400" b="1" i="0" u="none" strike="noStrike">
                          <a:solidFill>
                            <a:srgbClr val="000000"/>
                          </a:solidFill>
                          <a:effectLst/>
                          <a:latin typeface="Arial" panose="020B0604020202020204" pitchFamily="34" charset="0"/>
                        </a:rPr>
                        <a:t>UIUC/APC data error analysis</a:t>
                      </a:r>
                    </a:p>
                  </a:txBody>
                  <a:tcPr marL="9525" marR="9525" marT="9525"/>
                </a:tc>
                <a:tc>
                  <a:txBody>
                    <a:bodyPr/>
                    <a:lstStyle/>
                    <a:p>
                      <a:pPr algn="l" fontAlgn="t">
                        <a:buNone/>
                      </a:pPr>
                      <a:r>
                        <a:rPr lang="en-US" sz="1400" b="0" i="0" u="none" strike="noStrike">
                          <a:solidFill>
                            <a:srgbClr val="000000"/>
                          </a:solidFill>
                          <a:effectLst/>
                          <a:latin typeface="Arial" panose="020B0604020202020204" pitchFamily="34" charset="0"/>
                        </a:rPr>
                        <a:t>Compares APC data to UIUC wind-tunnel data; final candidates need CFD or a thrust stand.</a:t>
                      </a:r>
                    </a:p>
                  </a:txBody>
                  <a:tcPr marL="9525" marR="9525" marT="9525"/>
                </a:tc>
                <a:tc>
                  <a:txBody>
                    <a:bodyPr/>
                    <a:lstStyle/>
                    <a:p>
                      <a:pPr algn="ctr"/>
                      <a:r>
                        <a:rPr lang="en-US" sz="1400">
                          <a:latin typeface="Arial"/>
                          <a:cs typeface="Arial"/>
                        </a:rPr>
                        <a:t>Propulsion</a:t>
                      </a:r>
                    </a:p>
                  </a:txBody>
                  <a:tcPr>
                    <a:solidFill>
                      <a:srgbClr val="FFC000"/>
                    </a:solidFill>
                  </a:tcPr>
                </a:tc>
                <a:extLst>
                  <a:ext uri="{0D108BD9-81ED-4DB2-BD59-A6C34878D82A}">
                    <a16:rowId xmlns:a16="http://schemas.microsoft.com/office/drawing/2014/main" val="2689440780"/>
                  </a:ext>
                </a:extLst>
              </a:tr>
              <a:tr h="723415">
                <a:tc>
                  <a:txBody>
                    <a:bodyPr/>
                    <a:lstStyle/>
                    <a:p>
                      <a:pPr marL="0" marR="0" indent="0" algn="ctr" rtl="0" fontAlgn="base">
                        <a:buNone/>
                      </a:pPr>
                      <a:r>
                        <a:rPr lang="en-US" sz="1400" b="1" i="0">
                          <a:solidFill>
                            <a:srgbClr val="000000"/>
                          </a:solidFill>
                          <a:effectLst/>
                          <a:latin typeface="Arial"/>
                        </a:rPr>
                        <a:t>Energy Budget Model</a:t>
                      </a:r>
                    </a:p>
                  </a:txBody>
                  <a:tcPr anchor="ctr"/>
                </a:tc>
                <a:tc>
                  <a:txBody>
                    <a:bodyPr/>
                    <a:lstStyle/>
                    <a:p>
                      <a:pPr algn="l" fontAlgn="t">
                        <a:buNone/>
                      </a:pPr>
                      <a:r>
                        <a:rPr lang="en-US" sz="1400" b="0" i="0" u="none" strike="noStrike">
                          <a:solidFill>
                            <a:srgbClr val="000000"/>
                          </a:solidFill>
                          <a:effectLst/>
                          <a:latin typeface="Arial" panose="020B0604020202020204" pitchFamily="34" charset="0"/>
                        </a:rPr>
                        <a:t>Checks battery configuration against subsystem energy needs; </a:t>
                      </a:r>
                      <a:r>
                        <a:rPr lang="en-US" sz="1400" b="0" i="0" u="none" strike="noStrike" err="1">
                          <a:solidFill>
                            <a:srgbClr val="000000"/>
                          </a:solidFill>
                          <a:effectLst/>
                          <a:latin typeface="Arial" panose="020B0604020202020204" pitchFamily="34" charset="0"/>
                        </a:rPr>
                        <a:t>FoS</a:t>
                      </a:r>
                      <a:r>
                        <a:rPr lang="en-US" sz="1400" b="0" i="0" u="none" strike="noStrike">
                          <a:solidFill>
                            <a:srgbClr val="000000"/>
                          </a:solidFill>
                          <a:effectLst/>
                          <a:latin typeface="Arial" panose="020B0604020202020204" pitchFamily="34" charset="0"/>
                        </a:rPr>
                        <a:t> 1.5.</a:t>
                      </a:r>
                    </a:p>
                  </a:txBody>
                  <a:tcPr marL="9525" marR="9525" marT="9525"/>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latin typeface="Arial"/>
                          <a:cs typeface="Arial"/>
                        </a:rPr>
                        <a:t>Power Systems</a:t>
                      </a:r>
                    </a:p>
                  </a:txBody>
                  <a:tcPr>
                    <a:solidFill>
                      <a:srgbClr val="FFED0C"/>
                    </a:solidFill>
                  </a:tcPr>
                </a:tc>
                <a:extLst>
                  <a:ext uri="{0D108BD9-81ED-4DB2-BD59-A6C34878D82A}">
                    <a16:rowId xmlns:a16="http://schemas.microsoft.com/office/drawing/2014/main" val="2769638118"/>
                  </a:ext>
                </a:extLst>
              </a:tr>
            </a:tbl>
          </a:graphicData>
        </a:graphic>
      </p:graphicFrame>
      <p:sp>
        <p:nvSpPr>
          <p:cNvPr id="14" name="Left Brace 13">
            <a:extLst>
              <a:ext uri="{FF2B5EF4-FFF2-40B4-BE49-F238E27FC236}">
                <a16:creationId xmlns:a16="http://schemas.microsoft.com/office/drawing/2014/main" id="{770DA033-D3B5-7E03-EF73-5B755F183024}"/>
              </a:ext>
            </a:extLst>
          </p:cNvPr>
          <p:cNvSpPr/>
          <p:nvPr/>
        </p:nvSpPr>
        <p:spPr>
          <a:xfrm>
            <a:off x="1281747" y="3786352"/>
            <a:ext cx="897726" cy="1099266"/>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5" name="Left Brace 14">
            <a:extLst>
              <a:ext uri="{FF2B5EF4-FFF2-40B4-BE49-F238E27FC236}">
                <a16:creationId xmlns:a16="http://schemas.microsoft.com/office/drawing/2014/main" id="{412D7A66-1745-9496-59C7-8424431C1AF2}"/>
              </a:ext>
            </a:extLst>
          </p:cNvPr>
          <p:cNvSpPr/>
          <p:nvPr/>
        </p:nvSpPr>
        <p:spPr>
          <a:xfrm>
            <a:off x="1425711" y="5095626"/>
            <a:ext cx="753762" cy="646331"/>
          </a:xfrm>
          <a:prstGeom prst="leftBrace">
            <a:avLst>
              <a:gd name="adj1" fmla="val 8333"/>
              <a:gd name="adj2" fmla="val 51955"/>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97D604FC-44B1-43C1-1E25-57176522378D}"/>
              </a:ext>
            </a:extLst>
          </p:cNvPr>
          <p:cNvSpPr txBox="1"/>
          <p:nvPr/>
        </p:nvSpPr>
        <p:spPr>
          <a:xfrm>
            <a:off x="60888" y="5095626"/>
            <a:ext cx="1364823" cy="923330"/>
          </a:xfrm>
          <a:prstGeom prst="rect">
            <a:avLst/>
          </a:prstGeom>
          <a:noFill/>
        </p:spPr>
        <p:txBody>
          <a:bodyPr wrap="square" rtlCol="0">
            <a:spAutoFit/>
          </a:bodyPr>
          <a:lstStyle/>
          <a:p>
            <a:pPr algn="ctr"/>
            <a:r>
              <a:rPr lang="en-US" b="1"/>
              <a:t>Battery Sizing</a:t>
            </a:r>
          </a:p>
          <a:p>
            <a:pPr algn="ctr"/>
            <a:r>
              <a:rPr lang="en-US" b="1"/>
              <a:t>Model</a:t>
            </a:r>
          </a:p>
        </p:txBody>
      </p:sp>
      <p:sp>
        <p:nvSpPr>
          <p:cNvPr id="17" name="Left Brace 16">
            <a:extLst>
              <a:ext uri="{FF2B5EF4-FFF2-40B4-BE49-F238E27FC236}">
                <a16:creationId xmlns:a16="http://schemas.microsoft.com/office/drawing/2014/main" id="{2A13D642-4AB7-5194-453C-07F0ACB194EC}"/>
              </a:ext>
            </a:extLst>
          </p:cNvPr>
          <p:cNvSpPr/>
          <p:nvPr/>
        </p:nvSpPr>
        <p:spPr>
          <a:xfrm>
            <a:off x="1281747" y="2133879"/>
            <a:ext cx="897726" cy="1099266"/>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8" name="TextBox 17">
            <a:extLst>
              <a:ext uri="{FF2B5EF4-FFF2-40B4-BE49-F238E27FC236}">
                <a16:creationId xmlns:a16="http://schemas.microsoft.com/office/drawing/2014/main" id="{17015B6B-5759-230F-87CA-2561C8C8157A}"/>
              </a:ext>
            </a:extLst>
          </p:cNvPr>
          <p:cNvSpPr txBox="1"/>
          <p:nvPr/>
        </p:nvSpPr>
        <p:spPr>
          <a:xfrm>
            <a:off x="19594" y="4021126"/>
            <a:ext cx="1364823" cy="646331"/>
          </a:xfrm>
          <a:prstGeom prst="rect">
            <a:avLst/>
          </a:prstGeom>
          <a:noFill/>
        </p:spPr>
        <p:txBody>
          <a:bodyPr wrap="square" rtlCol="0">
            <a:spAutoFit/>
          </a:bodyPr>
          <a:lstStyle/>
          <a:p>
            <a:pPr algn="ctr"/>
            <a:r>
              <a:rPr lang="en-US" b="1"/>
              <a:t>Propeller Models</a:t>
            </a:r>
          </a:p>
        </p:txBody>
      </p:sp>
      <p:sp>
        <p:nvSpPr>
          <p:cNvPr id="19" name="TextBox 18">
            <a:extLst>
              <a:ext uri="{FF2B5EF4-FFF2-40B4-BE49-F238E27FC236}">
                <a16:creationId xmlns:a16="http://schemas.microsoft.com/office/drawing/2014/main" id="{EE6DE7D3-BF9A-C33C-0505-37431F1A9DC4}"/>
              </a:ext>
            </a:extLst>
          </p:cNvPr>
          <p:cNvSpPr txBox="1"/>
          <p:nvPr/>
        </p:nvSpPr>
        <p:spPr>
          <a:xfrm>
            <a:off x="32441" y="2083347"/>
            <a:ext cx="1421715" cy="1200329"/>
          </a:xfrm>
          <a:prstGeom prst="rect">
            <a:avLst/>
          </a:prstGeom>
          <a:noFill/>
        </p:spPr>
        <p:txBody>
          <a:bodyPr wrap="square" rtlCol="0">
            <a:spAutoFit/>
          </a:bodyPr>
          <a:lstStyle/>
          <a:p>
            <a:pPr algn="ctr"/>
            <a:r>
              <a:rPr lang="en-US" b="1"/>
              <a:t>Motor and Propeller Sizing Models</a:t>
            </a:r>
          </a:p>
        </p:txBody>
      </p:sp>
      <p:grpSp>
        <p:nvGrpSpPr>
          <p:cNvPr id="20" name="Progress Bar - 7 Moving Forward">
            <a:extLst>
              <a:ext uri="{FF2B5EF4-FFF2-40B4-BE49-F238E27FC236}">
                <a16:creationId xmlns:a16="http://schemas.microsoft.com/office/drawing/2014/main" id="{F9C34907-7102-BF59-3205-603059E600CC}"/>
              </a:ext>
            </a:extLst>
          </p:cNvPr>
          <p:cNvGrpSpPr/>
          <p:nvPr/>
        </p:nvGrpSpPr>
        <p:grpSpPr>
          <a:xfrm>
            <a:off x="814351" y="6567901"/>
            <a:ext cx="10563297" cy="276999"/>
            <a:chOff x="790698" y="5902391"/>
            <a:chExt cx="10563297" cy="276999"/>
          </a:xfrm>
        </p:grpSpPr>
        <p:sp>
          <p:nvSpPr>
            <p:cNvPr id="21" name="Section 1 - Background">
              <a:extLst>
                <a:ext uri="{FF2B5EF4-FFF2-40B4-BE49-F238E27FC236}">
                  <a16:creationId xmlns:a16="http://schemas.microsoft.com/office/drawing/2014/main" id="{EF85D18C-2C9B-1349-5EEC-339805A85141}"/>
                </a:ext>
              </a:extLst>
            </p:cNvPr>
            <p:cNvSpPr/>
            <p:nvPr/>
          </p:nvSpPr>
          <p:spPr>
            <a:xfrm>
              <a:off x="790698" y="5902391"/>
              <a:ext cx="1374145" cy="276999"/>
            </a:xfrm>
            <a:prstGeom prst="homePlate">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0">
                  <a:solidFill>
                    <a:srgbClr val="FFFFFF"/>
                  </a:solidFill>
                  <a:latin typeface="Calibri"/>
                </a:rPr>
                <a:t>Background</a:t>
              </a:r>
            </a:p>
          </p:txBody>
        </p:sp>
        <p:sp>
          <p:nvSpPr>
            <p:cNvPr id="22" name="Section 2 - ConOps">
              <a:extLst>
                <a:ext uri="{FF2B5EF4-FFF2-40B4-BE49-F238E27FC236}">
                  <a16:creationId xmlns:a16="http://schemas.microsoft.com/office/drawing/2014/main" id="{A39C6EF5-7430-7EDC-D599-2AD9DDC012DC}"/>
                </a:ext>
              </a:extLst>
            </p:cNvPr>
            <p:cNvSpPr/>
            <p:nvPr/>
          </p:nvSpPr>
          <p:spPr>
            <a:xfrm>
              <a:off x="2103434"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ConOps</a:t>
              </a:r>
            </a:p>
          </p:txBody>
        </p:sp>
        <p:sp>
          <p:nvSpPr>
            <p:cNvPr id="23" name="Section 3 - Block Diagrams">
              <a:extLst>
                <a:ext uri="{FF2B5EF4-FFF2-40B4-BE49-F238E27FC236}">
                  <a16:creationId xmlns:a16="http://schemas.microsoft.com/office/drawing/2014/main" id="{A56B7B9D-E4F7-CB05-4E81-BFC23DB99A7F}"/>
                </a:ext>
              </a:extLst>
            </p:cNvPr>
            <p:cNvSpPr/>
            <p:nvPr/>
          </p:nvSpPr>
          <p:spPr>
            <a:xfrm>
              <a:off x="3416170"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Block Diagrams</a:t>
              </a:r>
            </a:p>
          </p:txBody>
        </p:sp>
        <p:sp>
          <p:nvSpPr>
            <p:cNvPr id="24" name="Section 4 - Key Requirements">
              <a:extLst>
                <a:ext uri="{FF2B5EF4-FFF2-40B4-BE49-F238E27FC236}">
                  <a16:creationId xmlns:a16="http://schemas.microsoft.com/office/drawing/2014/main" id="{286DD924-D351-8668-A6D9-3FDD45F32E30}"/>
                </a:ext>
              </a:extLst>
            </p:cNvPr>
            <p:cNvSpPr/>
            <p:nvPr/>
          </p:nvSpPr>
          <p:spPr>
            <a:xfrm>
              <a:off x="4728906" y="5902391"/>
              <a:ext cx="1484077"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Key Requirements</a:t>
              </a:r>
            </a:p>
          </p:txBody>
        </p:sp>
        <p:sp>
          <p:nvSpPr>
            <p:cNvPr id="25" name="Section 5 - Trade Studies">
              <a:extLst>
                <a:ext uri="{FF2B5EF4-FFF2-40B4-BE49-F238E27FC236}">
                  <a16:creationId xmlns:a16="http://schemas.microsoft.com/office/drawing/2014/main" id="{BC8B5E8F-4BFD-0126-D4A5-EAC9DA4B6893}"/>
                </a:ext>
              </a:extLst>
            </p:cNvPr>
            <p:cNvSpPr/>
            <p:nvPr/>
          </p:nvSpPr>
          <p:spPr>
            <a:xfrm>
              <a:off x="6151574"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Trade Studies</a:t>
              </a:r>
            </a:p>
          </p:txBody>
        </p:sp>
        <p:sp>
          <p:nvSpPr>
            <p:cNvPr id="26" name="Section 6 - Current Design Space">
              <a:extLst>
                <a:ext uri="{FF2B5EF4-FFF2-40B4-BE49-F238E27FC236}">
                  <a16:creationId xmlns:a16="http://schemas.microsoft.com/office/drawing/2014/main" id="{7C5C6294-F5CC-9DEB-F837-B24C48D257B0}"/>
                </a:ext>
              </a:extLst>
            </p:cNvPr>
            <p:cNvSpPr/>
            <p:nvPr/>
          </p:nvSpPr>
          <p:spPr>
            <a:xfrm>
              <a:off x="7464310" y="5902391"/>
              <a:ext cx="1594008"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Current Design Space</a:t>
              </a:r>
            </a:p>
          </p:txBody>
        </p:sp>
        <p:sp>
          <p:nvSpPr>
            <p:cNvPr id="27" name="Section 7 - Moving Forward">
              <a:extLst>
                <a:ext uri="{FF2B5EF4-FFF2-40B4-BE49-F238E27FC236}">
                  <a16:creationId xmlns:a16="http://schemas.microsoft.com/office/drawing/2014/main" id="{89D219BA-F771-2A27-4DA3-2E28AD42ECB7}"/>
                </a:ext>
              </a:extLst>
            </p:cNvPr>
            <p:cNvSpPr/>
            <p:nvPr/>
          </p:nvSpPr>
          <p:spPr>
            <a:xfrm>
              <a:off x="8996909" y="5902391"/>
              <a:ext cx="1415369"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Moving Forward</a:t>
              </a:r>
            </a:p>
          </p:txBody>
        </p:sp>
        <p:sp>
          <p:nvSpPr>
            <p:cNvPr id="28" name="Section 8 - Q &amp; A">
              <a:extLst>
                <a:ext uri="{FF2B5EF4-FFF2-40B4-BE49-F238E27FC236}">
                  <a16:creationId xmlns:a16="http://schemas.microsoft.com/office/drawing/2014/main" id="{6C3230B4-1BB9-3E50-CB28-7AF46A4EA1BA}"/>
                </a:ext>
              </a:extLst>
            </p:cNvPr>
            <p:cNvSpPr/>
            <p:nvPr/>
          </p:nvSpPr>
          <p:spPr>
            <a:xfrm>
              <a:off x="10350869" y="5902391"/>
              <a:ext cx="1003126"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Q &amp; A</a:t>
              </a:r>
            </a:p>
          </p:txBody>
        </p:sp>
      </p:grpSp>
      <p:sp>
        <p:nvSpPr>
          <p:cNvPr id="29" name="Slide Number Placeholder 23">
            <a:extLst>
              <a:ext uri="{FF2B5EF4-FFF2-40B4-BE49-F238E27FC236}">
                <a16:creationId xmlns:a16="http://schemas.microsoft.com/office/drawing/2014/main" id="{0AB1CD6D-4D8F-DB49-580F-8A776C5A798A}"/>
              </a:ext>
            </a:extLst>
          </p:cNvPr>
          <p:cNvSpPr txBox="1">
            <a:spLocks/>
          </p:cNvSpPr>
          <p:nvPr/>
        </p:nvSpPr>
        <p:spPr>
          <a:xfrm>
            <a:off x="9145743" y="652595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ACAF18C-C32B-5246-8B79-94468F598665}" type="slidenum">
              <a:rPr lang="en-US" smtClean="0"/>
              <a:pPr/>
              <a:t>93</a:t>
            </a:fld>
            <a:endParaRPr lang="en-US"/>
          </a:p>
        </p:txBody>
      </p:sp>
    </p:spTree>
    <p:extLst>
      <p:ext uri="{BB962C8B-B14F-4D97-AF65-F5344CB8AC3E}">
        <p14:creationId xmlns:p14="http://schemas.microsoft.com/office/powerpoint/2010/main" val="384145294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F32A3-3EEF-5C6B-782A-4690F414690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3F92F61-1494-81C6-27E0-E9BBFBFEFA50}"/>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1F42D811-9068-AE53-20A1-CB8AE54A9699}"/>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EE73F582-52E0-8D5D-D43F-16A43588CFDB}"/>
              </a:ext>
            </a:extLst>
          </p:cNvPr>
          <p:cNvSpPr txBox="1"/>
          <p:nvPr/>
        </p:nvSpPr>
        <p:spPr>
          <a:xfrm>
            <a:off x="1281748" y="365760"/>
            <a:ext cx="7680960" cy="658368"/>
          </a:xfrm>
          <a:prstGeom prst="rect">
            <a:avLst/>
          </a:prstGeom>
          <a:noFill/>
          <a:ln/>
        </p:spPr>
        <p:txBody>
          <a:bodyPr wrap="square" lIns="0" tIns="0" rIns="0" bIns="0" rtlCol="0" anchor="ctr"/>
          <a:lstStyle/>
          <a:p>
            <a:r>
              <a:rPr lang="en-US" sz="2800" b="1">
                <a:latin typeface="Arial"/>
                <a:cs typeface="Arial"/>
              </a:rPr>
              <a:t>Design Performance Models – UAS-VSYS</a:t>
            </a:r>
          </a:p>
        </p:txBody>
      </p:sp>
      <p:graphicFrame>
        <p:nvGraphicFramePr>
          <p:cNvPr id="7" name="Table 6">
            <a:extLst>
              <a:ext uri="{FF2B5EF4-FFF2-40B4-BE49-F238E27FC236}">
                <a16:creationId xmlns:a16="http://schemas.microsoft.com/office/drawing/2014/main" id="{3E0DCD2C-A656-4D37-C601-21A91AC6D387}"/>
              </a:ext>
            </a:extLst>
          </p:cNvPr>
          <p:cNvGraphicFramePr>
            <a:graphicFrameLocks noGrp="1"/>
          </p:cNvGraphicFramePr>
          <p:nvPr>
            <p:extLst>
              <p:ext uri="{D42A27DB-BD31-4B8C-83A1-F6EECF244321}">
                <p14:modId xmlns:p14="http://schemas.microsoft.com/office/powerpoint/2010/main" val="2595428976"/>
              </p:ext>
            </p:extLst>
          </p:nvPr>
        </p:nvGraphicFramePr>
        <p:xfrm>
          <a:off x="2397211" y="1293924"/>
          <a:ext cx="9108972" cy="4792629"/>
        </p:xfrm>
        <a:graphic>
          <a:graphicData uri="http://schemas.openxmlformats.org/drawingml/2006/table">
            <a:tbl>
              <a:tblPr firstRow="1" bandRow="1">
                <a:tableStyleId>{5C22544A-7EE6-4342-B048-85BDC9FD1C3A}</a:tableStyleId>
              </a:tblPr>
              <a:tblGrid>
                <a:gridCol w="1883761">
                  <a:extLst>
                    <a:ext uri="{9D8B030D-6E8A-4147-A177-3AD203B41FA5}">
                      <a16:colId xmlns:a16="http://schemas.microsoft.com/office/drawing/2014/main" val="3843996925"/>
                    </a:ext>
                  </a:extLst>
                </a:gridCol>
                <a:gridCol w="5112070">
                  <a:extLst>
                    <a:ext uri="{9D8B030D-6E8A-4147-A177-3AD203B41FA5}">
                      <a16:colId xmlns:a16="http://schemas.microsoft.com/office/drawing/2014/main" val="1194478188"/>
                    </a:ext>
                  </a:extLst>
                </a:gridCol>
                <a:gridCol w="2113141">
                  <a:extLst>
                    <a:ext uri="{9D8B030D-6E8A-4147-A177-3AD203B41FA5}">
                      <a16:colId xmlns:a16="http://schemas.microsoft.com/office/drawing/2014/main" val="1462467012"/>
                    </a:ext>
                  </a:extLst>
                </a:gridCol>
              </a:tblGrid>
              <a:tr h="452139">
                <a:tc>
                  <a:txBody>
                    <a:bodyPr/>
                    <a:lstStyle/>
                    <a:p>
                      <a:pPr algn="ctr"/>
                      <a:r>
                        <a:rPr lang="en-US" sz="1400">
                          <a:latin typeface="Arial"/>
                          <a:cs typeface="Arial"/>
                        </a:rPr>
                        <a:t>Models Used</a:t>
                      </a:r>
                    </a:p>
                  </a:txBody>
                  <a:tcPr/>
                </a:tc>
                <a:tc>
                  <a:txBody>
                    <a:bodyPr/>
                    <a:lstStyle/>
                    <a:p>
                      <a:pPr lvl="0" algn="ctr">
                        <a:buNone/>
                      </a:pPr>
                      <a:r>
                        <a:rPr lang="en-US" sz="1400">
                          <a:latin typeface="Arial"/>
                          <a:cs typeface="Arial"/>
                        </a:rPr>
                        <a:t>Model Details</a:t>
                      </a:r>
                      <a:endParaRPr lang="en-US" sz="1400">
                        <a:latin typeface="Arial" panose="020B0604020202020204" pitchFamily="34" charset="0"/>
                        <a:cs typeface="Arial" panose="020B0604020202020204" pitchFamily="34" charset="0"/>
                      </a:endParaRPr>
                    </a:p>
                  </a:txBody>
                  <a:tcPr/>
                </a:tc>
                <a:tc>
                  <a:txBody>
                    <a:bodyPr/>
                    <a:lstStyle/>
                    <a:p>
                      <a:pPr lvl="0" algn="ctr">
                        <a:buNone/>
                      </a:pPr>
                      <a:r>
                        <a:rPr lang="en-US" sz="1400" b="1" i="0" u="none" strike="noStrike" noProof="0">
                          <a:solidFill>
                            <a:srgbClr val="FFFFFF"/>
                          </a:solidFill>
                          <a:latin typeface="Arial"/>
                          <a:cs typeface="Arial"/>
                        </a:rPr>
                        <a:t>Sub-Team</a:t>
                      </a:r>
                      <a:endParaRPr lang="en-US" sz="1400">
                        <a:latin typeface="Arial"/>
                        <a:cs typeface="Arial"/>
                      </a:endParaRPr>
                    </a:p>
                  </a:txBody>
                  <a:tcPr/>
                </a:tc>
                <a:extLst>
                  <a:ext uri="{0D108BD9-81ED-4DB2-BD59-A6C34878D82A}">
                    <a16:rowId xmlns:a16="http://schemas.microsoft.com/office/drawing/2014/main" val="983860614"/>
                  </a:ext>
                </a:extLst>
              </a:tr>
              <a:tr h="723415">
                <a:tc>
                  <a:txBody>
                    <a:bodyPr/>
                    <a:lstStyle/>
                    <a:p>
                      <a:pPr algn="ctr" fontAlgn="t">
                        <a:buNone/>
                      </a:pPr>
                      <a:r>
                        <a:rPr lang="en-US" sz="1400" b="1" i="0" u="none" strike="noStrike">
                          <a:solidFill>
                            <a:srgbClr val="000000"/>
                          </a:solidFill>
                          <a:effectLst/>
                          <a:latin typeface="Arial" panose="020B0604020202020204" pitchFamily="34" charset="0"/>
                        </a:rPr>
                        <a:t>Chassis drag &amp; volume/mass model</a:t>
                      </a:r>
                    </a:p>
                  </a:txBody>
                  <a:tcPr marL="9525" marR="9525" marT="9525"/>
                </a:tc>
                <a:tc>
                  <a:txBody>
                    <a:bodyPr/>
                    <a:lstStyle/>
                    <a:p>
                      <a:pPr algn="ctr" fontAlgn="t">
                        <a:buNone/>
                      </a:pPr>
                      <a:r>
                        <a:rPr lang="en-US" sz="1400" b="0" i="0" u="none" strike="noStrike">
                          <a:solidFill>
                            <a:srgbClr val="000000"/>
                          </a:solidFill>
                          <a:effectLst/>
                          <a:latin typeface="Arial" panose="020B0604020202020204" pitchFamily="34" charset="0"/>
                        </a:rPr>
                        <a:t>MATLAB bluff-body Cd, internal volume, and mass per shape at fixed dimensions.</a:t>
                      </a:r>
                    </a:p>
                  </a:txBody>
                  <a:tcPr marL="9525" marR="9525" marT="9525"/>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a:ea typeface="+mn-ea"/>
                          <a:cs typeface="Arial"/>
                        </a:rPr>
                        <a:t>Airframe and Aerodynamics</a:t>
                      </a:r>
                    </a:p>
                  </a:txBody>
                  <a:tcPr>
                    <a:solidFill>
                      <a:srgbClr val="92D050"/>
                    </a:solidFill>
                  </a:tcPr>
                </a:tc>
                <a:extLst>
                  <a:ext uri="{0D108BD9-81ED-4DB2-BD59-A6C34878D82A}">
                    <a16:rowId xmlns:a16="http://schemas.microsoft.com/office/drawing/2014/main" val="3764611095"/>
                  </a:ext>
                </a:extLst>
              </a:tr>
              <a:tr h="723415">
                <a:tc>
                  <a:txBody>
                    <a:bodyPr/>
                    <a:lstStyle/>
                    <a:p>
                      <a:pPr algn="ctr" fontAlgn="t">
                        <a:buNone/>
                      </a:pPr>
                      <a:r>
                        <a:rPr lang="en-US" sz="1400" b="1" i="0" u="none" strike="noStrike">
                          <a:solidFill>
                            <a:srgbClr val="000000"/>
                          </a:solidFill>
                          <a:effectLst/>
                          <a:latin typeface="Arial" panose="020B0604020202020204" pitchFamily="34" charset="0"/>
                        </a:rPr>
                        <a:t>Chassis inertia estimate</a:t>
                      </a:r>
                    </a:p>
                  </a:txBody>
                  <a:tcPr marL="9525" marR="9525" marT="9525"/>
                </a:tc>
                <a:tc>
                  <a:txBody>
                    <a:bodyPr/>
                    <a:lstStyle/>
                    <a:p>
                      <a:pPr algn="ctr" fontAlgn="t">
                        <a:buNone/>
                      </a:pPr>
                      <a:r>
                        <a:rPr lang="en-US" sz="1400" b="0" i="0" u="none" strike="noStrike">
                          <a:solidFill>
                            <a:srgbClr val="000000"/>
                          </a:solidFill>
                          <a:effectLst/>
                          <a:latin typeface="Arial" panose="020B0604020202020204" pitchFamily="34" charset="0"/>
                        </a:rPr>
                        <a:t>Chassis inertia per shape from the initial design; input to vehicle dynamics.</a:t>
                      </a:r>
                    </a:p>
                  </a:txBody>
                  <a:tcPr marL="9525" marR="9525" marT="9525"/>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a:ea typeface="+mn-ea"/>
                          <a:cs typeface="Arial"/>
                        </a:rPr>
                        <a:t>Airframe and Aerodynamics</a:t>
                      </a:r>
                    </a:p>
                  </a:txBody>
                  <a:tcPr>
                    <a:solidFill>
                      <a:srgbClr val="92D050"/>
                    </a:solidFill>
                  </a:tcPr>
                </a:tc>
                <a:extLst>
                  <a:ext uri="{0D108BD9-81ED-4DB2-BD59-A6C34878D82A}">
                    <a16:rowId xmlns:a16="http://schemas.microsoft.com/office/drawing/2014/main" val="3777835090"/>
                  </a:ext>
                </a:extLst>
              </a:tr>
              <a:tr h="723415">
                <a:tc>
                  <a:txBody>
                    <a:bodyPr/>
                    <a:lstStyle/>
                    <a:p>
                      <a:pPr algn="ctr" fontAlgn="t">
                        <a:buNone/>
                      </a:pPr>
                      <a:r>
                        <a:rPr lang="en-US" sz="1400" b="1" i="0" u="none" strike="noStrike">
                          <a:solidFill>
                            <a:srgbClr val="000000"/>
                          </a:solidFill>
                          <a:effectLst/>
                          <a:latin typeface="Arial" panose="020B0604020202020204" pitchFamily="34" charset="0"/>
                        </a:rPr>
                        <a:t>Preliminary frame CAD mass model</a:t>
                      </a:r>
                    </a:p>
                  </a:txBody>
                  <a:tcPr marL="9525" marR="9525" marT="9525"/>
                </a:tc>
                <a:tc>
                  <a:txBody>
                    <a:bodyPr/>
                    <a:lstStyle/>
                    <a:p>
                      <a:pPr algn="ctr" fontAlgn="t">
                        <a:buNone/>
                      </a:pPr>
                      <a:r>
                        <a:rPr lang="en-US" sz="1400" b="0" i="0" u="none" strike="noStrike">
                          <a:solidFill>
                            <a:srgbClr val="000000"/>
                          </a:solidFill>
                          <a:effectLst/>
                          <a:latin typeface="Arial" panose="020B0604020202020204" pitchFamily="34" charset="0"/>
                        </a:rPr>
                        <a:t>Frame mass/volume from initial CAD (fixed material, thickness, laser-cut).</a:t>
                      </a:r>
                    </a:p>
                  </a:txBody>
                  <a:tcPr marL="9525" marR="9525" marT="9525"/>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a:ea typeface="+mn-ea"/>
                          <a:cs typeface="Arial"/>
                        </a:rPr>
                        <a:t>Airframe and Aerodynamics</a:t>
                      </a:r>
                    </a:p>
                  </a:txBody>
                  <a:tcPr>
                    <a:solidFill>
                      <a:srgbClr val="92D050"/>
                    </a:solidFill>
                  </a:tcPr>
                </a:tc>
                <a:extLst>
                  <a:ext uri="{0D108BD9-81ED-4DB2-BD59-A6C34878D82A}">
                    <a16:rowId xmlns:a16="http://schemas.microsoft.com/office/drawing/2014/main" val="3780857582"/>
                  </a:ext>
                </a:extLst>
              </a:tr>
              <a:tr h="723415">
                <a:tc>
                  <a:txBody>
                    <a:bodyPr/>
                    <a:lstStyle/>
                    <a:p>
                      <a:pPr algn="ctr" fontAlgn="t">
                        <a:buNone/>
                      </a:pPr>
                      <a:r>
                        <a:rPr lang="en-US" sz="1400" b="1" i="0" u="none" strike="noStrike">
                          <a:solidFill>
                            <a:srgbClr val="000000"/>
                          </a:solidFill>
                          <a:effectLst/>
                          <a:latin typeface="Arial" panose="020B0604020202020204" pitchFamily="34" charset="0"/>
                        </a:rPr>
                        <a:t>Rotor-arm cantilever deflection model</a:t>
                      </a:r>
                    </a:p>
                  </a:txBody>
                  <a:tcPr marL="9525" marR="9525" marT="9525"/>
                </a:tc>
                <a:tc>
                  <a:txBody>
                    <a:bodyPr/>
                    <a:lstStyle/>
                    <a:p>
                      <a:pPr algn="ctr" fontAlgn="t">
                        <a:buNone/>
                      </a:pPr>
                      <a:r>
                        <a:rPr lang="en-US" sz="1400" b="0" i="0" u="none" strike="noStrike">
                          <a:solidFill>
                            <a:srgbClr val="000000"/>
                          </a:solidFill>
                          <a:effectLst/>
                          <a:latin typeface="Arial" panose="020B0604020202020204" pitchFamily="34" charset="0"/>
                        </a:rPr>
                        <a:t>Hollow cantilever arm with tip thrust load; deflection vs. material, length, diameter. L = 150 mm, ID 70% of OD (trade sheet says 60%), rigid joint.</a:t>
                      </a:r>
                    </a:p>
                  </a:txBody>
                  <a:tcPr marL="9525" marR="9525" marT="9525"/>
                </a:tc>
                <a:tc>
                  <a:txBody>
                    <a:bodyPr/>
                    <a:lstStyle/>
                    <a:p>
                      <a:pPr algn="ctr"/>
                      <a:r>
                        <a:rPr lang="en-US" sz="1400">
                          <a:latin typeface="Arial"/>
                          <a:cs typeface="Arial"/>
                        </a:rPr>
                        <a:t>Airframe and Aerodynamics</a:t>
                      </a:r>
                    </a:p>
                  </a:txBody>
                  <a:tcPr>
                    <a:solidFill>
                      <a:srgbClr val="92D050"/>
                    </a:solidFill>
                  </a:tcPr>
                </a:tc>
                <a:extLst>
                  <a:ext uri="{0D108BD9-81ED-4DB2-BD59-A6C34878D82A}">
                    <a16:rowId xmlns:a16="http://schemas.microsoft.com/office/drawing/2014/main" val="2689440780"/>
                  </a:ext>
                </a:extLst>
              </a:tr>
              <a:tr h="723415">
                <a:tc>
                  <a:txBody>
                    <a:bodyPr/>
                    <a:lstStyle/>
                    <a:p>
                      <a:pPr algn="ctr" fontAlgn="t">
                        <a:buNone/>
                      </a:pPr>
                      <a:r>
                        <a:rPr lang="en-US" sz="1400" b="1" i="0" u="none" strike="noStrike">
                          <a:solidFill>
                            <a:srgbClr val="000000"/>
                          </a:solidFill>
                          <a:effectLst/>
                          <a:latin typeface="Arial" panose="020B0604020202020204" pitchFamily="34" charset="0"/>
                        </a:rPr>
                        <a:t>Chassis bending-stress model</a:t>
                      </a:r>
                    </a:p>
                  </a:txBody>
                  <a:tcPr marL="9525" marR="9525" marT="9525"/>
                </a:tc>
                <a:tc>
                  <a:txBody>
                    <a:bodyPr/>
                    <a:lstStyle/>
                    <a:p>
                      <a:pPr algn="ctr" fontAlgn="t">
                        <a:buNone/>
                      </a:pPr>
                      <a:r>
                        <a:rPr lang="en-US" sz="1400" b="0" i="0" u="none" strike="noStrike">
                          <a:solidFill>
                            <a:srgbClr val="000000"/>
                          </a:solidFill>
                          <a:effectLst/>
                          <a:latin typeface="Arial" panose="020B0604020202020204" pitchFamily="34" charset="0"/>
                        </a:rPr>
                        <a:t>Chassis bending stress vs. yield strength. T/W 1.5, point loads, monobody frame.</a:t>
                      </a:r>
                    </a:p>
                  </a:txBody>
                  <a:tcPr marL="9525" marR="9525" marT="9525"/>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latin typeface="Arial"/>
                          <a:cs typeface="Arial"/>
                        </a:rPr>
                        <a:t>Airframe and Aerodynamics</a:t>
                      </a:r>
                    </a:p>
                  </a:txBody>
                  <a:tcPr>
                    <a:solidFill>
                      <a:srgbClr val="92D050"/>
                    </a:solidFill>
                  </a:tcPr>
                </a:tc>
                <a:extLst>
                  <a:ext uri="{0D108BD9-81ED-4DB2-BD59-A6C34878D82A}">
                    <a16:rowId xmlns:a16="http://schemas.microsoft.com/office/drawing/2014/main" val="2769638118"/>
                  </a:ext>
                </a:extLst>
              </a:tr>
              <a:tr h="723415">
                <a:tc>
                  <a:txBody>
                    <a:bodyPr/>
                    <a:lstStyle/>
                    <a:p>
                      <a:pPr algn="ctr" fontAlgn="t">
                        <a:buNone/>
                      </a:pPr>
                      <a:r>
                        <a:rPr lang="en-US" sz="1400" b="1" i="0" u="none" strike="noStrike">
                          <a:solidFill>
                            <a:srgbClr val="000000"/>
                          </a:solidFill>
                          <a:effectLst/>
                          <a:latin typeface="Arial" panose="020B0604020202020204" pitchFamily="34" charset="0"/>
                        </a:rPr>
                        <a:t>Lumped-capacitance thermal model</a:t>
                      </a:r>
                    </a:p>
                  </a:txBody>
                  <a:tcPr marL="9525" marR="9525" marT="9525"/>
                </a:tc>
                <a:tc>
                  <a:txBody>
                    <a:bodyPr/>
                    <a:lstStyle/>
                    <a:p>
                      <a:pPr algn="ctr" fontAlgn="t">
                        <a:buNone/>
                      </a:pPr>
                      <a:r>
                        <a:rPr lang="en-US" sz="1400" b="0" i="0" u="none" strike="noStrike">
                          <a:solidFill>
                            <a:srgbClr val="000000"/>
                          </a:solidFill>
                          <a:effectLst/>
                          <a:latin typeface="Arial" panose="020B0604020202020204" pitchFamily="34" charset="0"/>
                        </a:rPr>
                        <a:t>MATLAB estimate of avionics, battery, and cage temperatures per chassis material and shape.</a:t>
                      </a:r>
                    </a:p>
                  </a:txBody>
                  <a:tcPr marL="9525" marR="9525" marT="9525"/>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latin typeface="Arial"/>
                          <a:cs typeface="Arial"/>
                        </a:rPr>
                        <a:t>Airframe and Aerodynamics</a:t>
                      </a:r>
                    </a:p>
                  </a:txBody>
                  <a:tcPr>
                    <a:solidFill>
                      <a:srgbClr val="92D050"/>
                    </a:solidFill>
                  </a:tcPr>
                </a:tc>
                <a:extLst>
                  <a:ext uri="{0D108BD9-81ED-4DB2-BD59-A6C34878D82A}">
                    <a16:rowId xmlns:a16="http://schemas.microsoft.com/office/drawing/2014/main" val="739652036"/>
                  </a:ext>
                </a:extLst>
              </a:tr>
            </a:tbl>
          </a:graphicData>
        </a:graphic>
      </p:graphicFrame>
      <p:sp>
        <p:nvSpPr>
          <p:cNvPr id="8" name="Shape 2">
            <a:extLst>
              <a:ext uri="{FF2B5EF4-FFF2-40B4-BE49-F238E27FC236}">
                <a16:creationId xmlns:a16="http://schemas.microsoft.com/office/drawing/2014/main" id="{1492F35C-33FD-B9FF-BA1B-339415AD9B83}"/>
              </a:ext>
            </a:extLst>
          </p:cNvPr>
          <p:cNvSpPr/>
          <p:nvPr/>
        </p:nvSpPr>
        <p:spPr>
          <a:xfrm>
            <a:off x="9736853" y="457200"/>
            <a:ext cx="1996487" cy="329184"/>
          </a:xfrm>
          <a:prstGeom prst="roundRect">
            <a:avLst>
              <a:gd name="adj" fmla="val 50000"/>
            </a:avLst>
          </a:prstGeom>
          <a:solidFill>
            <a:srgbClr val="C6890F"/>
          </a:solidFill>
          <a:ln/>
        </p:spPr>
        <p:txBody>
          <a:bodyPr lIns="91440" tIns="45720" rIns="91440" bIns="45720" anchor="ctr"/>
          <a:lstStyle/>
          <a:p>
            <a:pPr algn="ctr"/>
            <a:r>
              <a:rPr lang="en-US" sz="1000" b="1">
                <a:latin typeface="Arial"/>
                <a:cs typeface="Arial"/>
              </a:rPr>
              <a:t>Model and Prototyping Plan</a:t>
            </a:r>
          </a:p>
        </p:txBody>
      </p:sp>
      <p:sp>
        <p:nvSpPr>
          <p:cNvPr id="9" name="Left Brace 8">
            <a:extLst>
              <a:ext uri="{FF2B5EF4-FFF2-40B4-BE49-F238E27FC236}">
                <a16:creationId xmlns:a16="http://schemas.microsoft.com/office/drawing/2014/main" id="{7596B008-384D-17FC-7251-2C4AFC0DB387}"/>
              </a:ext>
            </a:extLst>
          </p:cNvPr>
          <p:cNvSpPr/>
          <p:nvPr/>
        </p:nvSpPr>
        <p:spPr>
          <a:xfrm>
            <a:off x="1281748" y="1791730"/>
            <a:ext cx="1016609" cy="163727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Left Brace 9">
            <a:extLst>
              <a:ext uri="{FF2B5EF4-FFF2-40B4-BE49-F238E27FC236}">
                <a16:creationId xmlns:a16="http://schemas.microsoft.com/office/drawing/2014/main" id="{25AF7442-1C14-E34C-0098-87D0631029FC}"/>
              </a:ext>
            </a:extLst>
          </p:cNvPr>
          <p:cNvSpPr/>
          <p:nvPr/>
        </p:nvSpPr>
        <p:spPr>
          <a:xfrm>
            <a:off x="1281748" y="4196602"/>
            <a:ext cx="1016609" cy="163727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CA3BE652-152B-A924-B8A8-C09B0E8BF7D5}"/>
              </a:ext>
            </a:extLst>
          </p:cNvPr>
          <p:cNvSpPr txBox="1"/>
          <p:nvPr/>
        </p:nvSpPr>
        <p:spPr>
          <a:xfrm>
            <a:off x="3405" y="2199733"/>
            <a:ext cx="1565903" cy="877163"/>
          </a:xfrm>
          <a:prstGeom prst="rect">
            <a:avLst/>
          </a:prstGeom>
          <a:noFill/>
        </p:spPr>
        <p:txBody>
          <a:bodyPr wrap="square" rtlCol="0">
            <a:spAutoFit/>
          </a:bodyPr>
          <a:lstStyle/>
          <a:p>
            <a:pPr algn="ctr"/>
            <a:r>
              <a:rPr lang="en-US" sz="1700" b="1"/>
              <a:t>Volume</a:t>
            </a:r>
          </a:p>
          <a:p>
            <a:pPr algn="ctr"/>
            <a:r>
              <a:rPr lang="en-US" sz="1700" b="1"/>
              <a:t>&amp; </a:t>
            </a:r>
          </a:p>
          <a:p>
            <a:pPr algn="ctr"/>
            <a:r>
              <a:rPr lang="en-US" sz="1700" b="1"/>
              <a:t>Mass Models</a:t>
            </a:r>
          </a:p>
        </p:txBody>
      </p:sp>
      <p:sp>
        <p:nvSpPr>
          <p:cNvPr id="12" name="TextBox 11">
            <a:extLst>
              <a:ext uri="{FF2B5EF4-FFF2-40B4-BE49-F238E27FC236}">
                <a16:creationId xmlns:a16="http://schemas.microsoft.com/office/drawing/2014/main" id="{9E995CF8-0512-A8EF-7F90-2122E35F4DE6}"/>
              </a:ext>
            </a:extLst>
          </p:cNvPr>
          <p:cNvSpPr txBox="1"/>
          <p:nvPr/>
        </p:nvSpPr>
        <p:spPr>
          <a:xfrm>
            <a:off x="-97136" y="4445850"/>
            <a:ext cx="1565903" cy="1138773"/>
          </a:xfrm>
          <a:prstGeom prst="rect">
            <a:avLst/>
          </a:prstGeom>
          <a:noFill/>
        </p:spPr>
        <p:txBody>
          <a:bodyPr wrap="square" rtlCol="0">
            <a:spAutoFit/>
          </a:bodyPr>
          <a:lstStyle/>
          <a:p>
            <a:pPr algn="ctr"/>
            <a:r>
              <a:rPr lang="en-US" sz="1700" b="1"/>
              <a:t>Moments </a:t>
            </a:r>
          </a:p>
          <a:p>
            <a:pPr algn="ctr"/>
            <a:r>
              <a:rPr lang="en-US" sz="1700" b="1"/>
              <a:t>and </a:t>
            </a:r>
          </a:p>
          <a:p>
            <a:pPr algn="ctr"/>
            <a:r>
              <a:rPr lang="en-US" sz="1700" b="1"/>
              <a:t>Thermal Models</a:t>
            </a:r>
          </a:p>
        </p:txBody>
      </p:sp>
      <p:grpSp>
        <p:nvGrpSpPr>
          <p:cNvPr id="5" name="Progress Bar - 7 Moving Forward">
            <a:extLst>
              <a:ext uri="{FF2B5EF4-FFF2-40B4-BE49-F238E27FC236}">
                <a16:creationId xmlns:a16="http://schemas.microsoft.com/office/drawing/2014/main" id="{2B538683-6B8E-2589-F8F0-7F68DEAB2443}"/>
              </a:ext>
            </a:extLst>
          </p:cNvPr>
          <p:cNvGrpSpPr/>
          <p:nvPr/>
        </p:nvGrpSpPr>
        <p:grpSpPr>
          <a:xfrm>
            <a:off x="814351" y="6567901"/>
            <a:ext cx="10563297" cy="276999"/>
            <a:chOff x="790698" y="5902391"/>
            <a:chExt cx="10563297" cy="276999"/>
          </a:xfrm>
        </p:grpSpPr>
        <p:sp>
          <p:nvSpPr>
            <p:cNvPr id="13" name="Section 1 - Background">
              <a:extLst>
                <a:ext uri="{FF2B5EF4-FFF2-40B4-BE49-F238E27FC236}">
                  <a16:creationId xmlns:a16="http://schemas.microsoft.com/office/drawing/2014/main" id="{F11DF64C-5F36-3D8E-C34B-7DCEDF175082}"/>
                </a:ext>
              </a:extLst>
            </p:cNvPr>
            <p:cNvSpPr/>
            <p:nvPr/>
          </p:nvSpPr>
          <p:spPr>
            <a:xfrm>
              <a:off x="790698" y="5902391"/>
              <a:ext cx="1374145" cy="276999"/>
            </a:xfrm>
            <a:prstGeom prst="homePlate">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0">
                  <a:solidFill>
                    <a:srgbClr val="FFFFFF"/>
                  </a:solidFill>
                  <a:latin typeface="Calibri"/>
                </a:rPr>
                <a:t>Background</a:t>
              </a:r>
            </a:p>
          </p:txBody>
        </p:sp>
        <p:sp>
          <p:nvSpPr>
            <p:cNvPr id="14" name="Section 2 - ConOps">
              <a:extLst>
                <a:ext uri="{FF2B5EF4-FFF2-40B4-BE49-F238E27FC236}">
                  <a16:creationId xmlns:a16="http://schemas.microsoft.com/office/drawing/2014/main" id="{73D41BC6-DA24-DA9E-BE03-E010AB0A1D80}"/>
                </a:ext>
              </a:extLst>
            </p:cNvPr>
            <p:cNvSpPr/>
            <p:nvPr/>
          </p:nvSpPr>
          <p:spPr>
            <a:xfrm>
              <a:off x="2103434"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ConOps</a:t>
              </a:r>
            </a:p>
          </p:txBody>
        </p:sp>
        <p:sp>
          <p:nvSpPr>
            <p:cNvPr id="15" name="Section 3 - Block Diagrams">
              <a:extLst>
                <a:ext uri="{FF2B5EF4-FFF2-40B4-BE49-F238E27FC236}">
                  <a16:creationId xmlns:a16="http://schemas.microsoft.com/office/drawing/2014/main" id="{797DB59C-96DF-9370-755F-59B9DEBA7626}"/>
                </a:ext>
              </a:extLst>
            </p:cNvPr>
            <p:cNvSpPr/>
            <p:nvPr/>
          </p:nvSpPr>
          <p:spPr>
            <a:xfrm>
              <a:off x="3416170"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Block Diagrams</a:t>
              </a:r>
            </a:p>
          </p:txBody>
        </p:sp>
        <p:sp>
          <p:nvSpPr>
            <p:cNvPr id="16" name="Section 4 - Key Requirements">
              <a:extLst>
                <a:ext uri="{FF2B5EF4-FFF2-40B4-BE49-F238E27FC236}">
                  <a16:creationId xmlns:a16="http://schemas.microsoft.com/office/drawing/2014/main" id="{66A84F81-5F96-8E52-9E87-B59B940D32D2}"/>
                </a:ext>
              </a:extLst>
            </p:cNvPr>
            <p:cNvSpPr/>
            <p:nvPr/>
          </p:nvSpPr>
          <p:spPr>
            <a:xfrm>
              <a:off x="4728906" y="5902391"/>
              <a:ext cx="1484077"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Key Requirements</a:t>
              </a:r>
            </a:p>
          </p:txBody>
        </p:sp>
        <p:sp>
          <p:nvSpPr>
            <p:cNvPr id="17" name="Section 5 - Trade Studies">
              <a:extLst>
                <a:ext uri="{FF2B5EF4-FFF2-40B4-BE49-F238E27FC236}">
                  <a16:creationId xmlns:a16="http://schemas.microsoft.com/office/drawing/2014/main" id="{CB57597F-211C-E85C-3892-2416E8778C9C}"/>
                </a:ext>
              </a:extLst>
            </p:cNvPr>
            <p:cNvSpPr/>
            <p:nvPr/>
          </p:nvSpPr>
          <p:spPr>
            <a:xfrm>
              <a:off x="6151574"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Trade Studies</a:t>
              </a:r>
            </a:p>
          </p:txBody>
        </p:sp>
        <p:sp>
          <p:nvSpPr>
            <p:cNvPr id="18" name="Section 6 - Current Design Space">
              <a:extLst>
                <a:ext uri="{FF2B5EF4-FFF2-40B4-BE49-F238E27FC236}">
                  <a16:creationId xmlns:a16="http://schemas.microsoft.com/office/drawing/2014/main" id="{E3938179-9CBC-34C6-D79D-0B541E37884D}"/>
                </a:ext>
              </a:extLst>
            </p:cNvPr>
            <p:cNvSpPr/>
            <p:nvPr/>
          </p:nvSpPr>
          <p:spPr>
            <a:xfrm>
              <a:off x="7464310" y="5902391"/>
              <a:ext cx="1594008"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Current Design Space</a:t>
              </a:r>
            </a:p>
          </p:txBody>
        </p:sp>
        <p:sp>
          <p:nvSpPr>
            <p:cNvPr id="19" name="Section 7 - Moving Forward">
              <a:extLst>
                <a:ext uri="{FF2B5EF4-FFF2-40B4-BE49-F238E27FC236}">
                  <a16:creationId xmlns:a16="http://schemas.microsoft.com/office/drawing/2014/main" id="{B9CA868B-FA9F-0B77-BAD2-AB0C3A9E2C80}"/>
                </a:ext>
              </a:extLst>
            </p:cNvPr>
            <p:cNvSpPr/>
            <p:nvPr/>
          </p:nvSpPr>
          <p:spPr>
            <a:xfrm>
              <a:off x="8996909" y="5902391"/>
              <a:ext cx="1415369"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Moving Forward</a:t>
              </a:r>
            </a:p>
          </p:txBody>
        </p:sp>
        <p:sp>
          <p:nvSpPr>
            <p:cNvPr id="20" name="Section 8 - Q &amp; A">
              <a:extLst>
                <a:ext uri="{FF2B5EF4-FFF2-40B4-BE49-F238E27FC236}">
                  <a16:creationId xmlns:a16="http://schemas.microsoft.com/office/drawing/2014/main" id="{EE956484-1211-EA11-CDF0-9DF60CD69629}"/>
                </a:ext>
              </a:extLst>
            </p:cNvPr>
            <p:cNvSpPr/>
            <p:nvPr/>
          </p:nvSpPr>
          <p:spPr>
            <a:xfrm>
              <a:off x="10350869" y="5902391"/>
              <a:ext cx="1003126"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Q &amp; A</a:t>
              </a:r>
            </a:p>
          </p:txBody>
        </p:sp>
      </p:grpSp>
      <p:sp>
        <p:nvSpPr>
          <p:cNvPr id="21" name="Slide Number Placeholder 23">
            <a:extLst>
              <a:ext uri="{FF2B5EF4-FFF2-40B4-BE49-F238E27FC236}">
                <a16:creationId xmlns:a16="http://schemas.microsoft.com/office/drawing/2014/main" id="{4967221A-1490-6B11-0DD2-731A70BB9244}"/>
              </a:ext>
            </a:extLst>
          </p:cNvPr>
          <p:cNvSpPr txBox="1">
            <a:spLocks/>
          </p:cNvSpPr>
          <p:nvPr/>
        </p:nvSpPr>
        <p:spPr>
          <a:xfrm>
            <a:off x="9145743" y="652595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ACAF18C-C32B-5246-8B79-94468F598665}" type="slidenum">
              <a:rPr lang="en-US" smtClean="0"/>
              <a:pPr/>
              <a:t>94</a:t>
            </a:fld>
            <a:endParaRPr lang="en-US"/>
          </a:p>
        </p:txBody>
      </p:sp>
    </p:spTree>
    <p:extLst>
      <p:ext uri="{BB962C8B-B14F-4D97-AF65-F5344CB8AC3E}">
        <p14:creationId xmlns:p14="http://schemas.microsoft.com/office/powerpoint/2010/main" val="43037417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2119B-8AAA-A60F-2829-9AFEC680709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D5BEF69-ADCC-6D7D-59C3-2D2A0E90F44E}"/>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6ABDA581-859D-DDFA-DE44-68528BE41C9D}"/>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3092402C-E9D4-F803-AB6B-10516524D60F}"/>
              </a:ext>
            </a:extLst>
          </p:cNvPr>
          <p:cNvSpPr txBox="1"/>
          <p:nvPr/>
        </p:nvSpPr>
        <p:spPr>
          <a:xfrm>
            <a:off x="1281748" y="365760"/>
            <a:ext cx="7680960" cy="658368"/>
          </a:xfrm>
          <a:prstGeom prst="rect">
            <a:avLst/>
          </a:prstGeom>
          <a:noFill/>
          <a:ln/>
        </p:spPr>
        <p:txBody>
          <a:bodyPr wrap="square" lIns="0" tIns="0" rIns="0" bIns="0" rtlCol="0" anchor="ctr"/>
          <a:lstStyle/>
          <a:p>
            <a:r>
              <a:rPr lang="en-US" sz="2800" b="1">
                <a:latin typeface="Arial"/>
                <a:cs typeface="Arial"/>
              </a:rPr>
              <a:t>Design Performance Models – UAS-GNCC</a:t>
            </a:r>
          </a:p>
        </p:txBody>
      </p:sp>
      <p:sp>
        <p:nvSpPr>
          <p:cNvPr id="5" name="Shape 2">
            <a:extLst>
              <a:ext uri="{FF2B5EF4-FFF2-40B4-BE49-F238E27FC236}">
                <a16:creationId xmlns:a16="http://schemas.microsoft.com/office/drawing/2014/main" id="{FFF86302-1FD8-9B71-2057-7D5652D3287F}"/>
              </a:ext>
            </a:extLst>
          </p:cNvPr>
          <p:cNvSpPr/>
          <p:nvPr/>
        </p:nvSpPr>
        <p:spPr>
          <a:xfrm>
            <a:off x="9736853" y="457200"/>
            <a:ext cx="1996487" cy="329184"/>
          </a:xfrm>
          <a:prstGeom prst="roundRect">
            <a:avLst>
              <a:gd name="adj" fmla="val 50000"/>
            </a:avLst>
          </a:prstGeom>
          <a:solidFill>
            <a:srgbClr val="C6890F"/>
          </a:solidFill>
          <a:ln/>
        </p:spPr>
        <p:txBody>
          <a:bodyPr lIns="91440" tIns="45720" rIns="91440" bIns="45720" anchor="ctr"/>
          <a:lstStyle/>
          <a:p>
            <a:pPr algn="ctr"/>
            <a:r>
              <a:rPr lang="en-US" sz="1000" b="1">
                <a:latin typeface="Arial"/>
                <a:cs typeface="Arial"/>
              </a:rPr>
              <a:t>Model and Prototyping Plan</a:t>
            </a:r>
          </a:p>
        </p:txBody>
      </p:sp>
      <p:graphicFrame>
        <p:nvGraphicFramePr>
          <p:cNvPr id="7" name="Table 6">
            <a:extLst>
              <a:ext uri="{FF2B5EF4-FFF2-40B4-BE49-F238E27FC236}">
                <a16:creationId xmlns:a16="http://schemas.microsoft.com/office/drawing/2014/main" id="{E23CF280-2356-1FF0-3B17-D96659358B0B}"/>
              </a:ext>
            </a:extLst>
          </p:cNvPr>
          <p:cNvGraphicFramePr>
            <a:graphicFrameLocks noGrp="1"/>
          </p:cNvGraphicFramePr>
          <p:nvPr>
            <p:extLst>
              <p:ext uri="{D42A27DB-BD31-4B8C-83A1-F6EECF244321}">
                <p14:modId xmlns:p14="http://schemas.microsoft.com/office/powerpoint/2010/main" val="4115250608"/>
              </p:ext>
            </p:extLst>
          </p:nvPr>
        </p:nvGraphicFramePr>
        <p:xfrm>
          <a:off x="2483708" y="1589234"/>
          <a:ext cx="9108972" cy="4254484"/>
        </p:xfrm>
        <a:graphic>
          <a:graphicData uri="http://schemas.openxmlformats.org/drawingml/2006/table">
            <a:tbl>
              <a:tblPr firstRow="1" bandRow="1">
                <a:tableStyleId>{5C22544A-7EE6-4342-B048-85BDC9FD1C3A}</a:tableStyleId>
              </a:tblPr>
              <a:tblGrid>
                <a:gridCol w="1883761">
                  <a:extLst>
                    <a:ext uri="{9D8B030D-6E8A-4147-A177-3AD203B41FA5}">
                      <a16:colId xmlns:a16="http://schemas.microsoft.com/office/drawing/2014/main" val="3843996925"/>
                    </a:ext>
                  </a:extLst>
                </a:gridCol>
                <a:gridCol w="5112070">
                  <a:extLst>
                    <a:ext uri="{9D8B030D-6E8A-4147-A177-3AD203B41FA5}">
                      <a16:colId xmlns:a16="http://schemas.microsoft.com/office/drawing/2014/main" val="1194478188"/>
                    </a:ext>
                  </a:extLst>
                </a:gridCol>
                <a:gridCol w="2113141">
                  <a:extLst>
                    <a:ext uri="{9D8B030D-6E8A-4147-A177-3AD203B41FA5}">
                      <a16:colId xmlns:a16="http://schemas.microsoft.com/office/drawing/2014/main" val="1462467012"/>
                    </a:ext>
                  </a:extLst>
                </a:gridCol>
              </a:tblGrid>
              <a:tr h="452139">
                <a:tc>
                  <a:txBody>
                    <a:bodyPr/>
                    <a:lstStyle/>
                    <a:p>
                      <a:pPr algn="ctr"/>
                      <a:r>
                        <a:rPr lang="en-US" sz="1400">
                          <a:latin typeface="Arial"/>
                          <a:cs typeface="Arial"/>
                        </a:rPr>
                        <a:t>Models Used</a:t>
                      </a:r>
                    </a:p>
                  </a:txBody>
                  <a:tcPr/>
                </a:tc>
                <a:tc>
                  <a:txBody>
                    <a:bodyPr/>
                    <a:lstStyle/>
                    <a:p>
                      <a:pPr lvl="0" algn="ctr">
                        <a:buNone/>
                      </a:pPr>
                      <a:r>
                        <a:rPr lang="en-US" sz="1400">
                          <a:latin typeface="Arial"/>
                          <a:cs typeface="Arial"/>
                        </a:rPr>
                        <a:t>Model Details</a:t>
                      </a:r>
                      <a:endParaRPr lang="en-US" sz="1400">
                        <a:latin typeface="Arial" panose="020B0604020202020204" pitchFamily="34" charset="0"/>
                        <a:cs typeface="Arial" panose="020B0604020202020204" pitchFamily="34" charset="0"/>
                      </a:endParaRPr>
                    </a:p>
                  </a:txBody>
                  <a:tcPr/>
                </a:tc>
                <a:tc>
                  <a:txBody>
                    <a:bodyPr/>
                    <a:lstStyle/>
                    <a:p>
                      <a:pPr lvl="0" algn="ctr">
                        <a:buNone/>
                      </a:pPr>
                      <a:r>
                        <a:rPr lang="en-US" sz="1400" b="1" i="0" u="none" strike="noStrike" noProof="0">
                          <a:solidFill>
                            <a:srgbClr val="FFFFFF"/>
                          </a:solidFill>
                          <a:latin typeface="Arial"/>
                          <a:cs typeface="Arial"/>
                        </a:rPr>
                        <a:t>Sub-Team</a:t>
                      </a:r>
                      <a:endParaRPr lang="en-US" sz="1400">
                        <a:latin typeface="Arial"/>
                        <a:cs typeface="Arial"/>
                      </a:endParaRPr>
                    </a:p>
                  </a:txBody>
                  <a:tcPr/>
                </a:tc>
                <a:extLst>
                  <a:ext uri="{0D108BD9-81ED-4DB2-BD59-A6C34878D82A}">
                    <a16:rowId xmlns:a16="http://schemas.microsoft.com/office/drawing/2014/main" val="983860614"/>
                  </a:ext>
                </a:extLst>
              </a:tr>
              <a:tr h="723415">
                <a:tc>
                  <a:txBody>
                    <a:bodyPr/>
                    <a:lstStyle/>
                    <a:p>
                      <a:pPr algn="ctr" fontAlgn="t">
                        <a:buNone/>
                      </a:pPr>
                      <a:r>
                        <a:rPr lang="en-US" sz="1400" b="1" i="0" u="none" strike="noStrike">
                          <a:solidFill>
                            <a:srgbClr val="000000"/>
                          </a:solidFill>
                          <a:effectLst/>
                          <a:latin typeface="Arial"/>
                        </a:rPr>
                        <a:t>Nonlinear 6-DOF EOM &amp; SLUF/hover model</a:t>
                      </a:r>
                    </a:p>
                  </a:txBody>
                  <a:tcPr marL="9525" marR="9525" marT="9525"/>
                </a:tc>
                <a:tc>
                  <a:txBody>
                    <a:bodyPr/>
                    <a:lstStyle/>
                    <a:p>
                      <a:pPr marL="285750" indent="-285750" algn="ctr" fontAlgn="t">
                        <a:buFont typeface="Arial" panose="020B0604020202020204" pitchFamily="34" charset="0"/>
                        <a:buChar char="•"/>
                      </a:pPr>
                      <a:r>
                        <a:rPr lang="en-US" sz="1400" b="0" i="0" u="none" strike="noStrike">
                          <a:solidFill>
                            <a:srgbClr val="000000"/>
                          </a:solidFill>
                          <a:effectLst/>
                          <a:latin typeface="Arial" panose="020B0604020202020204" pitchFamily="34" charset="0"/>
                        </a:rPr>
                        <a:t>12 variable-state linearized EOM Model about hover to gain control laws, and plan to simulate UAS dynamics.</a:t>
                      </a:r>
                    </a:p>
                  </a:txBody>
                  <a:tcPr marL="9525" marR="9525" marT="9525"/>
                </a:tc>
                <a:tc>
                  <a:txBody>
                    <a:bodyPr/>
                    <a:lstStyle/>
                    <a:p>
                      <a:pPr algn="ctr"/>
                      <a:r>
                        <a:rPr lang="en-US" sz="1400">
                          <a:latin typeface="Arial"/>
                          <a:cs typeface="Arial"/>
                        </a:rPr>
                        <a:t>GNC</a:t>
                      </a:r>
                    </a:p>
                  </a:txBody>
                  <a:tcPr>
                    <a:solidFill>
                      <a:srgbClr val="FF7471"/>
                    </a:solidFill>
                  </a:tcPr>
                </a:tc>
                <a:extLst>
                  <a:ext uri="{0D108BD9-81ED-4DB2-BD59-A6C34878D82A}">
                    <a16:rowId xmlns:a16="http://schemas.microsoft.com/office/drawing/2014/main" val="3764611095"/>
                  </a:ext>
                </a:extLst>
              </a:tr>
              <a:tr h="723415">
                <a:tc>
                  <a:txBody>
                    <a:bodyPr/>
                    <a:lstStyle/>
                    <a:p>
                      <a:pPr algn="ctr" fontAlgn="t">
                        <a:buNone/>
                      </a:pPr>
                      <a:r>
                        <a:rPr lang="en-US" sz="1400" b="1" i="0" u="none" strike="noStrike">
                          <a:solidFill>
                            <a:srgbClr val="000000"/>
                          </a:solidFill>
                          <a:effectLst/>
                          <a:latin typeface="Arial"/>
                        </a:rPr>
                        <a:t>Disturbance-response simulations (control laws)</a:t>
                      </a:r>
                    </a:p>
                  </a:txBody>
                  <a:tcPr marL="9525" marR="9525" marT="9525"/>
                </a:tc>
                <a:tc>
                  <a:txBody>
                    <a:bodyPr/>
                    <a:lstStyle/>
                    <a:p>
                      <a:pPr algn="ctr" fontAlgn="t">
                        <a:buNone/>
                      </a:pPr>
                      <a:r>
                        <a:rPr lang="en-US" sz="1400" b="0" i="0" u="none" strike="noStrike">
                          <a:solidFill>
                            <a:srgbClr val="000000"/>
                          </a:solidFill>
                          <a:effectLst/>
                          <a:latin typeface="Arial"/>
                        </a:rPr>
                        <a:t>Response to a ±0.1 rad/s pitch-rate disturbance for PD, CPID/PD, CPID. PD is noisy; CPID/PD Z-velocity doesn't return to trim (no inner-loop integral).</a:t>
                      </a:r>
                    </a:p>
                  </a:txBody>
                  <a:tcPr marL="9525" marR="9525" marT="9525"/>
                </a:tc>
                <a:tc>
                  <a:txBody>
                    <a:bodyPr/>
                    <a:lstStyle/>
                    <a:p>
                      <a:pPr algn="ctr"/>
                      <a:r>
                        <a:rPr lang="en-US" sz="1400">
                          <a:latin typeface="Arial"/>
                          <a:cs typeface="Arial"/>
                        </a:rPr>
                        <a:t>GNC</a:t>
                      </a:r>
                    </a:p>
                  </a:txBody>
                  <a:tcPr>
                    <a:solidFill>
                      <a:srgbClr val="FF7471"/>
                    </a:solidFill>
                  </a:tcPr>
                </a:tc>
                <a:extLst>
                  <a:ext uri="{0D108BD9-81ED-4DB2-BD59-A6C34878D82A}">
                    <a16:rowId xmlns:a16="http://schemas.microsoft.com/office/drawing/2014/main" val="3777835090"/>
                  </a:ext>
                </a:extLst>
              </a:tr>
              <a:tr h="723415">
                <a:tc>
                  <a:txBody>
                    <a:bodyPr/>
                    <a:lstStyle/>
                    <a:p>
                      <a:pPr algn="ctr" fontAlgn="t">
                        <a:buNone/>
                      </a:pPr>
                      <a:r>
                        <a:rPr lang="en-US" sz="1400" b="1" i="0" u="none" strike="noStrike">
                          <a:solidFill>
                            <a:srgbClr val="000000"/>
                          </a:solidFill>
                          <a:effectLst/>
                          <a:latin typeface="Arial" panose="020B0604020202020204" pitchFamily="34" charset="0"/>
                        </a:rPr>
                        <a:t>Waypoint navigation noise model</a:t>
                      </a:r>
                    </a:p>
                  </a:txBody>
                  <a:tcPr marL="9525" marR="9525" marT="9525"/>
                </a:tc>
                <a:tc>
                  <a:txBody>
                    <a:bodyPr/>
                    <a:lstStyle/>
                    <a:p>
                      <a:pPr algn="ctr" fontAlgn="t">
                        <a:buNone/>
                      </a:pPr>
                      <a:r>
                        <a:rPr lang="en-US" sz="1400" b="0" i="0" u="none" strike="noStrike">
                          <a:solidFill>
                            <a:srgbClr val="000000"/>
                          </a:solidFill>
                          <a:effectLst/>
                          <a:latin typeface="Arial" panose="020B0604020202020204" pitchFamily="34" charset="0"/>
                        </a:rPr>
                        <a:t>2-D sim comparing direct vs. PCHIP-spline paths under identical sensor noise; outputs cross-track/endpoint error, path length, time. 5×5 m AOI, 2 m altitude, 0.4 m/s, 5 Hz sensor with 0.11 m error.</a:t>
                      </a:r>
                    </a:p>
                  </a:txBody>
                  <a:tcPr marL="9525" marR="9525" marT="9525"/>
                </a:tc>
                <a:tc>
                  <a:txBody>
                    <a:bodyPr/>
                    <a:lstStyle/>
                    <a:p>
                      <a:pPr algn="ctr"/>
                      <a:r>
                        <a:rPr lang="en-US" sz="1400">
                          <a:latin typeface="Arial"/>
                          <a:cs typeface="Arial"/>
                        </a:rPr>
                        <a:t>GNC</a:t>
                      </a:r>
                    </a:p>
                  </a:txBody>
                  <a:tcPr>
                    <a:solidFill>
                      <a:srgbClr val="FF7471"/>
                    </a:solidFill>
                  </a:tcPr>
                </a:tc>
                <a:extLst>
                  <a:ext uri="{0D108BD9-81ED-4DB2-BD59-A6C34878D82A}">
                    <a16:rowId xmlns:a16="http://schemas.microsoft.com/office/drawing/2014/main" val="3780857582"/>
                  </a:ext>
                </a:extLst>
              </a:tr>
              <a:tr h="723415">
                <a:tc>
                  <a:txBody>
                    <a:bodyPr/>
                    <a:lstStyle/>
                    <a:p>
                      <a:pPr algn="ctr" fontAlgn="t">
                        <a:buNone/>
                      </a:pPr>
                      <a:r>
                        <a:rPr lang="en-US" sz="1400" b="1" i="0" u="none" strike="noStrike">
                          <a:solidFill>
                            <a:srgbClr val="000000"/>
                          </a:solidFill>
                          <a:effectLst/>
                          <a:latin typeface="Arial" panose="020B0604020202020204" pitchFamily="34" charset="0"/>
                        </a:rPr>
                        <a:t>Simulink mission model initialization</a:t>
                      </a:r>
                    </a:p>
                  </a:txBody>
                  <a:tcPr marL="9525" marR="9525" marT="9525"/>
                </a:tc>
                <a:tc>
                  <a:txBody>
                    <a:bodyPr/>
                    <a:lstStyle/>
                    <a:p>
                      <a:pPr algn="ctr" fontAlgn="t">
                        <a:buNone/>
                      </a:pPr>
                      <a:r>
                        <a:rPr lang="en-US" sz="1400" b="0" i="0" u="none" strike="noStrike">
                          <a:solidFill>
                            <a:srgbClr val="000000"/>
                          </a:solidFill>
                          <a:effectLst/>
                          <a:latin typeface="Arial" panose="020B0604020202020204" pitchFamily="34" charset="0"/>
                        </a:rPr>
                        <a:t>Simulink GNC sim setup: 100 Hz, 3-D NED box mission, first-order vehicle lag, GPS noise. Placeholder mission (5 m alt, 2 m/s) exceeds the 2 m / 0.5 m/s limits.</a:t>
                      </a:r>
                    </a:p>
                  </a:txBody>
                  <a:tcPr marL="9525" marR="9525" marT="9525"/>
                </a:tc>
                <a:tc>
                  <a:txBody>
                    <a:bodyPr/>
                    <a:lstStyle/>
                    <a:p>
                      <a:pPr algn="ctr"/>
                      <a:r>
                        <a:rPr lang="en-US" sz="1400">
                          <a:latin typeface="Arial"/>
                          <a:cs typeface="Arial"/>
                        </a:rPr>
                        <a:t>GNC</a:t>
                      </a:r>
                    </a:p>
                  </a:txBody>
                  <a:tcPr>
                    <a:solidFill>
                      <a:srgbClr val="FF7471"/>
                    </a:solidFill>
                  </a:tcPr>
                </a:tc>
                <a:extLst>
                  <a:ext uri="{0D108BD9-81ED-4DB2-BD59-A6C34878D82A}">
                    <a16:rowId xmlns:a16="http://schemas.microsoft.com/office/drawing/2014/main" val="2689440780"/>
                  </a:ext>
                </a:extLst>
              </a:tr>
              <a:tr h="723415">
                <a:tc>
                  <a:txBody>
                    <a:bodyPr/>
                    <a:lstStyle/>
                    <a:p>
                      <a:pPr algn="l" fontAlgn="t">
                        <a:buNone/>
                      </a:pPr>
                      <a:r>
                        <a:rPr lang="en-US" sz="1400" b="1" i="0" u="none" strike="noStrike">
                          <a:solidFill>
                            <a:srgbClr val="000000"/>
                          </a:solidFill>
                          <a:effectLst/>
                          <a:latin typeface="Arial" panose="020B0604020202020204" pitchFamily="34" charset="0"/>
                        </a:rPr>
                        <a:t>Monte Carlo trade-robustness simulation</a:t>
                      </a:r>
                    </a:p>
                  </a:txBody>
                  <a:tcPr marL="9525" marR="9525" marT="9525"/>
                </a:tc>
                <a:tc>
                  <a:txBody>
                    <a:bodyPr/>
                    <a:lstStyle/>
                    <a:p>
                      <a:pPr algn="l" fontAlgn="t">
                        <a:buNone/>
                      </a:pPr>
                      <a:r>
                        <a:rPr lang="en-US" sz="1400" b="0" i="0" u="none" strike="noStrike">
                          <a:solidFill>
                            <a:srgbClr val="000000"/>
                          </a:solidFill>
                          <a:effectLst/>
                          <a:latin typeface="Arial" panose="020B0604020202020204" pitchFamily="34" charset="0"/>
                        </a:rPr>
                        <a:t>FC + secondary, Ubuntu, decoupled: 100%; separate radio: 99%</a:t>
                      </a:r>
                    </a:p>
                  </a:txBody>
                  <a:tcPr marL="9525" marR="9525" marT="9525"/>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latin typeface="Arial"/>
                          <a:cs typeface="Arial"/>
                        </a:rPr>
                        <a:t>Avionics</a:t>
                      </a:r>
                    </a:p>
                  </a:txBody>
                  <a:tcPr>
                    <a:solidFill>
                      <a:schemeClr val="accent4">
                        <a:lumMod val="20000"/>
                        <a:lumOff val="80000"/>
                      </a:schemeClr>
                    </a:solidFill>
                  </a:tcPr>
                </a:tc>
                <a:extLst>
                  <a:ext uri="{0D108BD9-81ED-4DB2-BD59-A6C34878D82A}">
                    <a16:rowId xmlns:a16="http://schemas.microsoft.com/office/drawing/2014/main" val="2769638118"/>
                  </a:ext>
                </a:extLst>
              </a:tr>
            </a:tbl>
          </a:graphicData>
        </a:graphic>
      </p:graphicFrame>
      <p:sp>
        <p:nvSpPr>
          <p:cNvPr id="10" name="Left Brace 9">
            <a:extLst>
              <a:ext uri="{FF2B5EF4-FFF2-40B4-BE49-F238E27FC236}">
                <a16:creationId xmlns:a16="http://schemas.microsoft.com/office/drawing/2014/main" id="{5AF3CF92-14C5-C4EE-FF6E-20C2D08B3008}"/>
              </a:ext>
            </a:extLst>
          </p:cNvPr>
          <p:cNvSpPr/>
          <p:nvPr/>
        </p:nvSpPr>
        <p:spPr>
          <a:xfrm>
            <a:off x="1544595" y="2162432"/>
            <a:ext cx="753762" cy="1266568"/>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Left Brace 11">
            <a:extLst>
              <a:ext uri="{FF2B5EF4-FFF2-40B4-BE49-F238E27FC236}">
                <a16:creationId xmlns:a16="http://schemas.microsoft.com/office/drawing/2014/main" id="{A6B5A3A0-F4F4-1528-E0A9-D84EC05A45B0}"/>
              </a:ext>
            </a:extLst>
          </p:cNvPr>
          <p:cNvSpPr/>
          <p:nvPr/>
        </p:nvSpPr>
        <p:spPr>
          <a:xfrm>
            <a:off x="1544595" y="3809111"/>
            <a:ext cx="753762" cy="1266568"/>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F05F9F55-73F6-A500-3186-6FB0EE37038A}"/>
              </a:ext>
            </a:extLst>
          </p:cNvPr>
          <p:cNvSpPr txBox="1"/>
          <p:nvPr/>
        </p:nvSpPr>
        <p:spPr>
          <a:xfrm>
            <a:off x="164061" y="2334051"/>
            <a:ext cx="1364823" cy="923330"/>
          </a:xfrm>
          <a:prstGeom prst="rect">
            <a:avLst/>
          </a:prstGeom>
          <a:noFill/>
        </p:spPr>
        <p:txBody>
          <a:bodyPr wrap="square" rtlCol="0">
            <a:spAutoFit/>
          </a:bodyPr>
          <a:lstStyle/>
          <a:p>
            <a:pPr algn="ctr"/>
            <a:r>
              <a:rPr lang="en-US" b="1"/>
              <a:t>Dynamics and</a:t>
            </a:r>
          </a:p>
          <a:p>
            <a:pPr algn="ctr"/>
            <a:r>
              <a:rPr lang="en-US" b="1"/>
              <a:t> Control</a:t>
            </a:r>
          </a:p>
        </p:txBody>
      </p:sp>
      <p:sp>
        <p:nvSpPr>
          <p:cNvPr id="15" name="TextBox 14">
            <a:extLst>
              <a:ext uri="{FF2B5EF4-FFF2-40B4-BE49-F238E27FC236}">
                <a16:creationId xmlns:a16="http://schemas.microsoft.com/office/drawing/2014/main" id="{601E1C4C-725E-8044-65C0-FF54AAC2B482}"/>
              </a:ext>
            </a:extLst>
          </p:cNvPr>
          <p:cNvSpPr txBox="1"/>
          <p:nvPr/>
        </p:nvSpPr>
        <p:spPr>
          <a:xfrm>
            <a:off x="87096" y="3980730"/>
            <a:ext cx="1364823" cy="923330"/>
          </a:xfrm>
          <a:prstGeom prst="rect">
            <a:avLst/>
          </a:prstGeom>
          <a:noFill/>
        </p:spPr>
        <p:txBody>
          <a:bodyPr wrap="square" rtlCol="0">
            <a:spAutoFit/>
          </a:bodyPr>
          <a:lstStyle/>
          <a:p>
            <a:pPr algn="ctr"/>
            <a:r>
              <a:rPr lang="en-US" b="1"/>
              <a:t>Guidance and</a:t>
            </a:r>
          </a:p>
          <a:p>
            <a:pPr algn="ctr"/>
            <a:r>
              <a:rPr lang="en-US" b="1"/>
              <a:t> Navigation</a:t>
            </a:r>
          </a:p>
        </p:txBody>
      </p:sp>
      <p:sp>
        <p:nvSpPr>
          <p:cNvPr id="16" name="Left Brace 15">
            <a:extLst>
              <a:ext uri="{FF2B5EF4-FFF2-40B4-BE49-F238E27FC236}">
                <a16:creationId xmlns:a16="http://schemas.microsoft.com/office/drawing/2014/main" id="{5A4C6C46-7279-CF85-53BB-7A4A8A668CB9}"/>
              </a:ext>
            </a:extLst>
          </p:cNvPr>
          <p:cNvSpPr/>
          <p:nvPr/>
        </p:nvSpPr>
        <p:spPr>
          <a:xfrm>
            <a:off x="1511643" y="5366182"/>
            <a:ext cx="753762" cy="646331"/>
          </a:xfrm>
          <a:prstGeom prst="leftBrace">
            <a:avLst>
              <a:gd name="adj1" fmla="val 8333"/>
              <a:gd name="adj2" fmla="val 51955"/>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7" name="TextBox 16">
            <a:extLst>
              <a:ext uri="{FF2B5EF4-FFF2-40B4-BE49-F238E27FC236}">
                <a16:creationId xmlns:a16="http://schemas.microsoft.com/office/drawing/2014/main" id="{10C24BA2-5C65-D4F4-EFF2-BB8FC94BEECA}"/>
              </a:ext>
            </a:extLst>
          </p:cNvPr>
          <p:cNvSpPr txBox="1"/>
          <p:nvPr/>
        </p:nvSpPr>
        <p:spPr>
          <a:xfrm>
            <a:off x="146820" y="5504681"/>
            <a:ext cx="1364823" cy="369332"/>
          </a:xfrm>
          <a:prstGeom prst="rect">
            <a:avLst/>
          </a:prstGeom>
          <a:noFill/>
        </p:spPr>
        <p:txBody>
          <a:bodyPr wrap="square" rtlCol="0">
            <a:spAutoFit/>
          </a:bodyPr>
          <a:lstStyle/>
          <a:p>
            <a:pPr algn="ctr"/>
            <a:r>
              <a:rPr lang="en-US" b="1"/>
              <a:t>Avionics</a:t>
            </a:r>
          </a:p>
        </p:txBody>
      </p:sp>
      <p:grpSp>
        <p:nvGrpSpPr>
          <p:cNvPr id="14" name="Progress Bar - 7 Moving Forward">
            <a:extLst>
              <a:ext uri="{FF2B5EF4-FFF2-40B4-BE49-F238E27FC236}">
                <a16:creationId xmlns:a16="http://schemas.microsoft.com/office/drawing/2014/main" id="{F39BD46B-1A4C-CD08-624E-5857836B5717}"/>
              </a:ext>
            </a:extLst>
          </p:cNvPr>
          <p:cNvGrpSpPr/>
          <p:nvPr/>
        </p:nvGrpSpPr>
        <p:grpSpPr>
          <a:xfrm>
            <a:off x="814351" y="6567901"/>
            <a:ext cx="10563297" cy="276999"/>
            <a:chOff x="790698" y="5902391"/>
            <a:chExt cx="10563297" cy="276999"/>
          </a:xfrm>
        </p:grpSpPr>
        <p:sp>
          <p:nvSpPr>
            <p:cNvPr id="18" name="Section 1 - Background">
              <a:extLst>
                <a:ext uri="{FF2B5EF4-FFF2-40B4-BE49-F238E27FC236}">
                  <a16:creationId xmlns:a16="http://schemas.microsoft.com/office/drawing/2014/main" id="{53B88E54-79F4-AE5C-05FC-D35126335206}"/>
                </a:ext>
              </a:extLst>
            </p:cNvPr>
            <p:cNvSpPr/>
            <p:nvPr/>
          </p:nvSpPr>
          <p:spPr>
            <a:xfrm>
              <a:off x="790698" y="5902391"/>
              <a:ext cx="1374145" cy="276999"/>
            </a:xfrm>
            <a:prstGeom prst="homePlate">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0">
                  <a:solidFill>
                    <a:srgbClr val="FFFFFF"/>
                  </a:solidFill>
                  <a:latin typeface="Calibri"/>
                </a:rPr>
                <a:t>Background</a:t>
              </a:r>
            </a:p>
          </p:txBody>
        </p:sp>
        <p:sp>
          <p:nvSpPr>
            <p:cNvPr id="19" name="Section 2 - ConOps">
              <a:extLst>
                <a:ext uri="{FF2B5EF4-FFF2-40B4-BE49-F238E27FC236}">
                  <a16:creationId xmlns:a16="http://schemas.microsoft.com/office/drawing/2014/main" id="{45A2A7C6-C746-52CD-E5E7-C34F26883AF3}"/>
                </a:ext>
              </a:extLst>
            </p:cNvPr>
            <p:cNvSpPr/>
            <p:nvPr/>
          </p:nvSpPr>
          <p:spPr>
            <a:xfrm>
              <a:off x="2103434"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ConOps</a:t>
              </a:r>
            </a:p>
          </p:txBody>
        </p:sp>
        <p:sp>
          <p:nvSpPr>
            <p:cNvPr id="20" name="Section 3 - Block Diagrams">
              <a:extLst>
                <a:ext uri="{FF2B5EF4-FFF2-40B4-BE49-F238E27FC236}">
                  <a16:creationId xmlns:a16="http://schemas.microsoft.com/office/drawing/2014/main" id="{90D9A42C-A554-8F68-44AE-3ED945386CD9}"/>
                </a:ext>
              </a:extLst>
            </p:cNvPr>
            <p:cNvSpPr/>
            <p:nvPr/>
          </p:nvSpPr>
          <p:spPr>
            <a:xfrm>
              <a:off x="3416170"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Block Diagrams</a:t>
              </a:r>
            </a:p>
          </p:txBody>
        </p:sp>
        <p:sp>
          <p:nvSpPr>
            <p:cNvPr id="21" name="Section 4 - Key Requirements">
              <a:extLst>
                <a:ext uri="{FF2B5EF4-FFF2-40B4-BE49-F238E27FC236}">
                  <a16:creationId xmlns:a16="http://schemas.microsoft.com/office/drawing/2014/main" id="{3D717F60-8DEE-770A-791C-B939CE11F094}"/>
                </a:ext>
              </a:extLst>
            </p:cNvPr>
            <p:cNvSpPr/>
            <p:nvPr/>
          </p:nvSpPr>
          <p:spPr>
            <a:xfrm>
              <a:off x="4728906" y="5902391"/>
              <a:ext cx="1484077"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Key Requirements</a:t>
              </a:r>
            </a:p>
          </p:txBody>
        </p:sp>
        <p:sp>
          <p:nvSpPr>
            <p:cNvPr id="22" name="Section 5 - Trade Studies">
              <a:extLst>
                <a:ext uri="{FF2B5EF4-FFF2-40B4-BE49-F238E27FC236}">
                  <a16:creationId xmlns:a16="http://schemas.microsoft.com/office/drawing/2014/main" id="{F740AF15-FAA3-3393-CA28-1450B24BC60F}"/>
                </a:ext>
              </a:extLst>
            </p:cNvPr>
            <p:cNvSpPr/>
            <p:nvPr/>
          </p:nvSpPr>
          <p:spPr>
            <a:xfrm>
              <a:off x="6151574"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Trade Studies</a:t>
              </a:r>
            </a:p>
          </p:txBody>
        </p:sp>
        <p:sp>
          <p:nvSpPr>
            <p:cNvPr id="23" name="Section 6 - Current Design Space">
              <a:extLst>
                <a:ext uri="{FF2B5EF4-FFF2-40B4-BE49-F238E27FC236}">
                  <a16:creationId xmlns:a16="http://schemas.microsoft.com/office/drawing/2014/main" id="{761AC336-B7B3-4C2F-D684-8E94DB976135}"/>
                </a:ext>
              </a:extLst>
            </p:cNvPr>
            <p:cNvSpPr/>
            <p:nvPr/>
          </p:nvSpPr>
          <p:spPr>
            <a:xfrm>
              <a:off x="7464310" y="5902391"/>
              <a:ext cx="1594008"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Current Design Space</a:t>
              </a:r>
            </a:p>
          </p:txBody>
        </p:sp>
        <p:sp>
          <p:nvSpPr>
            <p:cNvPr id="24" name="Section 7 - Moving Forward">
              <a:extLst>
                <a:ext uri="{FF2B5EF4-FFF2-40B4-BE49-F238E27FC236}">
                  <a16:creationId xmlns:a16="http://schemas.microsoft.com/office/drawing/2014/main" id="{A3931EC3-395B-0E25-561D-5A96CD8907C8}"/>
                </a:ext>
              </a:extLst>
            </p:cNvPr>
            <p:cNvSpPr/>
            <p:nvPr/>
          </p:nvSpPr>
          <p:spPr>
            <a:xfrm>
              <a:off x="8996909" y="5902391"/>
              <a:ext cx="1415369"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Moving Forward</a:t>
              </a:r>
            </a:p>
          </p:txBody>
        </p:sp>
        <p:sp>
          <p:nvSpPr>
            <p:cNvPr id="25" name="Section 8 - Q &amp; A">
              <a:extLst>
                <a:ext uri="{FF2B5EF4-FFF2-40B4-BE49-F238E27FC236}">
                  <a16:creationId xmlns:a16="http://schemas.microsoft.com/office/drawing/2014/main" id="{F805E170-CCA9-C34F-C4BF-BC103A8C1EB9}"/>
                </a:ext>
              </a:extLst>
            </p:cNvPr>
            <p:cNvSpPr/>
            <p:nvPr/>
          </p:nvSpPr>
          <p:spPr>
            <a:xfrm>
              <a:off x="10350869" y="5902391"/>
              <a:ext cx="1003126"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Q &amp; A</a:t>
              </a:r>
            </a:p>
          </p:txBody>
        </p:sp>
      </p:grpSp>
      <p:sp>
        <p:nvSpPr>
          <p:cNvPr id="26" name="Slide Number Placeholder 23">
            <a:extLst>
              <a:ext uri="{FF2B5EF4-FFF2-40B4-BE49-F238E27FC236}">
                <a16:creationId xmlns:a16="http://schemas.microsoft.com/office/drawing/2014/main" id="{C2414F87-7A96-7F0E-A5C6-245F9E94D81F}"/>
              </a:ext>
            </a:extLst>
          </p:cNvPr>
          <p:cNvSpPr txBox="1">
            <a:spLocks/>
          </p:cNvSpPr>
          <p:nvPr/>
        </p:nvSpPr>
        <p:spPr>
          <a:xfrm>
            <a:off x="9145743" y="652595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ACAF18C-C32B-5246-8B79-94468F598665}" type="slidenum">
              <a:rPr lang="en-US" smtClean="0"/>
              <a:pPr/>
              <a:t>95</a:t>
            </a:fld>
            <a:endParaRPr lang="en-US"/>
          </a:p>
        </p:txBody>
      </p:sp>
    </p:spTree>
    <p:extLst>
      <p:ext uri="{BB962C8B-B14F-4D97-AF65-F5344CB8AC3E}">
        <p14:creationId xmlns:p14="http://schemas.microsoft.com/office/powerpoint/2010/main" val="54074626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A8D2C-D155-5F61-161D-B2618779605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292769D-C617-1C67-B74E-AE694C82B33D}"/>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314BEC4F-9CC8-2AE6-429A-B07E6761FCC5}"/>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40957391-09C7-5FD7-554C-A352EE4BC12D}"/>
              </a:ext>
            </a:extLst>
          </p:cNvPr>
          <p:cNvSpPr txBox="1"/>
          <p:nvPr/>
        </p:nvSpPr>
        <p:spPr>
          <a:xfrm>
            <a:off x="1281748" y="365760"/>
            <a:ext cx="8334404" cy="658368"/>
          </a:xfrm>
          <a:prstGeom prst="rect">
            <a:avLst/>
          </a:prstGeom>
          <a:noFill/>
          <a:ln/>
        </p:spPr>
        <p:txBody>
          <a:bodyPr wrap="square" lIns="0" tIns="0" rIns="0" bIns="0" rtlCol="0" anchor="ctr"/>
          <a:lstStyle/>
          <a:p>
            <a:endParaRPr lang="en-US" sz="2400" b="1">
              <a:latin typeface="Arial"/>
              <a:cs typeface="Arial"/>
            </a:endParaRPr>
          </a:p>
          <a:p>
            <a:r>
              <a:rPr lang="en-US" sz="2400" b="1">
                <a:latin typeface="Arial"/>
                <a:cs typeface="Arial"/>
              </a:rPr>
              <a:t>Key Model 1 - </a:t>
            </a:r>
            <a:r>
              <a:rPr lang="en-US" sz="2400" b="1">
                <a:solidFill>
                  <a:srgbClr val="000000"/>
                </a:solidFill>
                <a:latin typeface="Arial" panose="020B0604020202020204" pitchFamily="34" charset="0"/>
              </a:rPr>
              <a:t>Mass/weight &amp; energy/power sizing tool</a:t>
            </a:r>
          </a:p>
          <a:p>
            <a:r>
              <a:rPr lang="en-US" sz="2800" b="1">
                <a:latin typeface="Arial"/>
                <a:cs typeface="Arial"/>
              </a:rPr>
              <a:t> </a:t>
            </a:r>
          </a:p>
        </p:txBody>
      </p:sp>
      <p:sp>
        <p:nvSpPr>
          <p:cNvPr id="5" name="TextBox 4">
            <a:extLst>
              <a:ext uri="{FF2B5EF4-FFF2-40B4-BE49-F238E27FC236}">
                <a16:creationId xmlns:a16="http://schemas.microsoft.com/office/drawing/2014/main" id="{0AF49B66-C811-F690-DCF0-7A59A00746D2}"/>
              </a:ext>
            </a:extLst>
          </p:cNvPr>
          <p:cNvSpPr txBox="1"/>
          <p:nvPr/>
        </p:nvSpPr>
        <p:spPr>
          <a:xfrm>
            <a:off x="542815" y="1206916"/>
            <a:ext cx="10188901" cy="4524315"/>
          </a:xfrm>
          <a:prstGeom prst="rect">
            <a:avLst/>
          </a:prstGeom>
          <a:noFill/>
        </p:spPr>
        <p:txBody>
          <a:bodyPr wrap="square" lIns="91440" tIns="45720" rIns="91440" bIns="45720" rtlCol="0">
            <a:spAutoFit/>
          </a:bodyPr>
          <a:lstStyle/>
          <a:p>
            <a:r>
              <a:rPr lang="en-US" b="1">
                <a:latin typeface="Arial"/>
                <a:cs typeface="Arial"/>
              </a:rPr>
              <a:t>Why is this Model Necessary?</a:t>
            </a:r>
          </a:p>
          <a:p>
            <a:pPr marL="285750" indent="-285750">
              <a:buFont typeface="Arial"/>
              <a:buChar char="•"/>
            </a:pPr>
            <a:r>
              <a:rPr lang="en-US">
                <a:latin typeface="Arial"/>
                <a:cs typeface="Arial"/>
              </a:rPr>
              <a:t>Needed a preliminary model to determine </a:t>
            </a:r>
            <a:r>
              <a:rPr lang="en-US" b="1">
                <a:latin typeface="Arial"/>
                <a:cs typeface="Arial"/>
              </a:rPr>
              <a:t>thrust capabilities</a:t>
            </a:r>
            <a:r>
              <a:rPr lang="en-US">
                <a:latin typeface="Arial"/>
                <a:cs typeface="Arial"/>
              </a:rPr>
              <a:t> based on preliminary mass</a:t>
            </a:r>
          </a:p>
          <a:p>
            <a:pPr marL="285750" indent="-285750">
              <a:buFont typeface="Arial"/>
              <a:buChar char="•"/>
            </a:pPr>
            <a:r>
              <a:rPr lang="en-US">
                <a:latin typeface="Arial"/>
                <a:cs typeface="Arial"/>
              </a:rPr>
              <a:t>Furthermore, needed a model to determine </a:t>
            </a:r>
            <a:r>
              <a:rPr lang="en-US" b="1">
                <a:latin typeface="Arial"/>
                <a:cs typeface="Arial"/>
              </a:rPr>
              <a:t>minimum PWR </a:t>
            </a:r>
            <a:r>
              <a:rPr lang="en-US">
                <a:latin typeface="Arial"/>
                <a:cs typeface="Arial"/>
              </a:rPr>
              <a:t>required to sustain endurance requirement</a:t>
            </a:r>
          </a:p>
          <a:p>
            <a:r>
              <a:rPr lang="en-US" b="1">
                <a:latin typeface="Arial"/>
                <a:cs typeface="Arial"/>
              </a:rPr>
              <a:t>What requirements does this model verify? </a:t>
            </a:r>
            <a:endParaRPr lang="en-US">
              <a:latin typeface="Arial" panose="020B0604020202020204" pitchFamily="34" charset="0"/>
              <a:cs typeface="Arial" panose="020B0604020202020204" pitchFamily="34" charset="0"/>
            </a:endParaRPr>
          </a:p>
          <a:p>
            <a:pPr marL="285750" indent="-285750">
              <a:buFont typeface="Arial"/>
              <a:buChar char="•"/>
            </a:pPr>
            <a:r>
              <a:rPr lang="en-US">
                <a:latin typeface="Arial"/>
                <a:cs typeface="Arial"/>
              </a:rPr>
              <a:t>15 min endurance requirement</a:t>
            </a:r>
            <a:endParaRPr lang="en-US">
              <a:latin typeface="Arial" panose="020B0604020202020204" pitchFamily="34" charset="0"/>
              <a:cs typeface="Arial" panose="020B0604020202020204" pitchFamily="34" charset="0"/>
            </a:endParaRPr>
          </a:p>
          <a:p>
            <a:pPr marL="285750" indent="-285750">
              <a:buFont typeface="Arial"/>
              <a:buChar char="•"/>
            </a:pPr>
            <a:r>
              <a:rPr lang="en-US">
                <a:latin typeface="Arial"/>
                <a:cs typeface="Arial"/>
              </a:rPr>
              <a:t>50x50 cm vehicle footprint</a:t>
            </a:r>
            <a:endParaRPr lang="en-US">
              <a:latin typeface="Arial" panose="020B0604020202020204" pitchFamily="34" charset="0"/>
              <a:cs typeface="Arial" panose="020B0604020202020204" pitchFamily="34" charset="0"/>
            </a:endParaRPr>
          </a:p>
          <a:p>
            <a:pPr marL="285750" indent="-285750">
              <a:buFont typeface="Arial"/>
              <a:buChar char="•"/>
            </a:pPr>
            <a:r>
              <a:rPr lang="en-US">
                <a:latin typeface="Arial"/>
                <a:cs typeface="Arial"/>
              </a:rPr>
              <a:t>GNC selected Thrust to Weight ratio</a:t>
            </a:r>
            <a:endParaRPr lang="en-US">
              <a:latin typeface="Arial" panose="020B0604020202020204" pitchFamily="34" charset="0"/>
              <a:cs typeface="Arial" panose="020B0604020202020204" pitchFamily="34" charset="0"/>
            </a:endParaRPr>
          </a:p>
          <a:p>
            <a:r>
              <a:rPr lang="en-US" b="1">
                <a:latin typeface="Arial"/>
                <a:cs typeface="Arial"/>
              </a:rPr>
              <a:t>Critical Assumptions</a:t>
            </a:r>
          </a:p>
          <a:p>
            <a:pPr marL="285750" indent="-285750">
              <a:buFont typeface="Arial"/>
              <a:buChar char="•"/>
            </a:pPr>
            <a:r>
              <a:rPr lang="en-US">
                <a:latin typeface="Arial"/>
                <a:cs typeface="Arial"/>
              </a:rPr>
              <a:t>Boulder atmospheric density</a:t>
            </a:r>
            <a:endParaRPr lang="en-US">
              <a:latin typeface="Arial" panose="020B0604020202020204" pitchFamily="34" charset="0"/>
              <a:cs typeface="Arial" panose="020B0604020202020204" pitchFamily="34" charset="0"/>
            </a:endParaRPr>
          </a:p>
          <a:p>
            <a:pPr marL="285750" indent="-285750">
              <a:buFont typeface="Arial"/>
              <a:buChar char="•"/>
            </a:pPr>
            <a:r>
              <a:rPr lang="en-US">
                <a:latin typeface="Arial"/>
                <a:cs typeface="Arial"/>
              </a:rPr>
              <a:t>APC RPM FOS of 1.5</a:t>
            </a:r>
          </a:p>
          <a:p>
            <a:pPr marL="285750" indent="-285750">
              <a:buFont typeface="Arial"/>
              <a:buChar char="•"/>
            </a:pPr>
            <a:r>
              <a:rPr lang="en-US">
                <a:latin typeface="Arial"/>
                <a:cs typeface="Arial"/>
              </a:rPr>
              <a:t>80% motor + ESC + wiring efficiency</a:t>
            </a:r>
            <a:endParaRPr lang="en-US">
              <a:latin typeface="Arial" panose="020B0604020202020204" pitchFamily="34" charset="0"/>
              <a:cs typeface="Arial" panose="020B0604020202020204" pitchFamily="34" charset="0"/>
            </a:endParaRPr>
          </a:p>
          <a:p>
            <a:pPr marL="285750" indent="-285750">
              <a:buFont typeface="Arial"/>
              <a:buChar char="•"/>
            </a:pPr>
            <a:r>
              <a:rPr lang="en-US">
                <a:latin typeface="Arial"/>
                <a:cs typeface="Arial"/>
              </a:rPr>
              <a:t>Vehicle drag neglected</a:t>
            </a:r>
            <a:endParaRPr lang="en-US">
              <a:latin typeface="Arial" panose="020B0604020202020204" pitchFamily="34" charset="0"/>
              <a:cs typeface="Arial" panose="020B0604020202020204" pitchFamily="34" charset="0"/>
            </a:endParaRPr>
          </a:p>
          <a:p>
            <a:pPr marL="285750" indent="-285750">
              <a:buFont typeface="Arial"/>
              <a:buChar char="•"/>
            </a:pPr>
            <a:r>
              <a:rPr lang="en-US">
                <a:latin typeface="Arial"/>
                <a:cs typeface="Arial"/>
              </a:rPr>
              <a:t>Propulsion power only, avionics excluded</a:t>
            </a:r>
            <a:endParaRPr lang="en-US">
              <a:latin typeface="Arial" panose="020B0604020202020204" pitchFamily="34" charset="0"/>
              <a:cs typeface="Arial" panose="020B0604020202020204" pitchFamily="34" charset="0"/>
            </a:endParaRPr>
          </a:p>
          <a:p>
            <a:endParaRPr lang="en-US">
              <a:latin typeface="Arial" panose="020B0604020202020204" pitchFamily="34" charset="0"/>
              <a:cs typeface="Arial" panose="020B0604020202020204" pitchFamily="34" charset="0"/>
            </a:endParaRPr>
          </a:p>
          <a:p>
            <a:endParaRPr lang="en-US">
              <a:latin typeface="Arial" panose="020B0604020202020204" pitchFamily="34" charset="0"/>
              <a:cs typeface="Arial" panose="020B0604020202020204" pitchFamily="34" charset="0"/>
            </a:endParaRPr>
          </a:p>
        </p:txBody>
      </p:sp>
      <p:sp>
        <p:nvSpPr>
          <p:cNvPr id="8" name="Shape 2">
            <a:extLst>
              <a:ext uri="{FF2B5EF4-FFF2-40B4-BE49-F238E27FC236}">
                <a16:creationId xmlns:a16="http://schemas.microsoft.com/office/drawing/2014/main" id="{18455AAF-8FF7-0C02-5841-A8A8A8E288FE}"/>
              </a:ext>
            </a:extLst>
          </p:cNvPr>
          <p:cNvSpPr/>
          <p:nvPr/>
        </p:nvSpPr>
        <p:spPr>
          <a:xfrm>
            <a:off x="9736853" y="457200"/>
            <a:ext cx="1996487" cy="329184"/>
          </a:xfrm>
          <a:prstGeom prst="roundRect">
            <a:avLst>
              <a:gd name="adj" fmla="val 50000"/>
            </a:avLst>
          </a:prstGeom>
          <a:solidFill>
            <a:srgbClr val="C6890F"/>
          </a:solidFill>
          <a:ln/>
        </p:spPr>
        <p:txBody>
          <a:bodyPr lIns="91440" tIns="45720" rIns="91440" bIns="45720" anchor="ctr"/>
          <a:lstStyle/>
          <a:p>
            <a:pPr algn="ctr"/>
            <a:r>
              <a:rPr lang="en-US" sz="1000" b="1">
                <a:latin typeface="Arial"/>
                <a:cs typeface="Arial"/>
              </a:rPr>
              <a:t>Model and Prototyping Plan</a:t>
            </a:r>
          </a:p>
        </p:txBody>
      </p:sp>
      <p:pic>
        <p:nvPicPr>
          <p:cNvPr id="7" name="Picture 6">
            <a:extLst>
              <a:ext uri="{FF2B5EF4-FFF2-40B4-BE49-F238E27FC236}">
                <a16:creationId xmlns:a16="http://schemas.microsoft.com/office/drawing/2014/main" id="{2F0D8A9F-5D75-ADF7-8C25-DB5455EB28E4}"/>
              </a:ext>
            </a:extLst>
          </p:cNvPr>
          <p:cNvPicPr>
            <a:picLocks noChangeAspect="1"/>
          </p:cNvPicPr>
          <p:nvPr/>
        </p:nvPicPr>
        <p:blipFill>
          <a:blip r:embed="rId4"/>
          <a:stretch>
            <a:fillRect/>
          </a:stretch>
        </p:blipFill>
        <p:spPr>
          <a:xfrm>
            <a:off x="6425003" y="4326263"/>
            <a:ext cx="1820260" cy="1928846"/>
          </a:xfrm>
          <a:prstGeom prst="rect">
            <a:avLst/>
          </a:prstGeom>
        </p:spPr>
      </p:pic>
      <p:pic>
        <p:nvPicPr>
          <p:cNvPr id="11" name="Picture 10">
            <a:extLst>
              <a:ext uri="{FF2B5EF4-FFF2-40B4-BE49-F238E27FC236}">
                <a16:creationId xmlns:a16="http://schemas.microsoft.com/office/drawing/2014/main" id="{28452B23-54CC-7891-CBAB-C1CF53B82E8B}"/>
              </a:ext>
            </a:extLst>
          </p:cNvPr>
          <p:cNvPicPr>
            <a:picLocks noChangeAspect="1"/>
          </p:cNvPicPr>
          <p:nvPr/>
        </p:nvPicPr>
        <p:blipFill>
          <a:blip r:embed="rId5"/>
          <a:stretch>
            <a:fillRect/>
          </a:stretch>
        </p:blipFill>
        <p:spPr>
          <a:xfrm>
            <a:off x="5449356" y="2246059"/>
            <a:ext cx="3936413" cy="2036938"/>
          </a:xfrm>
          <a:prstGeom prst="rect">
            <a:avLst/>
          </a:prstGeom>
        </p:spPr>
      </p:pic>
      <p:grpSp>
        <p:nvGrpSpPr>
          <p:cNvPr id="10" name="Progress Bar - 7 Moving Forward">
            <a:extLst>
              <a:ext uri="{FF2B5EF4-FFF2-40B4-BE49-F238E27FC236}">
                <a16:creationId xmlns:a16="http://schemas.microsoft.com/office/drawing/2014/main" id="{965BB281-F312-D64C-5751-19262ECF9B35}"/>
              </a:ext>
            </a:extLst>
          </p:cNvPr>
          <p:cNvGrpSpPr/>
          <p:nvPr/>
        </p:nvGrpSpPr>
        <p:grpSpPr>
          <a:xfrm>
            <a:off x="814351" y="6567901"/>
            <a:ext cx="10563297" cy="276999"/>
            <a:chOff x="790698" y="5902391"/>
            <a:chExt cx="10563297" cy="276999"/>
          </a:xfrm>
        </p:grpSpPr>
        <p:sp>
          <p:nvSpPr>
            <p:cNvPr id="12" name="Section 1 - Background">
              <a:extLst>
                <a:ext uri="{FF2B5EF4-FFF2-40B4-BE49-F238E27FC236}">
                  <a16:creationId xmlns:a16="http://schemas.microsoft.com/office/drawing/2014/main" id="{D49E1605-3394-049A-9746-03AB7289BF4B}"/>
                </a:ext>
              </a:extLst>
            </p:cNvPr>
            <p:cNvSpPr/>
            <p:nvPr/>
          </p:nvSpPr>
          <p:spPr>
            <a:xfrm>
              <a:off x="790698" y="5902391"/>
              <a:ext cx="1374145" cy="276999"/>
            </a:xfrm>
            <a:prstGeom prst="homePlate">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0">
                  <a:solidFill>
                    <a:srgbClr val="FFFFFF"/>
                  </a:solidFill>
                  <a:latin typeface="Calibri"/>
                </a:rPr>
                <a:t>Background</a:t>
              </a:r>
            </a:p>
          </p:txBody>
        </p:sp>
        <p:sp>
          <p:nvSpPr>
            <p:cNvPr id="13" name="Section 2 - ConOps">
              <a:extLst>
                <a:ext uri="{FF2B5EF4-FFF2-40B4-BE49-F238E27FC236}">
                  <a16:creationId xmlns:a16="http://schemas.microsoft.com/office/drawing/2014/main" id="{9F0EC1BD-17F4-E243-ACC4-CDA9B92892C7}"/>
                </a:ext>
              </a:extLst>
            </p:cNvPr>
            <p:cNvSpPr/>
            <p:nvPr/>
          </p:nvSpPr>
          <p:spPr>
            <a:xfrm>
              <a:off x="2103434"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ConOps</a:t>
              </a:r>
            </a:p>
          </p:txBody>
        </p:sp>
        <p:sp>
          <p:nvSpPr>
            <p:cNvPr id="14" name="Section 3 - Block Diagrams">
              <a:extLst>
                <a:ext uri="{FF2B5EF4-FFF2-40B4-BE49-F238E27FC236}">
                  <a16:creationId xmlns:a16="http://schemas.microsoft.com/office/drawing/2014/main" id="{C3372691-CB1B-897D-C0A4-3A4FA3801D07}"/>
                </a:ext>
              </a:extLst>
            </p:cNvPr>
            <p:cNvSpPr/>
            <p:nvPr/>
          </p:nvSpPr>
          <p:spPr>
            <a:xfrm>
              <a:off x="3416170"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Block Diagrams</a:t>
              </a:r>
            </a:p>
          </p:txBody>
        </p:sp>
        <p:sp>
          <p:nvSpPr>
            <p:cNvPr id="15" name="Section 4 - Key Requirements">
              <a:extLst>
                <a:ext uri="{FF2B5EF4-FFF2-40B4-BE49-F238E27FC236}">
                  <a16:creationId xmlns:a16="http://schemas.microsoft.com/office/drawing/2014/main" id="{394CE5DC-61F0-E494-8C77-B65E9C89B7DE}"/>
                </a:ext>
              </a:extLst>
            </p:cNvPr>
            <p:cNvSpPr/>
            <p:nvPr/>
          </p:nvSpPr>
          <p:spPr>
            <a:xfrm>
              <a:off x="4728906" y="5902391"/>
              <a:ext cx="1484077"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Key Requirements</a:t>
              </a:r>
            </a:p>
          </p:txBody>
        </p:sp>
        <p:sp>
          <p:nvSpPr>
            <p:cNvPr id="16" name="Section 5 - Trade Studies">
              <a:extLst>
                <a:ext uri="{FF2B5EF4-FFF2-40B4-BE49-F238E27FC236}">
                  <a16:creationId xmlns:a16="http://schemas.microsoft.com/office/drawing/2014/main" id="{DA84BCCF-860F-34EA-B35D-1224127D581E}"/>
                </a:ext>
              </a:extLst>
            </p:cNvPr>
            <p:cNvSpPr/>
            <p:nvPr/>
          </p:nvSpPr>
          <p:spPr>
            <a:xfrm>
              <a:off x="6151574"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Trade Studies</a:t>
              </a:r>
            </a:p>
          </p:txBody>
        </p:sp>
        <p:sp>
          <p:nvSpPr>
            <p:cNvPr id="17" name="Section 6 - Current Design Space">
              <a:extLst>
                <a:ext uri="{FF2B5EF4-FFF2-40B4-BE49-F238E27FC236}">
                  <a16:creationId xmlns:a16="http://schemas.microsoft.com/office/drawing/2014/main" id="{9E99F640-88D5-A632-5D56-70C7E5E54340}"/>
                </a:ext>
              </a:extLst>
            </p:cNvPr>
            <p:cNvSpPr/>
            <p:nvPr/>
          </p:nvSpPr>
          <p:spPr>
            <a:xfrm>
              <a:off x="7464310" y="5902391"/>
              <a:ext cx="1594008"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Current Design Space</a:t>
              </a:r>
            </a:p>
          </p:txBody>
        </p:sp>
        <p:sp>
          <p:nvSpPr>
            <p:cNvPr id="18" name="Section 7 - Moving Forward">
              <a:extLst>
                <a:ext uri="{FF2B5EF4-FFF2-40B4-BE49-F238E27FC236}">
                  <a16:creationId xmlns:a16="http://schemas.microsoft.com/office/drawing/2014/main" id="{035637E8-CF24-E786-C5EB-A6B3E9BEF454}"/>
                </a:ext>
              </a:extLst>
            </p:cNvPr>
            <p:cNvSpPr/>
            <p:nvPr/>
          </p:nvSpPr>
          <p:spPr>
            <a:xfrm>
              <a:off x="8996909" y="5902391"/>
              <a:ext cx="1415369"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Moving Forward</a:t>
              </a:r>
            </a:p>
          </p:txBody>
        </p:sp>
        <p:sp>
          <p:nvSpPr>
            <p:cNvPr id="19" name="Section 8 - Q &amp; A">
              <a:extLst>
                <a:ext uri="{FF2B5EF4-FFF2-40B4-BE49-F238E27FC236}">
                  <a16:creationId xmlns:a16="http://schemas.microsoft.com/office/drawing/2014/main" id="{4A4E6573-64E5-FA3B-58B7-B685FF5BC50C}"/>
                </a:ext>
              </a:extLst>
            </p:cNvPr>
            <p:cNvSpPr/>
            <p:nvPr/>
          </p:nvSpPr>
          <p:spPr>
            <a:xfrm>
              <a:off x="10350869" y="5902391"/>
              <a:ext cx="1003126"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Q &amp; A</a:t>
              </a:r>
            </a:p>
          </p:txBody>
        </p:sp>
      </p:grpSp>
      <p:sp>
        <p:nvSpPr>
          <p:cNvPr id="20" name="Slide Number Placeholder 23">
            <a:extLst>
              <a:ext uri="{FF2B5EF4-FFF2-40B4-BE49-F238E27FC236}">
                <a16:creationId xmlns:a16="http://schemas.microsoft.com/office/drawing/2014/main" id="{6F4D271D-8975-C572-656A-5780E8AC5A5A}"/>
              </a:ext>
            </a:extLst>
          </p:cNvPr>
          <p:cNvSpPr txBox="1">
            <a:spLocks/>
          </p:cNvSpPr>
          <p:nvPr/>
        </p:nvSpPr>
        <p:spPr>
          <a:xfrm>
            <a:off x="9145743" y="652595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ACAF18C-C32B-5246-8B79-94468F598665}" type="slidenum">
              <a:rPr lang="en-US" smtClean="0"/>
              <a:pPr/>
              <a:t>96</a:t>
            </a:fld>
            <a:endParaRPr lang="en-US"/>
          </a:p>
        </p:txBody>
      </p:sp>
    </p:spTree>
    <p:extLst>
      <p:ext uri="{BB962C8B-B14F-4D97-AF65-F5344CB8AC3E}">
        <p14:creationId xmlns:p14="http://schemas.microsoft.com/office/powerpoint/2010/main" val="362309826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5A1CD-6FCA-00D4-9EFE-247BF5E28C4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9F49518-289E-CA32-88D8-4C49D2835F99}"/>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069796E5-FC0A-9E48-3158-1DD29D12FFFD}"/>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4C9DD8E5-BC1C-5860-57E6-455FDF70ED83}"/>
              </a:ext>
            </a:extLst>
          </p:cNvPr>
          <p:cNvSpPr txBox="1"/>
          <p:nvPr/>
        </p:nvSpPr>
        <p:spPr>
          <a:xfrm>
            <a:off x="1281748" y="365760"/>
            <a:ext cx="8661038" cy="658368"/>
          </a:xfrm>
          <a:prstGeom prst="rect">
            <a:avLst/>
          </a:prstGeom>
          <a:noFill/>
          <a:ln/>
        </p:spPr>
        <p:txBody>
          <a:bodyPr wrap="square" lIns="0" tIns="0" rIns="0" bIns="0" rtlCol="0" anchor="ctr"/>
          <a:lstStyle/>
          <a:p>
            <a:r>
              <a:rPr lang="en-US" sz="2000" b="1">
                <a:latin typeface="Arial"/>
                <a:cs typeface="Arial"/>
              </a:rPr>
              <a:t>Key Model 2 - </a:t>
            </a:r>
            <a:r>
              <a:rPr lang="en-US" sz="2000" b="1">
                <a:solidFill>
                  <a:srgbClr val="000000"/>
                </a:solidFill>
                <a:latin typeface="Arial"/>
                <a:cs typeface="Arial"/>
              </a:rPr>
              <a:t>6-DOF EOM hover model</a:t>
            </a:r>
          </a:p>
          <a:p>
            <a:endParaRPr lang="en-US" sz="2000" b="1">
              <a:latin typeface="Arial"/>
              <a:cs typeface="Arial"/>
            </a:endParaRPr>
          </a:p>
        </p:txBody>
      </p:sp>
      <p:sp>
        <p:nvSpPr>
          <p:cNvPr id="5" name="TextBox 4">
            <a:extLst>
              <a:ext uri="{FF2B5EF4-FFF2-40B4-BE49-F238E27FC236}">
                <a16:creationId xmlns:a16="http://schemas.microsoft.com/office/drawing/2014/main" id="{2DEDFE24-7776-3976-E448-754598C05126}"/>
              </a:ext>
            </a:extLst>
          </p:cNvPr>
          <p:cNvSpPr txBox="1"/>
          <p:nvPr/>
        </p:nvSpPr>
        <p:spPr>
          <a:xfrm>
            <a:off x="590375" y="1059227"/>
            <a:ext cx="5255254" cy="5355312"/>
          </a:xfrm>
          <a:prstGeom prst="rect">
            <a:avLst/>
          </a:prstGeom>
          <a:noFill/>
        </p:spPr>
        <p:txBody>
          <a:bodyPr wrap="square" lIns="91440" tIns="45720" rIns="91440" bIns="45720" rtlCol="0">
            <a:spAutoFit/>
          </a:bodyPr>
          <a:lstStyle/>
          <a:p>
            <a:r>
              <a:rPr lang="en-US" b="1">
                <a:latin typeface="Arial"/>
                <a:cs typeface="Arial"/>
              </a:rPr>
              <a:t>Why?</a:t>
            </a:r>
            <a:endParaRPr lang="en-US"/>
          </a:p>
          <a:p>
            <a:r>
              <a:rPr lang="en-US">
                <a:latin typeface="Arial"/>
                <a:cs typeface="Arial"/>
              </a:rPr>
              <a:t>Necessary for state evaluation &amp; controls modeling using MATLAB/Simulink for SIL modeling and Python/C++ for integration.</a:t>
            </a:r>
            <a:endParaRPr lang="en-US"/>
          </a:p>
          <a:p>
            <a:endParaRPr lang="en-US">
              <a:latin typeface="Arial" panose="020B0604020202020204" pitchFamily="34" charset="0"/>
              <a:cs typeface="Arial" panose="020B0604020202020204" pitchFamily="34" charset="0"/>
            </a:endParaRPr>
          </a:p>
          <a:p>
            <a:r>
              <a:rPr lang="en-US" b="1">
                <a:latin typeface="Arial"/>
                <a:cs typeface="Arial"/>
              </a:rPr>
              <a:t>Directly verifies UAS-14/15</a:t>
            </a:r>
            <a:r>
              <a:rPr lang="en-US" sz="1400" b="1">
                <a:solidFill>
                  <a:schemeClr val="dk1"/>
                </a:solidFill>
                <a:latin typeface="Arial"/>
                <a:cs typeface="Arial"/>
              </a:rPr>
              <a:t> </a:t>
            </a:r>
            <a:r>
              <a:rPr lang="en-US" b="1">
                <a:latin typeface="Arial"/>
                <a:cs typeface="Arial"/>
              </a:rPr>
              <a:t>requirements:</a:t>
            </a:r>
          </a:p>
          <a:p>
            <a:pPr marL="285750" indent="-285750">
              <a:buFont typeface="Arial"/>
              <a:buChar char="•"/>
            </a:pPr>
            <a:r>
              <a:rPr lang="en-US">
                <a:latin typeface="Arial"/>
                <a:cs typeface="Arial"/>
              </a:rPr>
              <a:t>The UAS shall maneuver at an altitude no greater than 2 m.</a:t>
            </a:r>
          </a:p>
          <a:p>
            <a:pPr marL="285750" indent="-285750">
              <a:buFont typeface="Arial"/>
              <a:buChar char="•"/>
            </a:pPr>
            <a:r>
              <a:rPr lang="en-US">
                <a:latin typeface="Arial"/>
                <a:cs typeface="Arial"/>
              </a:rPr>
              <a:t>The UAS shall maneuver at a speed no greater than 0.5 m/s</a:t>
            </a:r>
            <a:endParaRPr lang="en-US">
              <a:latin typeface="Arial" panose="020B0604020202020204" pitchFamily="34" charset="0"/>
              <a:cs typeface="Arial" panose="020B0604020202020204" pitchFamily="34" charset="0"/>
            </a:endParaRPr>
          </a:p>
          <a:p>
            <a:r>
              <a:rPr lang="en-US" b="1">
                <a:solidFill>
                  <a:schemeClr val="dk1"/>
                </a:solidFill>
                <a:latin typeface="Arial"/>
                <a:cs typeface="Arial"/>
              </a:rPr>
              <a:t>Sets up UAS-GNCC-8/9 requirements:</a:t>
            </a:r>
            <a:endParaRPr lang="en-US" b="1">
              <a:solidFill>
                <a:schemeClr val="dk1"/>
              </a:solidFill>
              <a:latin typeface="Arial" panose="020B0604020202020204" pitchFamily="34" charset="0"/>
              <a:cs typeface="Arial" panose="020B0604020202020204" pitchFamily="34" charset="0"/>
            </a:endParaRPr>
          </a:p>
          <a:p>
            <a:pPr marL="285750" indent="-285750">
              <a:buFont typeface="Arial"/>
              <a:buChar char="•"/>
            </a:pPr>
            <a:r>
              <a:rPr lang="en-US">
                <a:solidFill>
                  <a:schemeClr val="dk1"/>
                </a:solidFill>
                <a:latin typeface="Arial"/>
                <a:cs typeface="Arial"/>
              </a:rPr>
              <a:t>Closed loop control law</a:t>
            </a:r>
            <a:endParaRPr lang="en-US">
              <a:solidFill>
                <a:schemeClr val="dk1"/>
              </a:solidFill>
              <a:latin typeface="Arial" panose="020B0604020202020204" pitchFamily="34" charset="0"/>
              <a:cs typeface="Arial" panose="020B0604020202020204" pitchFamily="34" charset="0"/>
            </a:endParaRPr>
          </a:p>
          <a:p>
            <a:pPr marL="285750" indent="-285750">
              <a:buFont typeface="Arial"/>
              <a:buChar char="•"/>
            </a:pPr>
            <a:r>
              <a:rPr lang="en-US">
                <a:solidFill>
                  <a:schemeClr val="dk1"/>
                </a:solidFill>
                <a:latin typeface="Arial"/>
                <a:cs typeface="Arial"/>
              </a:rPr>
              <a:t>Disturbance responses requirements</a:t>
            </a:r>
          </a:p>
          <a:p>
            <a:endParaRPr lang="en-US">
              <a:solidFill>
                <a:schemeClr val="dk1"/>
              </a:solidFill>
              <a:latin typeface="Arial"/>
              <a:cs typeface="Arial"/>
            </a:endParaRPr>
          </a:p>
          <a:p>
            <a:r>
              <a:rPr lang="en-US" b="1">
                <a:solidFill>
                  <a:schemeClr val="dk1"/>
                </a:solidFill>
                <a:latin typeface="Arial"/>
                <a:cs typeface="Arial"/>
              </a:rPr>
              <a:t>Assumptions</a:t>
            </a:r>
            <a:r>
              <a:rPr lang="en-US">
                <a:solidFill>
                  <a:schemeClr val="dk1"/>
                </a:solidFill>
                <a:latin typeface="Arial"/>
                <a:cs typeface="Arial"/>
              </a:rPr>
              <a:t>:</a:t>
            </a:r>
          </a:p>
          <a:p>
            <a:pPr marL="285750" indent="-285750">
              <a:buFont typeface="Arial"/>
              <a:buChar char="•"/>
            </a:pPr>
            <a:r>
              <a:rPr lang="en-US">
                <a:latin typeface="Arial"/>
                <a:cs typeface="Arial"/>
              </a:rPr>
              <a:t>Simple Aerodynamic model</a:t>
            </a:r>
            <a:endParaRPr lang="en-US">
              <a:latin typeface="Arial" panose="020B0604020202020204" pitchFamily="34" charset="0"/>
              <a:cs typeface="Arial" panose="020B0604020202020204" pitchFamily="34" charset="0"/>
            </a:endParaRPr>
          </a:p>
          <a:p>
            <a:pPr marL="285750" indent="-285750">
              <a:buFont typeface="Arial"/>
              <a:buChar char="•"/>
            </a:pPr>
            <a:r>
              <a:rPr lang="en-US">
                <a:latin typeface="Arial"/>
                <a:cs typeface="Arial"/>
              </a:rPr>
              <a:t>EOMs evaluated near trim</a:t>
            </a:r>
            <a:endParaRPr lang="en-US">
              <a:latin typeface="Arial" panose="020B0604020202020204" pitchFamily="34" charset="0"/>
              <a:cs typeface="Arial" panose="020B0604020202020204" pitchFamily="34" charset="0"/>
            </a:endParaRPr>
          </a:p>
          <a:p>
            <a:endParaRPr lang="en-US">
              <a:latin typeface="Arial" panose="020B0604020202020204" pitchFamily="34" charset="0"/>
              <a:cs typeface="Arial" panose="020B0604020202020204" pitchFamily="34" charset="0"/>
            </a:endParaRPr>
          </a:p>
          <a:p>
            <a:endParaRPr lang="en-US">
              <a:latin typeface="Arial" panose="020B0604020202020204" pitchFamily="34" charset="0"/>
              <a:cs typeface="Arial" panose="020B0604020202020204" pitchFamily="34" charset="0"/>
            </a:endParaRPr>
          </a:p>
        </p:txBody>
      </p:sp>
      <p:sp>
        <p:nvSpPr>
          <p:cNvPr id="8" name="Shape 2">
            <a:extLst>
              <a:ext uri="{FF2B5EF4-FFF2-40B4-BE49-F238E27FC236}">
                <a16:creationId xmlns:a16="http://schemas.microsoft.com/office/drawing/2014/main" id="{3E36DE41-B911-560D-D343-B8E02A8EDAEC}"/>
              </a:ext>
            </a:extLst>
          </p:cNvPr>
          <p:cNvSpPr/>
          <p:nvPr/>
        </p:nvSpPr>
        <p:spPr>
          <a:xfrm>
            <a:off x="9736853" y="457200"/>
            <a:ext cx="1996487" cy="329184"/>
          </a:xfrm>
          <a:prstGeom prst="roundRect">
            <a:avLst>
              <a:gd name="adj" fmla="val 50000"/>
            </a:avLst>
          </a:prstGeom>
          <a:solidFill>
            <a:srgbClr val="C6890F"/>
          </a:solidFill>
          <a:ln/>
        </p:spPr>
        <p:txBody>
          <a:bodyPr lIns="91440" tIns="45720" rIns="91440" bIns="45720" anchor="ctr"/>
          <a:lstStyle/>
          <a:p>
            <a:pPr algn="ctr"/>
            <a:r>
              <a:rPr lang="en-US" sz="1000" b="1">
                <a:latin typeface="Arial"/>
                <a:cs typeface="Arial"/>
              </a:rPr>
              <a:t>Model and Prototyping Plan</a:t>
            </a:r>
          </a:p>
        </p:txBody>
      </p:sp>
      <p:pic>
        <p:nvPicPr>
          <p:cNvPr id="11" name="Picture 10">
            <a:extLst>
              <a:ext uri="{FF2B5EF4-FFF2-40B4-BE49-F238E27FC236}">
                <a16:creationId xmlns:a16="http://schemas.microsoft.com/office/drawing/2014/main" id="{F12FE6B2-4022-26C1-7149-B29F5D5A9003}"/>
              </a:ext>
            </a:extLst>
          </p:cNvPr>
          <p:cNvPicPr>
            <a:picLocks noChangeAspect="1"/>
          </p:cNvPicPr>
          <p:nvPr/>
        </p:nvPicPr>
        <p:blipFill>
          <a:blip r:embed="rId4"/>
          <a:srcRect t="24197" r="-159" b="-316"/>
          <a:stretch>
            <a:fillRect/>
          </a:stretch>
        </p:blipFill>
        <p:spPr>
          <a:xfrm>
            <a:off x="5833010" y="1314235"/>
            <a:ext cx="6284726" cy="2415306"/>
          </a:xfrm>
          <a:prstGeom prst="rect">
            <a:avLst/>
          </a:prstGeom>
        </p:spPr>
      </p:pic>
      <p:sp>
        <p:nvSpPr>
          <p:cNvPr id="7" name="TextBox 6">
            <a:extLst>
              <a:ext uri="{FF2B5EF4-FFF2-40B4-BE49-F238E27FC236}">
                <a16:creationId xmlns:a16="http://schemas.microsoft.com/office/drawing/2014/main" id="{D4716148-9A4D-09D3-38C2-9155CA063803}"/>
              </a:ext>
            </a:extLst>
          </p:cNvPr>
          <p:cNvSpPr txBox="1"/>
          <p:nvPr/>
        </p:nvSpPr>
        <p:spPr>
          <a:xfrm>
            <a:off x="5845628" y="1045028"/>
            <a:ext cx="3124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i="1">
                <a:latin typeface="Arial"/>
                <a:cs typeface="Arial"/>
              </a:rPr>
              <a:t>6-DOF EOM Equations:</a:t>
            </a:r>
          </a:p>
        </p:txBody>
      </p:sp>
      <p:pic>
        <p:nvPicPr>
          <p:cNvPr id="10" name="Picture 9">
            <a:extLst>
              <a:ext uri="{FF2B5EF4-FFF2-40B4-BE49-F238E27FC236}">
                <a16:creationId xmlns:a16="http://schemas.microsoft.com/office/drawing/2014/main" id="{DEF14A0E-C07A-D29D-0F23-71E0233320E3}"/>
              </a:ext>
            </a:extLst>
          </p:cNvPr>
          <p:cNvPicPr>
            <a:picLocks noChangeAspect="1"/>
          </p:cNvPicPr>
          <p:nvPr/>
        </p:nvPicPr>
        <p:blipFill>
          <a:blip r:embed="rId5"/>
          <a:stretch>
            <a:fillRect/>
          </a:stretch>
        </p:blipFill>
        <p:spPr>
          <a:xfrm>
            <a:off x="5837464" y="3734481"/>
            <a:ext cx="4708071" cy="2622096"/>
          </a:xfrm>
          <a:prstGeom prst="rect">
            <a:avLst/>
          </a:prstGeom>
        </p:spPr>
      </p:pic>
      <p:sp>
        <p:nvSpPr>
          <p:cNvPr id="13" name="TextBox 12">
            <a:extLst>
              <a:ext uri="{FF2B5EF4-FFF2-40B4-BE49-F238E27FC236}">
                <a16:creationId xmlns:a16="http://schemas.microsoft.com/office/drawing/2014/main" id="{0D1288B5-45F1-4EFE-91FC-414626861BB8}"/>
              </a:ext>
            </a:extLst>
          </p:cNvPr>
          <p:cNvSpPr txBox="1"/>
          <p:nvPr/>
        </p:nvSpPr>
        <p:spPr>
          <a:xfrm>
            <a:off x="10570029" y="3962399"/>
            <a:ext cx="1567542" cy="24006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latin typeface="-webkit-standard"/>
                <a:ea typeface="+mn-lt"/>
                <a:cs typeface="+mn-lt"/>
              </a:rPr>
              <a:t>Hoffmann, G. M., Huang, H., </a:t>
            </a:r>
            <a:r>
              <a:rPr lang="en-US" sz="1000" err="1">
                <a:latin typeface="-webkit-standard"/>
                <a:ea typeface="+mn-lt"/>
                <a:cs typeface="+mn-lt"/>
              </a:rPr>
              <a:t>Waslander</a:t>
            </a:r>
            <a:r>
              <a:rPr lang="en-US" sz="1000">
                <a:latin typeface="-webkit-standard"/>
                <a:ea typeface="+mn-lt"/>
                <a:cs typeface="+mn-lt"/>
              </a:rPr>
              <a:t>, S. L., and Tomlin, C. J. (2007). Quadrotor Helicopter Flight Dynamics and Control: Theory and Experiment. In </a:t>
            </a:r>
            <a:r>
              <a:rPr lang="en-US" sz="1000" i="1">
                <a:ea typeface="+mn-lt"/>
                <a:cs typeface="+mn-lt"/>
              </a:rPr>
              <a:t>AIAA Guidance, Navigation, and Control Conference and Exhibit</a:t>
            </a:r>
            <a:r>
              <a:rPr lang="en-US" sz="1000">
                <a:latin typeface="-webkit-standard"/>
                <a:ea typeface="+mn-lt"/>
                <a:cs typeface="+mn-lt"/>
              </a:rPr>
              <a:t> (AIAA Paper 2007-6461). Hilton Head, South Carolina. </a:t>
            </a:r>
            <a:br>
              <a:rPr lang="en-US" sz="1000">
                <a:ea typeface="+mn-lt"/>
                <a:cs typeface="+mn-lt"/>
              </a:rPr>
            </a:br>
            <a:r>
              <a:rPr lang="en-US" sz="1000">
                <a:ea typeface="+mn-lt"/>
                <a:cs typeface="+mn-lt"/>
                <a:hlinkClick r:id="rId6"/>
              </a:rPr>
              <a:t>https://ai.stanford.edu/~gabeh/papers/Quadrotor_Dynamics_GNC07.pdf</a:t>
            </a:r>
            <a:endParaRPr lang="en-US" sz="1000"/>
          </a:p>
        </p:txBody>
      </p:sp>
      <p:grpSp>
        <p:nvGrpSpPr>
          <p:cNvPr id="12" name="Progress Bar - 7 Moving Forward">
            <a:extLst>
              <a:ext uri="{FF2B5EF4-FFF2-40B4-BE49-F238E27FC236}">
                <a16:creationId xmlns:a16="http://schemas.microsoft.com/office/drawing/2014/main" id="{CDAC7FD3-7CC8-7CB2-A232-3F6574779AA1}"/>
              </a:ext>
            </a:extLst>
          </p:cNvPr>
          <p:cNvGrpSpPr/>
          <p:nvPr/>
        </p:nvGrpSpPr>
        <p:grpSpPr>
          <a:xfrm>
            <a:off x="814351" y="6567901"/>
            <a:ext cx="10563297" cy="276999"/>
            <a:chOff x="790698" y="5902391"/>
            <a:chExt cx="10563297" cy="276999"/>
          </a:xfrm>
        </p:grpSpPr>
        <p:sp>
          <p:nvSpPr>
            <p:cNvPr id="14" name="Section 1 - Background">
              <a:extLst>
                <a:ext uri="{FF2B5EF4-FFF2-40B4-BE49-F238E27FC236}">
                  <a16:creationId xmlns:a16="http://schemas.microsoft.com/office/drawing/2014/main" id="{C333EC10-5216-2771-1F67-D38EDDE0AEF7}"/>
                </a:ext>
              </a:extLst>
            </p:cNvPr>
            <p:cNvSpPr/>
            <p:nvPr/>
          </p:nvSpPr>
          <p:spPr>
            <a:xfrm>
              <a:off x="790698" y="5902391"/>
              <a:ext cx="1374145" cy="276999"/>
            </a:xfrm>
            <a:prstGeom prst="homePlate">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0">
                  <a:solidFill>
                    <a:srgbClr val="FFFFFF"/>
                  </a:solidFill>
                  <a:latin typeface="Calibri"/>
                </a:rPr>
                <a:t>Background</a:t>
              </a:r>
            </a:p>
          </p:txBody>
        </p:sp>
        <p:sp>
          <p:nvSpPr>
            <p:cNvPr id="15" name="Section 2 - ConOps">
              <a:extLst>
                <a:ext uri="{FF2B5EF4-FFF2-40B4-BE49-F238E27FC236}">
                  <a16:creationId xmlns:a16="http://schemas.microsoft.com/office/drawing/2014/main" id="{0DCA78C1-FACF-1BC8-22A3-B8C9515C7979}"/>
                </a:ext>
              </a:extLst>
            </p:cNvPr>
            <p:cNvSpPr/>
            <p:nvPr/>
          </p:nvSpPr>
          <p:spPr>
            <a:xfrm>
              <a:off x="2103434"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ConOps</a:t>
              </a:r>
            </a:p>
          </p:txBody>
        </p:sp>
        <p:sp>
          <p:nvSpPr>
            <p:cNvPr id="16" name="Section 3 - Block Diagrams">
              <a:extLst>
                <a:ext uri="{FF2B5EF4-FFF2-40B4-BE49-F238E27FC236}">
                  <a16:creationId xmlns:a16="http://schemas.microsoft.com/office/drawing/2014/main" id="{57C51DD9-2C2D-3EC2-6A0B-EDD461135BC8}"/>
                </a:ext>
              </a:extLst>
            </p:cNvPr>
            <p:cNvSpPr/>
            <p:nvPr/>
          </p:nvSpPr>
          <p:spPr>
            <a:xfrm>
              <a:off x="3416170"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Block Diagrams</a:t>
              </a:r>
            </a:p>
          </p:txBody>
        </p:sp>
        <p:sp>
          <p:nvSpPr>
            <p:cNvPr id="17" name="Section 4 - Key Requirements">
              <a:extLst>
                <a:ext uri="{FF2B5EF4-FFF2-40B4-BE49-F238E27FC236}">
                  <a16:creationId xmlns:a16="http://schemas.microsoft.com/office/drawing/2014/main" id="{27B09546-0BA5-9868-C845-4B3199228513}"/>
                </a:ext>
              </a:extLst>
            </p:cNvPr>
            <p:cNvSpPr/>
            <p:nvPr/>
          </p:nvSpPr>
          <p:spPr>
            <a:xfrm>
              <a:off x="4728906" y="5902391"/>
              <a:ext cx="1484077"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Key Requirements</a:t>
              </a:r>
            </a:p>
          </p:txBody>
        </p:sp>
        <p:sp>
          <p:nvSpPr>
            <p:cNvPr id="18" name="Section 5 - Trade Studies">
              <a:extLst>
                <a:ext uri="{FF2B5EF4-FFF2-40B4-BE49-F238E27FC236}">
                  <a16:creationId xmlns:a16="http://schemas.microsoft.com/office/drawing/2014/main" id="{EEA17D82-4D38-30C0-4DF8-FAD91D70D869}"/>
                </a:ext>
              </a:extLst>
            </p:cNvPr>
            <p:cNvSpPr/>
            <p:nvPr/>
          </p:nvSpPr>
          <p:spPr>
            <a:xfrm>
              <a:off x="6151574"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Trade Studies</a:t>
              </a:r>
            </a:p>
          </p:txBody>
        </p:sp>
        <p:sp>
          <p:nvSpPr>
            <p:cNvPr id="19" name="Section 6 - Current Design Space">
              <a:extLst>
                <a:ext uri="{FF2B5EF4-FFF2-40B4-BE49-F238E27FC236}">
                  <a16:creationId xmlns:a16="http://schemas.microsoft.com/office/drawing/2014/main" id="{69A4DA6B-1D8D-5476-7BAD-251C9D390C02}"/>
                </a:ext>
              </a:extLst>
            </p:cNvPr>
            <p:cNvSpPr/>
            <p:nvPr/>
          </p:nvSpPr>
          <p:spPr>
            <a:xfrm>
              <a:off x="7464310" y="5902391"/>
              <a:ext cx="1594008"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Current Design Space</a:t>
              </a:r>
            </a:p>
          </p:txBody>
        </p:sp>
        <p:sp>
          <p:nvSpPr>
            <p:cNvPr id="20" name="Section 7 - Moving Forward">
              <a:extLst>
                <a:ext uri="{FF2B5EF4-FFF2-40B4-BE49-F238E27FC236}">
                  <a16:creationId xmlns:a16="http://schemas.microsoft.com/office/drawing/2014/main" id="{4A7451A3-79BA-BA51-FD71-332C5CC667BA}"/>
                </a:ext>
              </a:extLst>
            </p:cNvPr>
            <p:cNvSpPr/>
            <p:nvPr/>
          </p:nvSpPr>
          <p:spPr>
            <a:xfrm>
              <a:off x="8996909" y="5902391"/>
              <a:ext cx="1415369"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Moving Forward</a:t>
              </a:r>
            </a:p>
          </p:txBody>
        </p:sp>
        <p:sp>
          <p:nvSpPr>
            <p:cNvPr id="21" name="Section 8 - Q &amp; A">
              <a:extLst>
                <a:ext uri="{FF2B5EF4-FFF2-40B4-BE49-F238E27FC236}">
                  <a16:creationId xmlns:a16="http://schemas.microsoft.com/office/drawing/2014/main" id="{1C205933-59FD-53F7-24E7-386DF555228A}"/>
                </a:ext>
              </a:extLst>
            </p:cNvPr>
            <p:cNvSpPr/>
            <p:nvPr/>
          </p:nvSpPr>
          <p:spPr>
            <a:xfrm>
              <a:off x="10350869" y="5902391"/>
              <a:ext cx="1003126"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Q &amp; A</a:t>
              </a:r>
            </a:p>
          </p:txBody>
        </p:sp>
      </p:grpSp>
      <p:sp>
        <p:nvSpPr>
          <p:cNvPr id="22" name="Slide Number Placeholder 23">
            <a:extLst>
              <a:ext uri="{FF2B5EF4-FFF2-40B4-BE49-F238E27FC236}">
                <a16:creationId xmlns:a16="http://schemas.microsoft.com/office/drawing/2014/main" id="{4252DA6A-F037-5796-A4E1-A0C5B851434C}"/>
              </a:ext>
            </a:extLst>
          </p:cNvPr>
          <p:cNvSpPr txBox="1">
            <a:spLocks/>
          </p:cNvSpPr>
          <p:nvPr/>
        </p:nvSpPr>
        <p:spPr>
          <a:xfrm>
            <a:off x="9145743" y="652595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ACAF18C-C32B-5246-8B79-94468F598665}" type="slidenum">
              <a:rPr lang="en-US" smtClean="0"/>
              <a:pPr/>
              <a:t>97</a:t>
            </a:fld>
            <a:endParaRPr lang="en-US"/>
          </a:p>
        </p:txBody>
      </p:sp>
    </p:spTree>
    <p:extLst>
      <p:ext uri="{BB962C8B-B14F-4D97-AF65-F5344CB8AC3E}">
        <p14:creationId xmlns:p14="http://schemas.microsoft.com/office/powerpoint/2010/main" val="49178681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A46A2-F881-2521-2B69-3F227C33C9A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9C945AC-D06C-E2B6-8F55-48AAD15B8A67}"/>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F6439C1E-FC62-CA09-886C-BFC34D5D913A}"/>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FE6B59EE-3A35-9308-7361-8BE4CBE8864D}"/>
              </a:ext>
            </a:extLst>
          </p:cNvPr>
          <p:cNvSpPr txBox="1"/>
          <p:nvPr/>
        </p:nvSpPr>
        <p:spPr>
          <a:xfrm>
            <a:off x="1281748" y="365760"/>
            <a:ext cx="7680960" cy="658368"/>
          </a:xfrm>
          <a:prstGeom prst="rect">
            <a:avLst/>
          </a:prstGeom>
          <a:noFill/>
          <a:ln/>
        </p:spPr>
        <p:txBody>
          <a:bodyPr wrap="square" lIns="0" tIns="0" rIns="0" bIns="0" rtlCol="0" anchor="ctr"/>
          <a:lstStyle/>
          <a:p>
            <a:r>
              <a:rPr lang="en-US" sz="2800" b="1">
                <a:latin typeface="Arial"/>
                <a:cs typeface="Arial"/>
              </a:rPr>
              <a:t>Prototyping Plans</a:t>
            </a:r>
          </a:p>
        </p:txBody>
      </p:sp>
      <p:sp>
        <p:nvSpPr>
          <p:cNvPr id="5" name="Shape 2">
            <a:extLst>
              <a:ext uri="{FF2B5EF4-FFF2-40B4-BE49-F238E27FC236}">
                <a16:creationId xmlns:a16="http://schemas.microsoft.com/office/drawing/2014/main" id="{0F1F43C5-545D-75A4-BFD1-2E69C38F440F}"/>
              </a:ext>
            </a:extLst>
          </p:cNvPr>
          <p:cNvSpPr/>
          <p:nvPr/>
        </p:nvSpPr>
        <p:spPr>
          <a:xfrm>
            <a:off x="9736853" y="457200"/>
            <a:ext cx="1996487" cy="329184"/>
          </a:xfrm>
          <a:prstGeom prst="roundRect">
            <a:avLst>
              <a:gd name="adj" fmla="val 50000"/>
            </a:avLst>
          </a:prstGeom>
          <a:solidFill>
            <a:srgbClr val="C6890F"/>
          </a:solidFill>
          <a:ln/>
        </p:spPr>
        <p:txBody>
          <a:bodyPr lIns="91440" tIns="45720" rIns="91440" bIns="45720" anchor="ctr"/>
          <a:lstStyle/>
          <a:p>
            <a:pPr algn="ctr"/>
            <a:r>
              <a:rPr lang="en-US" sz="1000" b="1">
                <a:latin typeface="Arial"/>
                <a:cs typeface="Arial"/>
              </a:rPr>
              <a:t>Model and Prototyping Plan</a:t>
            </a:r>
          </a:p>
        </p:txBody>
      </p:sp>
      <p:graphicFrame>
        <p:nvGraphicFramePr>
          <p:cNvPr id="9" name="Table 8">
            <a:extLst>
              <a:ext uri="{FF2B5EF4-FFF2-40B4-BE49-F238E27FC236}">
                <a16:creationId xmlns:a16="http://schemas.microsoft.com/office/drawing/2014/main" id="{A1D9AABE-15D1-A066-6FCB-282EB11BE04B}"/>
              </a:ext>
            </a:extLst>
          </p:cNvPr>
          <p:cNvGraphicFramePr>
            <a:graphicFrameLocks noGrp="1"/>
          </p:cNvGraphicFramePr>
          <p:nvPr>
            <p:extLst>
              <p:ext uri="{D42A27DB-BD31-4B8C-83A1-F6EECF244321}">
                <p14:modId xmlns:p14="http://schemas.microsoft.com/office/powerpoint/2010/main" val="3940055606"/>
              </p:ext>
            </p:extLst>
          </p:nvPr>
        </p:nvGraphicFramePr>
        <p:xfrm>
          <a:off x="1541514" y="1470362"/>
          <a:ext cx="9108972" cy="4069214"/>
        </p:xfrm>
        <a:graphic>
          <a:graphicData uri="http://schemas.openxmlformats.org/drawingml/2006/table">
            <a:tbl>
              <a:tblPr firstRow="1" bandRow="1">
                <a:tableStyleId>{5C22544A-7EE6-4342-B048-85BDC9FD1C3A}</a:tableStyleId>
              </a:tblPr>
              <a:tblGrid>
                <a:gridCol w="1883761">
                  <a:extLst>
                    <a:ext uri="{9D8B030D-6E8A-4147-A177-3AD203B41FA5}">
                      <a16:colId xmlns:a16="http://schemas.microsoft.com/office/drawing/2014/main" val="3843996925"/>
                    </a:ext>
                  </a:extLst>
                </a:gridCol>
                <a:gridCol w="5112070">
                  <a:extLst>
                    <a:ext uri="{9D8B030D-6E8A-4147-A177-3AD203B41FA5}">
                      <a16:colId xmlns:a16="http://schemas.microsoft.com/office/drawing/2014/main" val="1194478188"/>
                    </a:ext>
                  </a:extLst>
                </a:gridCol>
                <a:gridCol w="2113141">
                  <a:extLst>
                    <a:ext uri="{9D8B030D-6E8A-4147-A177-3AD203B41FA5}">
                      <a16:colId xmlns:a16="http://schemas.microsoft.com/office/drawing/2014/main" val="1462467012"/>
                    </a:ext>
                  </a:extLst>
                </a:gridCol>
              </a:tblGrid>
              <a:tr h="452139">
                <a:tc>
                  <a:txBody>
                    <a:bodyPr/>
                    <a:lstStyle/>
                    <a:p>
                      <a:pPr algn="ctr"/>
                      <a:r>
                        <a:rPr lang="en-US" sz="1400">
                          <a:latin typeface="Arial"/>
                          <a:cs typeface="Arial"/>
                        </a:rPr>
                        <a:t>Planned Item</a:t>
                      </a:r>
                    </a:p>
                  </a:txBody>
                  <a:tcPr/>
                </a:tc>
                <a:tc>
                  <a:txBody>
                    <a:bodyPr/>
                    <a:lstStyle/>
                    <a:p>
                      <a:pPr lvl="0" algn="ctr">
                        <a:buNone/>
                      </a:pPr>
                      <a:r>
                        <a:rPr lang="en-US" sz="1400">
                          <a:latin typeface="Arial"/>
                          <a:cs typeface="Arial"/>
                        </a:rPr>
                        <a:t>Details</a:t>
                      </a:r>
                      <a:endParaRPr lang="en-US" sz="1400">
                        <a:latin typeface="Arial" panose="020B0604020202020204" pitchFamily="34" charset="0"/>
                        <a:cs typeface="Arial" panose="020B0604020202020204" pitchFamily="34" charset="0"/>
                      </a:endParaRPr>
                    </a:p>
                  </a:txBody>
                  <a:tcPr/>
                </a:tc>
                <a:tc>
                  <a:txBody>
                    <a:bodyPr/>
                    <a:lstStyle/>
                    <a:p>
                      <a:pPr lvl="0" algn="ctr">
                        <a:buNone/>
                      </a:pPr>
                      <a:r>
                        <a:rPr lang="en-US" sz="1400" b="1" i="0" u="none" strike="noStrike" noProof="0">
                          <a:solidFill>
                            <a:srgbClr val="FFFFFF"/>
                          </a:solidFill>
                          <a:latin typeface="Arial"/>
                          <a:cs typeface="Arial"/>
                        </a:rPr>
                        <a:t>Sub-Team</a:t>
                      </a:r>
                      <a:endParaRPr lang="en-US" sz="1400">
                        <a:latin typeface="Arial"/>
                        <a:cs typeface="Arial"/>
                      </a:endParaRPr>
                    </a:p>
                  </a:txBody>
                  <a:tcPr/>
                </a:tc>
                <a:extLst>
                  <a:ext uri="{0D108BD9-81ED-4DB2-BD59-A6C34878D82A}">
                    <a16:rowId xmlns:a16="http://schemas.microsoft.com/office/drawing/2014/main" val="983860614"/>
                  </a:ext>
                </a:extLst>
              </a:tr>
              <a:tr h="723415">
                <a:tc>
                  <a:txBody>
                    <a:bodyPr/>
                    <a:lstStyle/>
                    <a:p>
                      <a:pPr algn="ctr" fontAlgn="t">
                        <a:buNone/>
                      </a:pPr>
                      <a:r>
                        <a:rPr lang="en-US" sz="1400" b="1" i="0" u="none" strike="noStrike">
                          <a:solidFill>
                            <a:srgbClr val="000000"/>
                          </a:solidFill>
                          <a:effectLst/>
                          <a:latin typeface="Arial"/>
                        </a:rPr>
                        <a:t>SITL Model</a:t>
                      </a:r>
                    </a:p>
                  </a:txBody>
                  <a:tcPr marL="9525" marR="9525" marT="9525"/>
                </a:tc>
                <a:tc>
                  <a:txBody>
                    <a:bodyPr/>
                    <a:lstStyle/>
                    <a:p>
                      <a:pPr marL="285750" indent="-285750" algn="ctr" fontAlgn="t">
                        <a:buFont typeface="Arial" panose="020B0604020202020204" pitchFamily="34" charset="0"/>
                        <a:buChar char="•"/>
                      </a:pPr>
                      <a:r>
                        <a:rPr lang="en-US" sz="1400" b="0" i="0" u="none" strike="noStrike">
                          <a:solidFill>
                            <a:srgbClr val="000000"/>
                          </a:solidFill>
                          <a:effectLst/>
                          <a:latin typeface="Arial" panose="020B0604020202020204" pitchFamily="34" charset="0"/>
                          <a:cs typeface="Arial" panose="020B0604020202020204" pitchFamily="34" charset="0"/>
                        </a:rPr>
                        <a:t>Runs flight software against simulated dynamics model</a:t>
                      </a:r>
                    </a:p>
                    <a:p>
                      <a:pPr marL="285750" indent="-285750" algn="ctr" fontAlgn="t">
                        <a:buFont typeface="Arial" panose="020B0604020202020204" pitchFamily="34" charset="0"/>
                        <a:buChar char="•"/>
                      </a:pPr>
                      <a:r>
                        <a:rPr lang="en-US" sz="1400">
                          <a:latin typeface="Arial" panose="020B0604020202020204" pitchFamily="34" charset="0"/>
                          <a:cs typeface="Arial" panose="020B0604020202020204" pitchFamily="34" charset="0"/>
                        </a:rPr>
                        <a:t>Verify the 2 m altitude / 0.5 m/s limits</a:t>
                      </a:r>
                    </a:p>
                  </a:txBody>
                  <a:tcPr marL="9525" marR="9525" marT="9525"/>
                </a:tc>
                <a:tc>
                  <a:txBody>
                    <a:bodyPr/>
                    <a:lstStyle/>
                    <a:p>
                      <a:pPr algn="ctr"/>
                      <a:r>
                        <a:rPr lang="en-US" sz="1400">
                          <a:latin typeface="Arial"/>
                          <a:cs typeface="Arial"/>
                        </a:rPr>
                        <a:t>GNC</a:t>
                      </a:r>
                    </a:p>
                  </a:txBody>
                  <a:tcPr>
                    <a:solidFill>
                      <a:srgbClr val="FF7471"/>
                    </a:solidFill>
                  </a:tcPr>
                </a:tc>
                <a:extLst>
                  <a:ext uri="{0D108BD9-81ED-4DB2-BD59-A6C34878D82A}">
                    <a16:rowId xmlns:a16="http://schemas.microsoft.com/office/drawing/2014/main" val="3764611095"/>
                  </a:ext>
                </a:extLst>
              </a:tr>
              <a:tr h="723415">
                <a:tc>
                  <a:txBody>
                    <a:bodyPr/>
                    <a:lstStyle/>
                    <a:p>
                      <a:pPr algn="ctr" fontAlgn="t">
                        <a:buNone/>
                      </a:pPr>
                      <a:r>
                        <a:rPr lang="en-US" sz="1400" b="1" i="0" u="none" strike="noStrike">
                          <a:solidFill>
                            <a:srgbClr val="000000"/>
                          </a:solidFill>
                          <a:effectLst/>
                          <a:latin typeface="Arial" panose="020B0604020202020204" pitchFamily="34" charset="0"/>
                        </a:rPr>
                        <a:t>Electronics Layout in Avionics Bay</a:t>
                      </a:r>
                    </a:p>
                  </a:txBody>
                  <a:tcPr marL="9525" marR="9525" marT="9525"/>
                </a:tc>
                <a:tc>
                  <a:txBody>
                    <a:bodyPr/>
                    <a:lstStyle/>
                    <a:p>
                      <a:pPr marL="285750" indent="-285750" algn="ctr" fontAlgn="t">
                        <a:buFont typeface="Arial" panose="020B0604020202020204" pitchFamily="34" charset="0"/>
                        <a:buChar char="•"/>
                      </a:pPr>
                      <a:r>
                        <a:rPr lang="en-US" sz="1400">
                          <a:latin typeface="Arial" panose="020B0604020202020204" pitchFamily="34" charset="0"/>
                          <a:cs typeface="Arial" panose="020B0604020202020204" pitchFamily="34" charset="0"/>
                        </a:rPr>
                        <a:t>Place FCU, onboard computer, sensors, camera, GPS/RTK antenna, and PCB in the Avionics Bay</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a:tc>
                <a:tc>
                  <a:txBody>
                    <a:bodyPr/>
                    <a:lstStyle/>
                    <a:p>
                      <a:pPr algn="ctr"/>
                      <a:r>
                        <a:rPr lang="en-US" sz="1400">
                          <a:latin typeface="Arial"/>
                          <a:cs typeface="Arial"/>
                        </a:rPr>
                        <a:t>Avionics</a:t>
                      </a:r>
                    </a:p>
                  </a:txBody>
                  <a:tcPr>
                    <a:solidFill>
                      <a:schemeClr val="tx2">
                        <a:lumMod val="25000"/>
                        <a:lumOff val="75000"/>
                      </a:schemeClr>
                    </a:solidFill>
                  </a:tcPr>
                </a:tc>
                <a:extLst>
                  <a:ext uri="{0D108BD9-81ED-4DB2-BD59-A6C34878D82A}">
                    <a16:rowId xmlns:a16="http://schemas.microsoft.com/office/drawing/2014/main" val="3777835090"/>
                  </a:ext>
                </a:extLst>
              </a:tr>
              <a:tr h="723415">
                <a:tc>
                  <a:txBody>
                    <a:bodyPr/>
                    <a:lstStyle/>
                    <a:p>
                      <a:pPr algn="ctr" fontAlgn="t">
                        <a:buNone/>
                      </a:pPr>
                      <a:r>
                        <a:rPr lang="en-US" sz="1400" b="1" i="0" u="none" strike="noStrike">
                          <a:solidFill>
                            <a:srgbClr val="000000"/>
                          </a:solidFill>
                          <a:effectLst/>
                          <a:latin typeface="Arial" panose="020B0604020202020204" pitchFamily="34" charset="0"/>
                        </a:rPr>
                        <a:t>Airframe and Propeller CFD</a:t>
                      </a:r>
                    </a:p>
                  </a:txBody>
                  <a:tcPr marL="9525" marR="9525" marT="9525"/>
                </a:tc>
                <a:tc>
                  <a:txBody>
                    <a:bodyPr/>
                    <a:lstStyle/>
                    <a:p>
                      <a:pPr marL="285750" indent="-285750" algn="ctr" fontAlgn="t">
                        <a:buFont typeface="Arial" panose="020B0604020202020204" pitchFamily="34" charset="0"/>
                        <a:buChar char="•"/>
                      </a:pPr>
                      <a:r>
                        <a:rPr lang="en-US" sz="1400" b="0" i="0" u="none" strike="noStrike">
                          <a:solidFill>
                            <a:srgbClr val="000000"/>
                          </a:solidFill>
                          <a:effectLst/>
                          <a:latin typeface="Arial" panose="020B0604020202020204" pitchFamily="34" charset="0"/>
                          <a:cs typeface="Arial" panose="020B0604020202020204" pitchFamily="34" charset="0"/>
                        </a:rPr>
                        <a:t>Fluid Dynamics model to measure and verify thrust, drag, and rotor downwash</a:t>
                      </a:r>
                    </a:p>
                  </a:txBody>
                  <a:tcPr marL="9525" marR="9525" marT="9525"/>
                </a:tc>
                <a:tc>
                  <a:txBody>
                    <a:bodyPr/>
                    <a:lstStyle/>
                    <a:p>
                      <a:pPr algn="ctr"/>
                      <a:r>
                        <a:rPr lang="en-US" sz="1400">
                          <a:latin typeface="Arial"/>
                          <a:cs typeface="Arial"/>
                        </a:rPr>
                        <a:t>Airframe &amp; Propulsion</a:t>
                      </a:r>
                    </a:p>
                  </a:txBody>
                  <a:tcPr>
                    <a:solidFill>
                      <a:srgbClr val="92D050"/>
                    </a:solidFill>
                  </a:tcPr>
                </a:tc>
                <a:extLst>
                  <a:ext uri="{0D108BD9-81ED-4DB2-BD59-A6C34878D82A}">
                    <a16:rowId xmlns:a16="http://schemas.microsoft.com/office/drawing/2014/main" val="3780857582"/>
                  </a:ext>
                </a:extLst>
              </a:tr>
              <a:tr h="723415">
                <a:tc>
                  <a:txBody>
                    <a:bodyPr/>
                    <a:lstStyle/>
                    <a:p>
                      <a:pPr algn="ctr" fontAlgn="t">
                        <a:buNone/>
                      </a:pPr>
                      <a:r>
                        <a:rPr lang="en-US" sz="1400" b="1" i="0" u="none" strike="noStrike">
                          <a:solidFill>
                            <a:srgbClr val="000000"/>
                          </a:solidFill>
                          <a:effectLst/>
                          <a:latin typeface="Arial" panose="020B0604020202020204" pitchFamily="34" charset="0"/>
                        </a:rPr>
                        <a:t>Voltage Separation PCB Prototype</a:t>
                      </a:r>
                    </a:p>
                  </a:txBody>
                  <a:tcPr marL="9525" marR="9525" marT="9525"/>
                </a:tc>
                <a:tc>
                  <a:txBody>
                    <a:bodyPr/>
                    <a:lstStyle/>
                    <a:p>
                      <a:pPr marL="285750" indent="-285750" algn="ctr" fontAlgn="t">
                        <a:buFont typeface="Arial" panose="020B0604020202020204" pitchFamily="34" charset="0"/>
                        <a:buChar char="•"/>
                      </a:pPr>
                      <a:r>
                        <a:rPr lang="en-US" sz="1400">
                          <a:latin typeface="Arial" panose="020B0604020202020204" pitchFamily="34" charset="0"/>
                          <a:cs typeface="Arial" panose="020B0604020202020204" pitchFamily="34" charset="0"/>
                        </a:rPr>
                        <a:t>Build the power-distribution board on perfboard/breadboard from the PCB design</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a:tc>
                <a:tc>
                  <a:txBody>
                    <a:bodyPr/>
                    <a:lstStyle/>
                    <a:p>
                      <a:pPr algn="ctr"/>
                      <a:r>
                        <a:rPr lang="en-US" sz="1400">
                          <a:latin typeface="Arial"/>
                          <a:cs typeface="Arial"/>
                        </a:rPr>
                        <a:t>Power Systems</a:t>
                      </a:r>
                    </a:p>
                  </a:txBody>
                  <a:tcPr>
                    <a:solidFill>
                      <a:srgbClr val="FFED0C"/>
                    </a:solidFill>
                  </a:tcPr>
                </a:tc>
                <a:extLst>
                  <a:ext uri="{0D108BD9-81ED-4DB2-BD59-A6C34878D82A}">
                    <a16:rowId xmlns:a16="http://schemas.microsoft.com/office/drawing/2014/main" val="2689440780"/>
                  </a:ext>
                </a:extLst>
              </a:tr>
              <a:tr h="723415">
                <a:tc>
                  <a:txBody>
                    <a:bodyPr/>
                    <a:lstStyle/>
                    <a:p>
                      <a:pPr algn="ctr" fontAlgn="t">
                        <a:buNone/>
                      </a:pPr>
                      <a:r>
                        <a:rPr lang="en-US" sz="1400" b="1" i="0" u="none" strike="noStrike">
                          <a:solidFill>
                            <a:srgbClr val="000000"/>
                          </a:solidFill>
                          <a:effectLst/>
                          <a:latin typeface="Arial" panose="020B0604020202020204" pitchFamily="34" charset="0"/>
                        </a:rPr>
                        <a:t>Propeller Arm Prototype &amp; Static Load Test</a:t>
                      </a:r>
                    </a:p>
                  </a:txBody>
                  <a:tcPr marL="9525" marR="9525" marT="9525"/>
                </a:tc>
                <a:tc>
                  <a:txBody>
                    <a:bodyPr/>
                    <a:lstStyle/>
                    <a:p>
                      <a:pPr marL="285750" indent="-285750" algn="ctr" fontAlgn="t">
                        <a:buFont typeface="Arial" panose="020B0604020202020204" pitchFamily="34" charset="0"/>
                        <a:buChar char="•"/>
                      </a:pPr>
                      <a:r>
                        <a:rPr lang="en-US" sz="1400" b="0" i="0" u="none" strike="noStrike">
                          <a:solidFill>
                            <a:srgbClr val="000000"/>
                          </a:solidFill>
                          <a:effectLst/>
                          <a:latin typeface="Arial" panose="020B0604020202020204" pitchFamily="34" charset="0"/>
                          <a:cs typeface="Arial" panose="020B0604020202020204" pitchFamily="34" charset="0"/>
                        </a:rPr>
                        <a:t>Model and prototype the propeller arm; Static load test based on T/W ratio</a:t>
                      </a:r>
                    </a:p>
                  </a:txBody>
                  <a:tcPr marL="9525" marR="9525" marT="9525"/>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latin typeface="Arial"/>
                          <a:cs typeface="Arial"/>
                        </a:rPr>
                        <a:t>Airframe</a:t>
                      </a:r>
                    </a:p>
                  </a:txBody>
                  <a:tcPr>
                    <a:solidFill>
                      <a:srgbClr val="92D050"/>
                    </a:solidFill>
                  </a:tcPr>
                </a:tc>
                <a:extLst>
                  <a:ext uri="{0D108BD9-81ED-4DB2-BD59-A6C34878D82A}">
                    <a16:rowId xmlns:a16="http://schemas.microsoft.com/office/drawing/2014/main" val="2769638118"/>
                  </a:ext>
                </a:extLst>
              </a:tr>
            </a:tbl>
          </a:graphicData>
        </a:graphic>
      </p:graphicFrame>
      <p:grpSp>
        <p:nvGrpSpPr>
          <p:cNvPr id="10" name="Progress Bar - 7 Moving Forward">
            <a:extLst>
              <a:ext uri="{FF2B5EF4-FFF2-40B4-BE49-F238E27FC236}">
                <a16:creationId xmlns:a16="http://schemas.microsoft.com/office/drawing/2014/main" id="{4318D76C-6577-50B8-DF80-F35DB448DD1D}"/>
              </a:ext>
            </a:extLst>
          </p:cNvPr>
          <p:cNvGrpSpPr/>
          <p:nvPr/>
        </p:nvGrpSpPr>
        <p:grpSpPr>
          <a:xfrm>
            <a:off x="814351" y="6567901"/>
            <a:ext cx="10563297" cy="276999"/>
            <a:chOff x="790698" y="5902391"/>
            <a:chExt cx="10563297" cy="276999"/>
          </a:xfrm>
        </p:grpSpPr>
        <p:sp>
          <p:nvSpPr>
            <p:cNvPr id="12" name="Section 1 - Background">
              <a:extLst>
                <a:ext uri="{FF2B5EF4-FFF2-40B4-BE49-F238E27FC236}">
                  <a16:creationId xmlns:a16="http://schemas.microsoft.com/office/drawing/2014/main" id="{AB11E731-1D16-79E7-E8BC-2254BA30B3BF}"/>
                </a:ext>
              </a:extLst>
            </p:cNvPr>
            <p:cNvSpPr/>
            <p:nvPr/>
          </p:nvSpPr>
          <p:spPr>
            <a:xfrm>
              <a:off x="790698" y="5902391"/>
              <a:ext cx="1374145" cy="276999"/>
            </a:xfrm>
            <a:prstGeom prst="homePlate">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0">
                  <a:solidFill>
                    <a:srgbClr val="FFFFFF"/>
                  </a:solidFill>
                  <a:latin typeface="Calibri"/>
                </a:rPr>
                <a:t>Background</a:t>
              </a:r>
            </a:p>
          </p:txBody>
        </p:sp>
        <p:sp>
          <p:nvSpPr>
            <p:cNvPr id="13" name="Section 2 - ConOps">
              <a:extLst>
                <a:ext uri="{FF2B5EF4-FFF2-40B4-BE49-F238E27FC236}">
                  <a16:creationId xmlns:a16="http://schemas.microsoft.com/office/drawing/2014/main" id="{607BCDFF-AEDE-C90F-C5F1-717DE5B76982}"/>
                </a:ext>
              </a:extLst>
            </p:cNvPr>
            <p:cNvSpPr/>
            <p:nvPr/>
          </p:nvSpPr>
          <p:spPr>
            <a:xfrm>
              <a:off x="2103434"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ConOps</a:t>
              </a:r>
            </a:p>
          </p:txBody>
        </p:sp>
        <p:sp>
          <p:nvSpPr>
            <p:cNvPr id="14" name="Section 3 - Block Diagrams">
              <a:extLst>
                <a:ext uri="{FF2B5EF4-FFF2-40B4-BE49-F238E27FC236}">
                  <a16:creationId xmlns:a16="http://schemas.microsoft.com/office/drawing/2014/main" id="{0D9123FE-6D3B-E698-A12E-C15A3E5A193D}"/>
                </a:ext>
              </a:extLst>
            </p:cNvPr>
            <p:cNvSpPr/>
            <p:nvPr/>
          </p:nvSpPr>
          <p:spPr>
            <a:xfrm>
              <a:off x="3416170"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Block Diagrams</a:t>
              </a:r>
            </a:p>
          </p:txBody>
        </p:sp>
        <p:sp>
          <p:nvSpPr>
            <p:cNvPr id="15" name="Section 4 - Key Requirements">
              <a:extLst>
                <a:ext uri="{FF2B5EF4-FFF2-40B4-BE49-F238E27FC236}">
                  <a16:creationId xmlns:a16="http://schemas.microsoft.com/office/drawing/2014/main" id="{8AFB03E4-BCBC-1BD0-BA75-90BD98845AB1}"/>
                </a:ext>
              </a:extLst>
            </p:cNvPr>
            <p:cNvSpPr/>
            <p:nvPr/>
          </p:nvSpPr>
          <p:spPr>
            <a:xfrm>
              <a:off x="4728906" y="5902391"/>
              <a:ext cx="1484077"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Key Requirements</a:t>
              </a:r>
            </a:p>
          </p:txBody>
        </p:sp>
        <p:sp>
          <p:nvSpPr>
            <p:cNvPr id="16" name="Section 5 - Trade Studies">
              <a:extLst>
                <a:ext uri="{FF2B5EF4-FFF2-40B4-BE49-F238E27FC236}">
                  <a16:creationId xmlns:a16="http://schemas.microsoft.com/office/drawing/2014/main" id="{99406639-3AA3-62C4-82C3-921508A4E9F0}"/>
                </a:ext>
              </a:extLst>
            </p:cNvPr>
            <p:cNvSpPr/>
            <p:nvPr/>
          </p:nvSpPr>
          <p:spPr>
            <a:xfrm>
              <a:off x="6151574"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Trade Studies</a:t>
              </a:r>
            </a:p>
          </p:txBody>
        </p:sp>
        <p:sp>
          <p:nvSpPr>
            <p:cNvPr id="17" name="Section 6 - Current Design Space">
              <a:extLst>
                <a:ext uri="{FF2B5EF4-FFF2-40B4-BE49-F238E27FC236}">
                  <a16:creationId xmlns:a16="http://schemas.microsoft.com/office/drawing/2014/main" id="{0EB120B1-D835-80BB-C205-54803AD3812C}"/>
                </a:ext>
              </a:extLst>
            </p:cNvPr>
            <p:cNvSpPr/>
            <p:nvPr/>
          </p:nvSpPr>
          <p:spPr>
            <a:xfrm>
              <a:off x="7464310" y="5902391"/>
              <a:ext cx="1594008"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Current Design Space</a:t>
              </a:r>
            </a:p>
          </p:txBody>
        </p:sp>
        <p:sp>
          <p:nvSpPr>
            <p:cNvPr id="18" name="Section 7 - Moving Forward">
              <a:extLst>
                <a:ext uri="{FF2B5EF4-FFF2-40B4-BE49-F238E27FC236}">
                  <a16:creationId xmlns:a16="http://schemas.microsoft.com/office/drawing/2014/main" id="{8CC1B527-F755-E173-BA5F-B7DE015658C5}"/>
                </a:ext>
              </a:extLst>
            </p:cNvPr>
            <p:cNvSpPr/>
            <p:nvPr/>
          </p:nvSpPr>
          <p:spPr>
            <a:xfrm>
              <a:off x="8996909" y="5902391"/>
              <a:ext cx="1415369"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Moving Forward</a:t>
              </a:r>
            </a:p>
          </p:txBody>
        </p:sp>
        <p:sp>
          <p:nvSpPr>
            <p:cNvPr id="19" name="Section 8 - Q &amp; A">
              <a:extLst>
                <a:ext uri="{FF2B5EF4-FFF2-40B4-BE49-F238E27FC236}">
                  <a16:creationId xmlns:a16="http://schemas.microsoft.com/office/drawing/2014/main" id="{ABD38456-E5C5-F798-3FD8-7E0F5713D7A6}"/>
                </a:ext>
              </a:extLst>
            </p:cNvPr>
            <p:cNvSpPr/>
            <p:nvPr/>
          </p:nvSpPr>
          <p:spPr>
            <a:xfrm>
              <a:off x="10350869" y="5902391"/>
              <a:ext cx="1003126"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Q &amp; A</a:t>
              </a:r>
            </a:p>
          </p:txBody>
        </p:sp>
      </p:grpSp>
      <p:sp>
        <p:nvSpPr>
          <p:cNvPr id="20" name="Slide Number Placeholder 23">
            <a:extLst>
              <a:ext uri="{FF2B5EF4-FFF2-40B4-BE49-F238E27FC236}">
                <a16:creationId xmlns:a16="http://schemas.microsoft.com/office/drawing/2014/main" id="{1ED77DE8-D3B5-3CC2-F592-48A9F21C259A}"/>
              </a:ext>
            </a:extLst>
          </p:cNvPr>
          <p:cNvSpPr txBox="1">
            <a:spLocks/>
          </p:cNvSpPr>
          <p:nvPr/>
        </p:nvSpPr>
        <p:spPr>
          <a:xfrm>
            <a:off x="9145743" y="652595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ACAF18C-C32B-5246-8B79-94468F598665}" type="slidenum">
              <a:rPr lang="en-US" smtClean="0"/>
              <a:pPr/>
              <a:t>98</a:t>
            </a:fld>
            <a:endParaRPr lang="en-US"/>
          </a:p>
        </p:txBody>
      </p:sp>
    </p:spTree>
    <p:extLst>
      <p:ext uri="{BB962C8B-B14F-4D97-AF65-F5344CB8AC3E}">
        <p14:creationId xmlns:p14="http://schemas.microsoft.com/office/powerpoint/2010/main" val="368725138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78D80-7962-3369-C75A-D03C11346F9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A272E6D-665E-A455-8DD6-265861FEB5F2}"/>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7C8C5014-88BB-A2D0-BBC1-BB1D8D5171B2}"/>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7272F01D-9084-A6FD-AB31-014247B3C051}"/>
              </a:ext>
            </a:extLst>
          </p:cNvPr>
          <p:cNvSpPr txBox="1"/>
          <p:nvPr/>
        </p:nvSpPr>
        <p:spPr>
          <a:xfrm>
            <a:off x="1281748" y="365760"/>
            <a:ext cx="7680960" cy="658368"/>
          </a:xfrm>
          <a:prstGeom prst="rect">
            <a:avLst/>
          </a:prstGeom>
          <a:noFill/>
          <a:ln/>
        </p:spPr>
        <p:txBody>
          <a:bodyPr wrap="square" lIns="0" tIns="0" rIns="0" bIns="0" rtlCol="0" anchor="ctr"/>
          <a:lstStyle/>
          <a:p>
            <a:r>
              <a:rPr lang="en-US" sz="2800" b="1">
                <a:latin typeface="Arial"/>
                <a:cs typeface="Arial"/>
              </a:rPr>
              <a:t>Project Schedule</a:t>
            </a:r>
          </a:p>
        </p:txBody>
      </p:sp>
      <p:sp>
        <p:nvSpPr>
          <p:cNvPr id="5" name="Shape 2">
            <a:extLst>
              <a:ext uri="{FF2B5EF4-FFF2-40B4-BE49-F238E27FC236}">
                <a16:creationId xmlns:a16="http://schemas.microsoft.com/office/drawing/2014/main" id="{87A3B1FE-3306-EB50-8567-8C576A417D6E}"/>
              </a:ext>
            </a:extLst>
          </p:cNvPr>
          <p:cNvSpPr/>
          <p:nvPr/>
        </p:nvSpPr>
        <p:spPr>
          <a:xfrm>
            <a:off x="9736853" y="457200"/>
            <a:ext cx="1996487" cy="329184"/>
          </a:xfrm>
          <a:prstGeom prst="roundRect">
            <a:avLst>
              <a:gd name="adj" fmla="val 50000"/>
            </a:avLst>
          </a:prstGeom>
          <a:solidFill>
            <a:srgbClr val="C6890F"/>
          </a:solidFill>
          <a:ln/>
        </p:spPr>
        <p:txBody>
          <a:bodyPr lIns="91440" tIns="45720" rIns="91440" bIns="45720" anchor="ctr"/>
          <a:lstStyle/>
          <a:p>
            <a:pPr algn="ctr"/>
            <a:r>
              <a:rPr lang="en-US" sz="1000" b="1">
                <a:latin typeface="Arial"/>
                <a:cs typeface="Arial"/>
              </a:rPr>
              <a:t>Model and Prototyping Plan</a:t>
            </a:r>
          </a:p>
        </p:txBody>
      </p:sp>
      <p:pic>
        <p:nvPicPr>
          <p:cNvPr id="12" name="Picture 11" descr="A screenshot of a computer&#10;&#10;Description automatically generated">
            <a:extLst>
              <a:ext uri="{FF2B5EF4-FFF2-40B4-BE49-F238E27FC236}">
                <a16:creationId xmlns:a16="http://schemas.microsoft.com/office/drawing/2014/main" id="{1E7C87CE-41EC-623B-9A7C-662A56F5FC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3740" y="1329461"/>
            <a:ext cx="6540500" cy="4597400"/>
          </a:xfrm>
          <a:prstGeom prst="rect">
            <a:avLst/>
          </a:prstGeom>
        </p:spPr>
      </p:pic>
      <p:pic>
        <p:nvPicPr>
          <p:cNvPr id="14" name="Picture 13" descr="A screenshot of a computer&#10;&#10;Description automatically generated">
            <a:extLst>
              <a:ext uri="{FF2B5EF4-FFF2-40B4-BE49-F238E27FC236}">
                <a16:creationId xmlns:a16="http://schemas.microsoft.com/office/drawing/2014/main" id="{20E04C44-D614-9144-EB5F-C3142F5D886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96592" y="4220668"/>
            <a:ext cx="5189252" cy="1706193"/>
          </a:xfrm>
          <a:prstGeom prst="rect">
            <a:avLst/>
          </a:prstGeom>
        </p:spPr>
      </p:pic>
      <p:pic>
        <p:nvPicPr>
          <p:cNvPr id="16" name="Picture 15" descr="A screenshot of a computer&#10;&#10;Description automatically generated">
            <a:extLst>
              <a:ext uri="{FF2B5EF4-FFF2-40B4-BE49-F238E27FC236}">
                <a16:creationId xmlns:a16="http://schemas.microsoft.com/office/drawing/2014/main" id="{E40A943A-4C9E-D1B2-F73C-67E81D1E291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96592" y="1417697"/>
            <a:ext cx="3878527" cy="2852955"/>
          </a:xfrm>
          <a:prstGeom prst="rect">
            <a:avLst/>
          </a:prstGeom>
        </p:spPr>
      </p:pic>
      <p:grpSp>
        <p:nvGrpSpPr>
          <p:cNvPr id="17" name="Progress Bar - 7 Moving Forward">
            <a:extLst>
              <a:ext uri="{FF2B5EF4-FFF2-40B4-BE49-F238E27FC236}">
                <a16:creationId xmlns:a16="http://schemas.microsoft.com/office/drawing/2014/main" id="{FC33C671-B7E6-D8CB-24EA-2DA1C8999C4F}"/>
              </a:ext>
            </a:extLst>
          </p:cNvPr>
          <p:cNvGrpSpPr/>
          <p:nvPr/>
        </p:nvGrpSpPr>
        <p:grpSpPr>
          <a:xfrm>
            <a:off x="814351" y="6567901"/>
            <a:ext cx="10563297" cy="276999"/>
            <a:chOff x="790698" y="5902391"/>
            <a:chExt cx="10563297" cy="276999"/>
          </a:xfrm>
        </p:grpSpPr>
        <p:sp>
          <p:nvSpPr>
            <p:cNvPr id="18" name="Section 1 - Background">
              <a:extLst>
                <a:ext uri="{FF2B5EF4-FFF2-40B4-BE49-F238E27FC236}">
                  <a16:creationId xmlns:a16="http://schemas.microsoft.com/office/drawing/2014/main" id="{A0862B8C-599A-54A0-2048-18E864D4B0F5}"/>
                </a:ext>
              </a:extLst>
            </p:cNvPr>
            <p:cNvSpPr/>
            <p:nvPr/>
          </p:nvSpPr>
          <p:spPr>
            <a:xfrm>
              <a:off x="790698" y="5902391"/>
              <a:ext cx="1374145" cy="276999"/>
            </a:xfrm>
            <a:prstGeom prst="homePlate">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0">
                  <a:solidFill>
                    <a:srgbClr val="FFFFFF"/>
                  </a:solidFill>
                  <a:latin typeface="Calibri"/>
                </a:rPr>
                <a:t>Background</a:t>
              </a:r>
            </a:p>
          </p:txBody>
        </p:sp>
        <p:sp>
          <p:nvSpPr>
            <p:cNvPr id="19" name="Section 2 - ConOps">
              <a:extLst>
                <a:ext uri="{FF2B5EF4-FFF2-40B4-BE49-F238E27FC236}">
                  <a16:creationId xmlns:a16="http://schemas.microsoft.com/office/drawing/2014/main" id="{E12C3D89-24A9-4691-FC09-2D9E585B3188}"/>
                </a:ext>
              </a:extLst>
            </p:cNvPr>
            <p:cNvSpPr/>
            <p:nvPr/>
          </p:nvSpPr>
          <p:spPr>
            <a:xfrm>
              <a:off x="2103434"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ConOps</a:t>
              </a:r>
            </a:p>
          </p:txBody>
        </p:sp>
        <p:sp>
          <p:nvSpPr>
            <p:cNvPr id="20" name="Section 3 - Block Diagrams">
              <a:extLst>
                <a:ext uri="{FF2B5EF4-FFF2-40B4-BE49-F238E27FC236}">
                  <a16:creationId xmlns:a16="http://schemas.microsoft.com/office/drawing/2014/main" id="{CC85443E-0483-30D8-D02F-7F5C7AF716AC}"/>
                </a:ext>
              </a:extLst>
            </p:cNvPr>
            <p:cNvSpPr/>
            <p:nvPr/>
          </p:nvSpPr>
          <p:spPr>
            <a:xfrm>
              <a:off x="3416170"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Block Diagrams</a:t>
              </a:r>
            </a:p>
          </p:txBody>
        </p:sp>
        <p:sp>
          <p:nvSpPr>
            <p:cNvPr id="21" name="Section 4 - Key Requirements">
              <a:extLst>
                <a:ext uri="{FF2B5EF4-FFF2-40B4-BE49-F238E27FC236}">
                  <a16:creationId xmlns:a16="http://schemas.microsoft.com/office/drawing/2014/main" id="{0B70FDF9-462C-FE06-9025-E12C1E53FCF0}"/>
                </a:ext>
              </a:extLst>
            </p:cNvPr>
            <p:cNvSpPr/>
            <p:nvPr/>
          </p:nvSpPr>
          <p:spPr>
            <a:xfrm>
              <a:off x="4728906" y="5902391"/>
              <a:ext cx="1484077"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Key Requirements</a:t>
              </a:r>
            </a:p>
          </p:txBody>
        </p:sp>
        <p:sp>
          <p:nvSpPr>
            <p:cNvPr id="22" name="Section 5 - Trade Studies">
              <a:extLst>
                <a:ext uri="{FF2B5EF4-FFF2-40B4-BE49-F238E27FC236}">
                  <a16:creationId xmlns:a16="http://schemas.microsoft.com/office/drawing/2014/main" id="{C662AF30-E5A6-5DD8-649D-5985F3F55309}"/>
                </a:ext>
              </a:extLst>
            </p:cNvPr>
            <p:cNvSpPr/>
            <p:nvPr/>
          </p:nvSpPr>
          <p:spPr>
            <a:xfrm>
              <a:off x="6151574"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Trade Studies</a:t>
              </a:r>
            </a:p>
          </p:txBody>
        </p:sp>
        <p:sp>
          <p:nvSpPr>
            <p:cNvPr id="23" name="Section 6 - Current Design Space">
              <a:extLst>
                <a:ext uri="{FF2B5EF4-FFF2-40B4-BE49-F238E27FC236}">
                  <a16:creationId xmlns:a16="http://schemas.microsoft.com/office/drawing/2014/main" id="{3FCCF063-C048-511F-52EB-BB27BF6A2AD7}"/>
                </a:ext>
              </a:extLst>
            </p:cNvPr>
            <p:cNvSpPr/>
            <p:nvPr/>
          </p:nvSpPr>
          <p:spPr>
            <a:xfrm>
              <a:off x="7464310" y="5902391"/>
              <a:ext cx="1594008"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Current Design Space</a:t>
              </a:r>
            </a:p>
          </p:txBody>
        </p:sp>
        <p:sp>
          <p:nvSpPr>
            <p:cNvPr id="24" name="Section 7 - Moving Forward">
              <a:extLst>
                <a:ext uri="{FF2B5EF4-FFF2-40B4-BE49-F238E27FC236}">
                  <a16:creationId xmlns:a16="http://schemas.microsoft.com/office/drawing/2014/main" id="{ECED27CD-48B1-DC23-0CFA-F7D6F5460EB0}"/>
                </a:ext>
              </a:extLst>
            </p:cNvPr>
            <p:cNvSpPr/>
            <p:nvPr/>
          </p:nvSpPr>
          <p:spPr>
            <a:xfrm>
              <a:off x="8996909" y="5902391"/>
              <a:ext cx="1415369"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Moving Forward</a:t>
              </a:r>
            </a:p>
          </p:txBody>
        </p:sp>
        <p:sp>
          <p:nvSpPr>
            <p:cNvPr id="25" name="Section 8 - Q &amp; A">
              <a:extLst>
                <a:ext uri="{FF2B5EF4-FFF2-40B4-BE49-F238E27FC236}">
                  <a16:creationId xmlns:a16="http://schemas.microsoft.com/office/drawing/2014/main" id="{4CAF8B95-00BB-145A-9EEF-527BF33F67A3}"/>
                </a:ext>
              </a:extLst>
            </p:cNvPr>
            <p:cNvSpPr/>
            <p:nvPr/>
          </p:nvSpPr>
          <p:spPr>
            <a:xfrm>
              <a:off x="10350869" y="5902391"/>
              <a:ext cx="1003126" cy="276999"/>
            </a:xfrm>
            <a:prstGeom prst="chevron">
              <a:avLst>
                <a:gd name="adj" fmla="val 33000"/>
              </a:avLst>
            </a:prstGeom>
            <a:solidFill>
              <a:srgbClr val="DDDAD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8A857C"/>
                  </a:solidFill>
                  <a:latin typeface="Calibri"/>
                </a:rPr>
                <a:t>Q &amp; A</a:t>
              </a:r>
            </a:p>
          </p:txBody>
        </p:sp>
      </p:grpSp>
      <p:sp>
        <p:nvSpPr>
          <p:cNvPr id="26" name="Slide Number Placeholder 23">
            <a:extLst>
              <a:ext uri="{FF2B5EF4-FFF2-40B4-BE49-F238E27FC236}">
                <a16:creationId xmlns:a16="http://schemas.microsoft.com/office/drawing/2014/main" id="{F1172C55-D647-7006-2F44-8506AF1C4CBB}"/>
              </a:ext>
            </a:extLst>
          </p:cNvPr>
          <p:cNvSpPr txBox="1">
            <a:spLocks/>
          </p:cNvSpPr>
          <p:nvPr/>
        </p:nvSpPr>
        <p:spPr>
          <a:xfrm>
            <a:off x="9145743" y="652595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ACAF18C-C32B-5246-8B79-94468F598665}" type="slidenum">
              <a:rPr lang="en-US" smtClean="0"/>
              <a:pPr/>
              <a:t>99</a:t>
            </a:fld>
            <a:endParaRPr lang="en-US"/>
          </a:p>
        </p:txBody>
      </p:sp>
    </p:spTree>
    <p:extLst>
      <p:ext uri="{BB962C8B-B14F-4D97-AF65-F5344CB8AC3E}">
        <p14:creationId xmlns:p14="http://schemas.microsoft.com/office/powerpoint/2010/main" val="271632402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11B317-36E8-FF7A-8B50-AE01C7BDD45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CC6BCB6-4061-B585-01FE-25D5C9D23250}"/>
              </a:ext>
            </a:extLst>
          </p:cNvPr>
          <p:cNvSpPr/>
          <p:nvPr/>
        </p:nvSpPr>
        <p:spPr>
          <a:xfrm>
            <a:off x="9648508" y="4754880"/>
            <a:ext cx="408920" cy="408920"/>
          </a:xfrm>
          <a:prstGeom prst="rect">
            <a:avLst/>
          </a:prstGeom>
          <a:ln w="12700">
            <a:solidFill>
              <a:srgbClr val="C6890F">
                <a:alpha val="14000"/>
              </a:srgbClr>
            </a:solidFill>
            <a:prstDash val="solid"/>
          </a:ln>
        </p:spPr>
        <p:txBody>
          <a:bodyPr/>
          <a:lstStyle/>
          <a:p>
            <a:endParaRPr lang="en-US" sz="1800"/>
          </a:p>
        </p:txBody>
      </p:sp>
      <p:sp>
        <p:nvSpPr>
          <p:cNvPr id="3" name="Shape 1">
            <a:extLst>
              <a:ext uri="{FF2B5EF4-FFF2-40B4-BE49-F238E27FC236}">
                <a16:creationId xmlns:a16="http://schemas.microsoft.com/office/drawing/2014/main" id="{C68D4AE5-580D-5622-16E8-B9B85041CE55}"/>
              </a:ext>
            </a:extLst>
          </p:cNvPr>
          <p:cNvSpPr/>
          <p:nvPr/>
        </p:nvSpPr>
        <p:spPr>
          <a:xfrm>
            <a:off x="10123996" y="4754880"/>
            <a:ext cx="408920" cy="408920"/>
          </a:xfrm>
          <a:prstGeom prst="rect">
            <a:avLst/>
          </a:prstGeom>
          <a:ln w="12700">
            <a:solidFill>
              <a:srgbClr val="C6890F">
                <a:alpha val="14000"/>
              </a:srgbClr>
            </a:solidFill>
            <a:prstDash val="solid"/>
          </a:ln>
        </p:spPr>
        <p:txBody>
          <a:bodyPr/>
          <a:lstStyle/>
          <a:p>
            <a:endParaRPr lang="en-US" sz="1800"/>
          </a:p>
        </p:txBody>
      </p:sp>
      <p:sp>
        <p:nvSpPr>
          <p:cNvPr id="4" name="Shape 2">
            <a:extLst>
              <a:ext uri="{FF2B5EF4-FFF2-40B4-BE49-F238E27FC236}">
                <a16:creationId xmlns:a16="http://schemas.microsoft.com/office/drawing/2014/main" id="{6FCF0C26-3D80-4A8A-7CFF-E84638079385}"/>
              </a:ext>
            </a:extLst>
          </p:cNvPr>
          <p:cNvSpPr/>
          <p:nvPr/>
        </p:nvSpPr>
        <p:spPr>
          <a:xfrm>
            <a:off x="10599484" y="4754880"/>
            <a:ext cx="408920" cy="408920"/>
          </a:xfrm>
          <a:prstGeom prst="rect">
            <a:avLst/>
          </a:prstGeom>
          <a:ln w="12700">
            <a:solidFill>
              <a:srgbClr val="C6890F">
                <a:alpha val="14000"/>
              </a:srgbClr>
            </a:solidFill>
            <a:prstDash val="solid"/>
          </a:ln>
        </p:spPr>
        <p:txBody>
          <a:bodyPr/>
          <a:lstStyle/>
          <a:p>
            <a:endParaRPr lang="en-US" sz="1800"/>
          </a:p>
        </p:txBody>
      </p:sp>
      <p:sp>
        <p:nvSpPr>
          <p:cNvPr id="5" name="Shape 3">
            <a:extLst>
              <a:ext uri="{FF2B5EF4-FFF2-40B4-BE49-F238E27FC236}">
                <a16:creationId xmlns:a16="http://schemas.microsoft.com/office/drawing/2014/main" id="{DB77400D-4ACC-DF04-73CA-CF7892390DC4}"/>
              </a:ext>
            </a:extLst>
          </p:cNvPr>
          <p:cNvSpPr/>
          <p:nvPr/>
        </p:nvSpPr>
        <p:spPr>
          <a:xfrm>
            <a:off x="11074972" y="4754880"/>
            <a:ext cx="408920" cy="408920"/>
          </a:xfrm>
          <a:prstGeom prst="rect">
            <a:avLst/>
          </a:prstGeom>
          <a:ln w="12700">
            <a:solidFill>
              <a:srgbClr val="C6890F">
                <a:alpha val="14000"/>
              </a:srgbClr>
            </a:solidFill>
            <a:prstDash val="solid"/>
          </a:ln>
        </p:spPr>
        <p:txBody>
          <a:bodyPr/>
          <a:lstStyle/>
          <a:p>
            <a:endParaRPr lang="en-US" sz="1800"/>
          </a:p>
        </p:txBody>
      </p:sp>
      <p:sp>
        <p:nvSpPr>
          <p:cNvPr id="6" name="Shape 4">
            <a:extLst>
              <a:ext uri="{FF2B5EF4-FFF2-40B4-BE49-F238E27FC236}">
                <a16:creationId xmlns:a16="http://schemas.microsoft.com/office/drawing/2014/main" id="{FAF00A46-B5C2-1D64-945E-976172D63F6F}"/>
              </a:ext>
            </a:extLst>
          </p:cNvPr>
          <p:cNvSpPr/>
          <p:nvPr/>
        </p:nvSpPr>
        <p:spPr>
          <a:xfrm>
            <a:off x="9648508" y="5230368"/>
            <a:ext cx="408920" cy="408920"/>
          </a:xfrm>
          <a:prstGeom prst="rect">
            <a:avLst/>
          </a:prstGeom>
          <a:ln w="12700">
            <a:solidFill>
              <a:srgbClr val="C6890F">
                <a:alpha val="14000"/>
              </a:srgbClr>
            </a:solidFill>
            <a:prstDash val="solid"/>
          </a:ln>
        </p:spPr>
        <p:txBody>
          <a:bodyPr/>
          <a:lstStyle/>
          <a:p>
            <a:endParaRPr lang="en-US" sz="1800"/>
          </a:p>
        </p:txBody>
      </p:sp>
      <p:sp>
        <p:nvSpPr>
          <p:cNvPr id="7" name="Shape 5">
            <a:extLst>
              <a:ext uri="{FF2B5EF4-FFF2-40B4-BE49-F238E27FC236}">
                <a16:creationId xmlns:a16="http://schemas.microsoft.com/office/drawing/2014/main" id="{068176CF-AE33-B13D-8100-977CF8CE8129}"/>
              </a:ext>
            </a:extLst>
          </p:cNvPr>
          <p:cNvSpPr/>
          <p:nvPr/>
        </p:nvSpPr>
        <p:spPr>
          <a:xfrm>
            <a:off x="10123996" y="5230368"/>
            <a:ext cx="408920" cy="408920"/>
          </a:xfrm>
          <a:prstGeom prst="rect">
            <a:avLst/>
          </a:prstGeom>
          <a:ln w="12700">
            <a:solidFill>
              <a:srgbClr val="C6890F">
                <a:alpha val="14000"/>
              </a:srgbClr>
            </a:solidFill>
            <a:prstDash val="solid"/>
          </a:ln>
        </p:spPr>
        <p:txBody>
          <a:bodyPr/>
          <a:lstStyle/>
          <a:p>
            <a:endParaRPr lang="en-US" sz="1800"/>
          </a:p>
        </p:txBody>
      </p:sp>
      <p:sp>
        <p:nvSpPr>
          <p:cNvPr id="8" name="Shape 6">
            <a:extLst>
              <a:ext uri="{FF2B5EF4-FFF2-40B4-BE49-F238E27FC236}">
                <a16:creationId xmlns:a16="http://schemas.microsoft.com/office/drawing/2014/main" id="{670EE191-BB31-640B-9E1F-4DFC823FAFBE}"/>
              </a:ext>
            </a:extLst>
          </p:cNvPr>
          <p:cNvSpPr/>
          <p:nvPr/>
        </p:nvSpPr>
        <p:spPr>
          <a:xfrm>
            <a:off x="10599484" y="5230368"/>
            <a:ext cx="408920" cy="408920"/>
          </a:xfrm>
          <a:prstGeom prst="rect">
            <a:avLst/>
          </a:prstGeom>
          <a:ln w="12700">
            <a:solidFill>
              <a:srgbClr val="C6890F">
                <a:alpha val="14000"/>
              </a:srgbClr>
            </a:solidFill>
            <a:prstDash val="solid"/>
          </a:ln>
        </p:spPr>
        <p:txBody>
          <a:bodyPr/>
          <a:lstStyle/>
          <a:p>
            <a:endParaRPr lang="en-US" sz="1800"/>
          </a:p>
        </p:txBody>
      </p:sp>
      <p:sp>
        <p:nvSpPr>
          <p:cNvPr id="9" name="Shape 7">
            <a:extLst>
              <a:ext uri="{FF2B5EF4-FFF2-40B4-BE49-F238E27FC236}">
                <a16:creationId xmlns:a16="http://schemas.microsoft.com/office/drawing/2014/main" id="{45A232C6-3F73-49CA-69A4-903F97CC6E0D}"/>
              </a:ext>
            </a:extLst>
          </p:cNvPr>
          <p:cNvSpPr/>
          <p:nvPr/>
        </p:nvSpPr>
        <p:spPr>
          <a:xfrm>
            <a:off x="11074972" y="5230368"/>
            <a:ext cx="408920" cy="408920"/>
          </a:xfrm>
          <a:prstGeom prst="rect">
            <a:avLst/>
          </a:prstGeom>
          <a:ln w="12700">
            <a:solidFill>
              <a:srgbClr val="C6890F">
                <a:alpha val="14000"/>
              </a:srgbClr>
            </a:solidFill>
            <a:prstDash val="solid"/>
          </a:ln>
        </p:spPr>
        <p:txBody>
          <a:bodyPr/>
          <a:lstStyle/>
          <a:p>
            <a:endParaRPr lang="en-US" sz="1800"/>
          </a:p>
        </p:txBody>
      </p:sp>
      <p:sp>
        <p:nvSpPr>
          <p:cNvPr id="10" name="Shape 8">
            <a:extLst>
              <a:ext uri="{FF2B5EF4-FFF2-40B4-BE49-F238E27FC236}">
                <a16:creationId xmlns:a16="http://schemas.microsoft.com/office/drawing/2014/main" id="{288F2790-D4FB-0AA8-5965-AD4D64290895}"/>
              </a:ext>
            </a:extLst>
          </p:cNvPr>
          <p:cNvSpPr/>
          <p:nvPr/>
        </p:nvSpPr>
        <p:spPr>
          <a:xfrm>
            <a:off x="9648508" y="5705856"/>
            <a:ext cx="408920" cy="408920"/>
          </a:xfrm>
          <a:prstGeom prst="rect">
            <a:avLst/>
          </a:prstGeom>
          <a:ln w="12700">
            <a:solidFill>
              <a:srgbClr val="C6890F">
                <a:alpha val="14000"/>
              </a:srgbClr>
            </a:solidFill>
            <a:prstDash val="solid"/>
          </a:ln>
        </p:spPr>
        <p:txBody>
          <a:bodyPr/>
          <a:lstStyle/>
          <a:p>
            <a:endParaRPr lang="en-US" sz="1800"/>
          </a:p>
        </p:txBody>
      </p:sp>
      <p:sp>
        <p:nvSpPr>
          <p:cNvPr id="11" name="Shape 9">
            <a:extLst>
              <a:ext uri="{FF2B5EF4-FFF2-40B4-BE49-F238E27FC236}">
                <a16:creationId xmlns:a16="http://schemas.microsoft.com/office/drawing/2014/main" id="{72569545-A551-6E5B-05B5-02C1521FFF57}"/>
              </a:ext>
            </a:extLst>
          </p:cNvPr>
          <p:cNvSpPr/>
          <p:nvPr/>
        </p:nvSpPr>
        <p:spPr>
          <a:xfrm>
            <a:off x="10123996" y="5705856"/>
            <a:ext cx="408920" cy="408920"/>
          </a:xfrm>
          <a:prstGeom prst="rect">
            <a:avLst/>
          </a:prstGeom>
          <a:ln w="12700">
            <a:solidFill>
              <a:srgbClr val="C6890F">
                <a:alpha val="14000"/>
              </a:srgbClr>
            </a:solidFill>
            <a:prstDash val="solid"/>
          </a:ln>
        </p:spPr>
        <p:txBody>
          <a:bodyPr/>
          <a:lstStyle/>
          <a:p>
            <a:endParaRPr lang="en-US" sz="1800"/>
          </a:p>
        </p:txBody>
      </p:sp>
      <p:sp>
        <p:nvSpPr>
          <p:cNvPr id="12" name="Shape 10">
            <a:extLst>
              <a:ext uri="{FF2B5EF4-FFF2-40B4-BE49-F238E27FC236}">
                <a16:creationId xmlns:a16="http://schemas.microsoft.com/office/drawing/2014/main" id="{07330D4B-8ED3-3455-C349-A8715C3FAE4E}"/>
              </a:ext>
            </a:extLst>
          </p:cNvPr>
          <p:cNvSpPr/>
          <p:nvPr/>
        </p:nvSpPr>
        <p:spPr>
          <a:xfrm>
            <a:off x="10599484" y="5705856"/>
            <a:ext cx="408920" cy="408920"/>
          </a:xfrm>
          <a:prstGeom prst="rect">
            <a:avLst/>
          </a:prstGeom>
          <a:ln w="12700">
            <a:solidFill>
              <a:srgbClr val="C6890F">
                <a:alpha val="14000"/>
              </a:srgbClr>
            </a:solidFill>
            <a:prstDash val="solid"/>
          </a:ln>
        </p:spPr>
        <p:txBody>
          <a:bodyPr/>
          <a:lstStyle/>
          <a:p>
            <a:endParaRPr lang="en-US" sz="1800"/>
          </a:p>
        </p:txBody>
      </p:sp>
      <p:sp>
        <p:nvSpPr>
          <p:cNvPr id="13" name="Shape 11">
            <a:extLst>
              <a:ext uri="{FF2B5EF4-FFF2-40B4-BE49-F238E27FC236}">
                <a16:creationId xmlns:a16="http://schemas.microsoft.com/office/drawing/2014/main" id="{F6F0C134-8446-E542-E1FB-C0B98C3E52DC}"/>
              </a:ext>
            </a:extLst>
          </p:cNvPr>
          <p:cNvSpPr/>
          <p:nvPr/>
        </p:nvSpPr>
        <p:spPr>
          <a:xfrm>
            <a:off x="11074972" y="5705856"/>
            <a:ext cx="408920" cy="408920"/>
          </a:xfrm>
          <a:prstGeom prst="rect">
            <a:avLst/>
          </a:prstGeom>
          <a:ln w="12700">
            <a:solidFill>
              <a:srgbClr val="C6890F">
                <a:alpha val="14000"/>
              </a:srgbClr>
            </a:solidFill>
            <a:prstDash val="solid"/>
          </a:ln>
        </p:spPr>
        <p:txBody>
          <a:bodyPr/>
          <a:lstStyle/>
          <a:p>
            <a:endParaRPr lang="en-US" sz="1800"/>
          </a:p>
        </p:txBody>
      </p:sp>
      <p:sp>
        <p:nvSpPr>
          <p:cNvPr id="14" name="Shape 12">
            <a:extLst>
              <a:ext uri="{FF2B5EF4-FFF2-40B4-BE49-F238E27FC236}">
                <a16:creationId xmlns:a16="http://schemas.microsoft.com/office/drawing/2014/main" id="{901CFA19-F93C-1F9F-ADC1-7E10E27D818D}"/>
              </a:ext>
            </a:extLst>
          </p:cNvPr>
          <p:cNvSpPr/>
          <p:nvPr/>
        </p:nvSpPr>
        <p:spPr>
          <a:xfrm>
            <a:off x="9785668"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5" name="Shape 13">
            <a:extLst>
              <a:ext uri="{FF2B5EF4-FFF2-40B4-BE49-F238E27FC236}">
                <a16:creationId xmlns:a16="http://schemas.microsoft.com/office/drawing/2014/main" id="{D49D900D-07BE-158B-8961-F52C73811FF8}"/>
              </a:ext>
            </a:extLst>
          </p:cNvPr>
          <p:cNvSpPr/>
          <p:nvPr/>
        </p:nvSpPr>
        <p:spPr>
          <a:xfrm>
            <a:off x="9944408" y="798820"/>
            <a:ext cx="249448" cy="249448"/>
          </a:xfrm>
          <a:prstGeom prst="ellipse">
            <a:avLst/>
          </a:prstGeom>
          <a:ln w="28575">
            <a:solidFill>
              <a:srgbClr val="C6890F">
                <a:alpha val="85000"/>
              </a:srgbClr>
            </a:solidFill>
            <a:prstDash val="solid"/>
          </a:ln>
        </p:spPr>
        <p:txBody>
          <a:bodyPr/>
          <a:lstStyle/>
          <a:p>
            <a:endParaRPr lang="en-US" sz="1800"/>
          </a:p>
        </p:txBody>
      </p:sp>
      <p:sp>
        <p:nvSpPr>
          <p:cNvPr id="16" name="Shape 14">
            <a:extLst>
              <a:ext uri="{FF2B5EF4-FFF2-40B4-BE49-F238E27FC236}">
                <a16:creationId xmlns:a16="http://schemas.microsoft.com/office/drawing/2014/main" id="{AAF1AA58-7644-70DE-6929-4FD8C5354551}"/>
              </a:ext>
            </a:extLst>
          </p:cNvPr>
          <p:cNvSpPr/>
          <p:nvPr/>
        </p:nvSpPr>
        <p:spPr>
          <a:xfrm>
            <a:off x="10511336"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7" name="Shape 15">
            <a:extLst>
              <a:ext uri="{FF2B5EF4-FFF2-40B4-BE49-F238E27FC236}">
                <a16:creationId xmlns:a16="http://schemas.microsoft.com/office/drawing/2014/main" id="{28A03954-2086-9E42-A83D-19F5DD38D7EF}"/>
              </a:ext>
            </a:extLst>
          </p:cNvPr>
          <p:cNvSpPr/>
          <p:nvPr/>
        </p:nvSpPr>
        <p:spPr>
          <a:xfrm>
            <a:off x="10670076" y="798820"/>
            <a:ext cx="249448" cy="249448"/>
          </a:xfrm>
          <a:prstGeom prst="ellipse">
            <a:avLst/>
          </a:prstGeom>
          <a:ln w="28575">
            <a:solidFill>
              <a:srgbClr val="C6890F">
                <a:alpha val="85000"/>
              </a:srgbClr>
            </a:solidFill>
            <a:prstDash val="solid"/>
          </a:ln>
        </p:spPr>
        <p:txBody>
          <a:bodyPr/>
          <a:lstStyle/>
          <a:p>
            <a:endParaRPr lang="en-US" sz="1800"/>
          </a:p>
        </p:txBody>
      </p:sp>
      <p:sp>
        <p:nvSpPr>
          <p:cNvPr id="18" name="Shape 16">
            <a:extLst>
              <a:ext uri="{FF2B5EF4-FFF2-40B4-BE49-F238E27FC236}">
                <a16:creationId xmlns:a16="http://schemas.microsoft.com/office/drawing/2014/main" id="{4EA77073-3996-23DF-9F4A-F7CECFA2FB91}"/>
              </a:ext>
            </a:extLst>
          </p:cNvPr>
          <p:cNvSpPr/>
          <p:nvPr/>
        </p:nvSpPr>
        <p:spPr>
          <a:xfrm>
            <a:off x="10749446" y="878190"/>
            <a:ext cx="90708" cy="90708"/>
          </a:xfrm>
          <a:prstGeom prst="ellipse">
            <a:avLst/>
          </a:prstGeom>
          <a:solidFill>
            <a:srgbClr val="2E9BC4">
              <a:alpha val="85000"/>
            </a:srgbClr>
          </a:solidFill>
          <a:ln/>
        </p:spPr>
        <p:txBody>
          <a:bodyPr/>
          <a:lstStyle/>
          <a:p>
            <a:endParaRPr lang="en-US" sz="1800"/>
          </a:p>
        </p:txBody>
      </p:sp>
      <p:sp>
        <p:nvSpPr>
          <p:cNvPr id="22" name="Text 20">
            <a:extLst>
              <a:ext uri="{FF2B5EF4-FFF2-40B4-BE49-F238E27FC236}">
                <a16:creationId xmlns:a16="http://schemas.microsoft.com/office/drawing/2014/main" id="{1AA34CB9-94BD-33C6-19F6-3A668DA5A677}"/>
              </a:ext>
            </a:extLst>
          </p:cNvPr>
          <p:cNvSpPr txBox="1"/>
          <p:nvPr/>
        </p:nvSpPr>
        <p:spPr>
          <a:xfrm>
            <a:off x="605092" y="2651760"/>
            <a:ext cx="10515600" cy="1097280"/>
          </a:xfrm>
          <a:prstGeom prst="rect">
            <a:avLst/>
          </a:prstGeom>
          <a:noFill/>
          <a:ln/>
        </p:spPr>
        <p:txBody>
          <a:bodyPr wrap="square" lIns="0" tIns="0" rIns="0" bIns="0" rtlCol="0" anchor="ctr"/>
          <a:lstStyle/>
          <a:p>
            <a:r>
              <a:rPr lang="en-US" sz="5000" b="1">
                <a:solidFill>
                  <a:srgbClr val="C6890F"/>
                </a:solidFill>
                <a:latin typeface="Arial"/>
                <a:cs typeface="Arial"/>
              </a:rPr>
              <a:t>Questions?</a:t>
            </a:r>
          </a:p>
        </p:txBody>
      </p:sp>
      <p:sp>
        <p:nvSpPr>
          <p:cNvPr id="23" name="Shape 21">
            <a:extLst>
              <a:ext uri="{FF2B5EF4-FFF2-40B4-BE49-F238E27FC236}">
                <a16:creationId xmlns:a16="http://schemas.microsoft.com/office/drawing/2014/main" id="{EA4D0B7B-8BED-4CDD-37AB-8F0D28CEC3F9}"/>
              </a:ext>
            </a:extLst>
          </p:cNvPr>
          <p:cNvSpPr/>
          <p:nvPr/>
        </p:nvSpPr>
        <p:spPr>
          <a:xfrm>
            <a:off x="659956" y="3886200"/>
            <a:ext cx="3108960" cy="0"/>
          </a:xfrm>
          <a:prstGeom prst="line">
            <a:avLst/>
          </a:prstGeom>
          <a:noFill/>
          <a:ln w="25400">
            <a:solidFill>
              <a:srgbClr val="C6890F"/>
            </a:solidFill>
            <a:prstDash val="solid"/>
          </a:ln>
        </p:spPr>
        <p:txBody>
          <a:bodyPr/>
          <a:lstStyle/>
          <a:p>
            <a:endParaRPr lang="en-US" sz="1800"/>
          </a:p>
        </p:txBody>
      </p:sp>
      <p:sp>
        <p:nvSpPr>
          <p:cNvPr id="19" name="Text 19">
            <a:extLst>
              <a:ext uri="{FF2B5EF4-FFF2-40B4-BE49-F238E27FC236}">
                <a16:creationId xmlns:a16="http://schemas.microsoft.com/office/drawing/2014/main" id="{5157C625-379C-7241-C7C8-AF5C3CBA9FB8}"/>
              </a:ext>
            </a:extLst>
          </p:cNvPr>
          <p:cNvSpPr txBox="1"/>
          <p:nvPr/>
        </p:nvSpPr>
        <p:spPr>
          <a:xfrm>
            <a:off x="641500" y="2194881"/>
            <a:ext cx="8227457" cy="36566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kern="0" spc="300">
                <a:solidFill>
                  <a:srgbClr val="2E9BC4"/>
                </a:solidFill>
                <a:latin typeface="Arial"/>
                <a:ea typeface="Arial" pitchFamily="34" charset="-122"/>
                <a:cs typeface="Arial"/>
              </a:rPr>
              <a:t>ASEN 4018-013</a:t>
            </a:r>
            <a:endParaRPr lang="en-US" sz="1400">
              <a:latin typeface="Arial"/>
              <a:cs typeface="Arial"/>
            </a:endParaRPr>
          </a:p>
        </p:txBody>
      </p:sp>
      <p:grpSp>
        <p:nvGrpSpPr>
          <p:cNvPr id="20" name="Progress Bar - 8 Q &amp; A">
            <a:extLst>
              <a:ext uri="{FF2B5EF4-FFF2-40B4-BE49-F238E27FC236}">
                <a16:creationId xmlns:a16="http://schemas.microsoft.com/office/drawing/2014/main" id="{1F60BB72-4C28-6FE6-5B0D-EA72D62250D1}"/>
              </a:ext>
            </a:extLst>
          </p:cNvPr>
          <p:cNvGrpSpPr/>
          <p:nvPr/>
        </p:nvGrpSpPr>
        <p:grpSpPr>
          <a:xfrm>
            <a:off x="814351" y="6570020"/>
            <a:ext cx="10563297" cy="276999"/>
            <a:chOff x="790698" y="5902391"/>
            <a:chExt cx="10563297" cy="276999"/>
          </a:xfrm>
        </p:grpSpPr>
        <p:sp>
          <p:nvSpPr>
            <p:cNvPr id="25" name="Section 1 - Background">
              <a:extLst>
                <a:ext uri="{FF2B5EF4-FFF2-40B4-BE49-F238E27FC236}">
                  <a16:creationId xmlns:a16="http://schemas.microsoft.com/office/drawing/2014/main" id="{6A7EFE6C-5378-EC85-F07D-10F310C4EF81}"/>
                </a:ext>
              </a:extLst>
            </p:cNvPr>
            <p:cNvSpPr/>
            <p:nvPr/>
          </p:nvSpPr>
          <p:spPr>
            <a:xfrm>
              <a:off x="790698" y="5902391"/>
              <a:ext cx="1374145" cy="276999"/>
            </a:xfrm>
            <a:prstGeom prst="homePlate">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40000" tIns="0" rIns="54845" bIns="0" rtlCol="0" anchor="ctr"/>
            <a:lstStyle/>
            <a:p>
              <a:pPr algn="ctr"/>
              <a:r>
                <a:rPr sz="1050" b="0">
                  <a:solidFill>
                    <a:srgbClr val="FFFFFF"/>
                  </a:solidFill>
                  <a:latin typeface="Calibri"/>
                </a:rPr>
                <a:t>Background</a:t>
              </a:r>
            </a:p>
          </p:txBody>
        </p:sp>
        <p:sp>
          <p:nvSpPr>
            <p:cNvPr id="26" name="Section 2 - ConOps">
              <a:extLst>
                <a:ext uri="{FF2B5EF4-FFF2-40B4-BE49-F238E27FC236}">
                  <a16:creationId xmlns:a16="http://schemas.microsoft.com/office/drawing/2014/main" id="{81799CE0-2E54-A5A7-8B3F-8162FB5FC45E}"/>
                </a:ext>
              </a:extLst>
            </p:cNvPr>
            <p:cNvSpPr/>
            <p:nvPr/>
          </p:nvSpPr>
          <p:spPr>
            <a:xfrm>
              <a:off x="2103434"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ConOps</a:t>
              </a:r>
            </a:p>
          </p:txBody>
        </p:sp>
        <p:sp>
          <p:nvSpPr>
            <p:cNvPr id="27" name="Section 3 - Block Diagrams">
              <a:extLst>
                <a:ext uri="{FF2B5EF4-FFF2-40B4-BE49-F238E27FC236}">
                  <a16:creationId xmlns:a16="http://schemas.microsoft.com/office/drawing/2014/main" id="{56345C71-EFDF-004C-EDEA-73EEFB88CE66}"/>
                </a:ext>
              </a:extLst>
            </p:cNvPr>
            <p:cNvSpPr/>
            <p:nvPr/>
          </p:nvSpPr>
          <p:spPr>
            <a:xfrm>
              <a:off x="3416170"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Block Diagrams</a:t>
              </a:r>
            </a:p>
          </p:txBody>
        </p:sp>
        <p:sp>
          <p:nvSpPr>
            <p:cNvPr id="28" name="Section 4 - Key Requirements">
              <a:extLst>
                <a:ext uri="{FF2B5EF4-FFF2-40B4-BE49-F238E27FC236}">
                  <a16:creationId xmlns:a16="http://schemas.microsoft.com/office/drawing/2014/main" id="{F5CADF2C-0407-208F-2A1F-87F2932D4B00}"/>
                </a:ext>
              </a:extLst>
            </p:cNvPr>
            <p:cNvSpPr/>
            <p:nvPr/>
          </p:nvSpPr>
          <p:spPr>
            <a:xfrm>
              <a:off x="4728906" y="5902391"/>
              <a:ext cx="1484077"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Key Requirements</a:t>
              </a:r>
            </a:p>
          </p:txBody>
        </p:sp>
        <p:sp>
          <p:nvSpPr>
            <p:cNvPr id="29" name="Section 5 - Trade Studies">
              <a:extLst>
                <a:ext uri="{FF2B5EF4-FFF2-40B4-BE49-F238E27FC236}">
                  <a16:creationId xmlns:a16="http://schemas.microsoft.com/office/drawing/2014/main" id="{4230479D-FB09-5674-0361-97487C1309BC}"/>
                </a:ext>
              </a:extLst>
            </p:cNvPr>
            <p:cNvSpPr/>
            <p:nvPr/>
          </p:nvSpPr>
          <p:spPr>
            <a:xfrm>
              <a:off x="6151574" y="5902391"/>
              <a:ext cx="1374145"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Trade Studies</a:t>
              </a:r>
            </a:p>
          </p:txBody>
        </p:sp>
        <p:sp>
          <p:nvSpPr>
            <p:cNvPr id="30" name="Section 6 - Current Design Space">
              <a:extLst>
                <a:ext uri="{FF2B5EF4-FFF2-40B4-BE49-F238E27FC236}">
                  <a16:creationId xmlns:a16="http://schemas.microsoft.com/office/drawing/2014/main" id="{F17573A4-F22B-3E2A-1046-DE75B488A005}"/>
                </a:ext>
              </a:extLst>
            </p:cNvPr>
            <p:cNvSpPr/>
            <p:nvPr/>
          </p:nvSpPr>
          <p:spPr>
            <a:xfrm>
              <a:off x="7464310" y="5902391"/>
              <a:ext cx="1594008"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Current Design Space</a:t>
              </a:r>
            </a:p>
          </p:txBody>
        </p:sp>
        <p:sp>
          <p:nvSpPr>
            <p:cNvPr id="31" name="Section 7 - Moving Forward">
              <a:extLst>
                <a:ext uri="{FF2B5EF4-FFF2-40B4-BE49-F238E27FC236}">
                  <a16:creationId xmlns:a16="http://schemas.microsoft.com/office/drawing/2014/main" id="{0078CF7D-0593-BF3B-7D48-FEFF8812AEC9}"/>
                </a:ext>
              </a:extLst>
            </p:cNvPr>
            <p:cNvSpPr/>
            <p:nvPr/>
          </p:nvSpPr>
          <p:spPr>
            <a:xfrm>
              <a:off x="8996909" y="5902391"/>
              <a:ext cx="1415369" cy="276999"/>
            </a:xfrm>
            <a:prstGeom prst="chevron">
              <a:avLst>
                <a:gd name="adj" fmla="val 33000"/>
              </a:avLst>
            </a:prstGeom>
            <a:solidFill>
              <a:srgbClr val="C6890F"/>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0">
                  <a:solidFill>
                    <a:srgbClr val="FFFFFF"/>
                  </a:solidFill>
                  <a:latin typeface="Calibri"/>
                </a:rPr>
                <a:t>Moving Forward</a:t>
              </a:r>
            </a:p>
          </p:txBody>
        </p:sp>
        <p:sp>
          <p:nvSpPr>
            <p:cNvPr id="32" name="Section 8 - Q &amp; A">
              <a:extLst>
                <a:ext uri="{FF2B5EF4-FFF2-40B4-BE49-F238E27FC236}">
                  <a16:creationId xmlns:a16="http://schemas.microsoft.com/office/drawing/2014/main" id="{583799D9-B10B-4E59-1CE1-6E6C8AE947FB}"/>
                </a:ext>
              </a:extLst>
            </p:cNvPr>
            <p:cNvSpPr/>
            <p:nvPr/>
          </p:nvSpPr>
          <p:spPr>
            <a:xfrm>
              <a:off x="10350869" y="5902391"/>
              <a:ext cx="1003126" cy="276999"/>
            </a:xfrm>
            <a:prstGeom prst="chevron">
              <a:avLst>
                <a:gd name="adj" fmla="val 33000"/>
              </a:avLst>
            </a:prstGeom>
            <a:solidFill>
              <a:srgbClr val="2E9BC4"/>
            </a:solidFill>
            <a:ln>
              <a:noFill/>
            </a:ln>
            <a:effectLst/>
          </p:spPr>
          <p:style>
            <a:lnRef idx="1">
              <a:schemeClr val="accent1"/>
            </a:lnRef>
            <a:fillRef idx="3">
              <a:schemeClr val="accent1"/>
            </a:fillRef>
            <a:effectRef idx="2">
              <a:schemeClr val="accent1"/>
            </a:effectRef>
            <a:fontRef idx="minor">
              <a:schemeClr val="lt1"/>
            </a:fontRef>
          </p:style>
          <p:txBody>
            <a:bodyPr wrap="none" lIns="82268" tIns="0" rIns="54845" bIns="0" rtlCol="0" anchor="ctr"/>
            <a:lstStyle/>
            <a:p>
              <a:pPr algn="ctr"/>
              <a:r>
                <a:rPr sz="1050" b="1">
                  <a:solidFill>
                    <a:srgbClr val="FFFFFF"/>
                  </a:solidFill>
                  <a:latin typeface="Calibri"/>
                </a:rPr>
                <a:t>Q &amp; A</a:t>
              </a:r>
            </a:p>
          </p:txBody>
        </p:sp>
      </p:grpSp>
      <p:sp>
        <p:nvSpPr>
          <p:cNvPr id="33" name="Slide Number Placeholder 23">
            <a:extLst>
              <a:ext uri="{FF2B5EF4-FFF2-40B4-BE49-F238E27FC236}">
                <a16:creationId xmlns:a16="http://schemas.microsoft.com/office/drawing/2014/main" id="{6A211737-0701-1F4F-E597-1E8AA373C4C7}"/>
              </a:ext>
            </a:extLst>
          </p:cNvPr>
          <p:cNvSpPr txBox="1">
            <a:spLocks/>
          </p:cNvSpPr>
          <p:nvPr/>
        </p:nvSpPr>
        <p:spPr>
          <a:xfrm>
            <a:off x="9145743" y="652595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ACAF18C-C32B-5246-8B79-94468F598665}" type="slidenum">
              <a:rPr lang="en-US" smtClean="0"/>
              <a:pPr/>
              <a:t>100</a:t>
            </a:fld>
            <a:endParaRPr lang="en-US"/>
          </a:p>
        </p:txBody>
      </p:sp>
    </p:spTree>
    <p:extLst>
      <p:ext uri="{BB962C8B-B14F-4D97-AF65-F5344CB8AC3E}">
        <p14:creationId xmlns:p14="http://schemas.microsoft.com/office/powerpoint/2010/main" val="85095073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2B2A27"/>
        </a:solidFill>
        <a:effectLst/>
      </p:bgPr>
    </p:bg>
    <p:spTree>
      <p:nvGrpSpPr>
        <p:cNvPr id="1" name="">
          <a:extLst>
            <a:ext uri="{FF2B5EF4-FFF2-40B4-BE49-F238E27FC236}">
              <a16:creationId xmlns:a16="http://schemas.microsoft.com/office/drawing/2014/main" id="{0AA969F2-A24A-6CF1-AE88-1A0B559F06C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EE1C748-A624-9D00-4C6A-D3E89794B284}"/>
              </a:ext>
            </a:extLst>
          </p:cNvPr>
          <p:cNvSpPr/>
          <p:nvPr/>
        </p:nvSpPr>
        <p:spPr>
          <a:xfrm>
            <a:off x="9648508" y="4754880"/>
            <a:ext cx="408920" cy="408920"/>
          </a:xfrm>
          <a:prstGeom prst="rect">
            <a:avLst/>
          </a:prstGeom>
          <a:ln w="12700">
            <a:solidFill>
              <a:srgbClr val="C6890F">
                <a:alpha val="14000"/>
              </a:srgbClr>
            </a:solidFill>
            <a:prstDash val="solid"/>
          </a:ln>
        </p:spPr>
        <p:txBody>
          <a:bodyPr/>
          <a:lstStyle/>
          <a:p>
            <a:endParaRPr lang="en-US" sz="1800"/>
          </a:p>
        </p:txBody>
      </p:sp>
      <p:sp>
        <p:nvSpPr>
          <p:cNvPr id="3" name="Shape 1">
            <a:extLst>
              <a:ext uri="{FF2B5EF4-FFF2-40B4-BE49-F238E27FC236}">
                <a16:creationId xmlns:a16="http://schemas.microsoft.com/office/drawing/2014/main" id="{2C8EAE2A-4394-4D84-A415-CBC51D801B71}"/>
              </a:ext>
            </a:extLst>
          </p:cNvPr>
          <p:cNvSpPr/>
          <p:nvPr/>
        </p:nvSpPr>
        <p:spPr>
          <a:xfrm>
            <a:off x="10123996" y="4754880"/>
            <a:ext cx="408920" cy="408920"/>
          </a:xfrm>
          <a:prstGeom prst="rect">
            <a:avLst/>
          </a:prstGeom>
          <a:ln w="12700">
            <a:solidFill>
              <a:srgbClr val="C6890F">
                <a:alpha val="14000"/>
              </a:srgbClr>
            </a:solidFill>
            <a:prstDash val="solid"/>
          </a:ln>
        </p:spPr>
        <p:txBody>
          <a:bodyPr/>
          <a:lstStyle/>
          <a:p>
            <a:endParaRPr lang="en-US" sz="1800"/>
          </a:p>
        </p:txBody>
      </p:sp>
      <p:sp>
        <p:nvSpPr>
          <p:cNvPr id="4" name="Shape 2">
            <a:extLst>
              <a:ext uri="{FF2B5EF4-FFF2-40B4-BE49-F238E27FC236}">
                <a16:creationId xmlns:a16="http://schemas.microsoft.com/office/drawing/2014/main" id="{62F473D9-59DF-C84B-A3CF-F2A70D65947B}"/>
              </a:ext>
            </a:extLst>
          </p:cNvPr>
          <p:cNvSpPr/>
          <p:nvPr/>
        </p:nvSpPr>
        <p:spPr>
          <a:xfrm>
            <a:off x="10599484" y="4754880"/>
            <a:ext cx="408920" cy="408920"/>
          </a:xfrm>
          <a:prstGeom prst="rect">
            <a:avLst/>
          </a:prstGeom>
          <a:ln w="12700">
            <a:solidFill>
              <a:srgbClr val="C6890F">
                <a:alpha val="14000"/>
              </a:srgbClr>
            </a:solidFill>
            <a:prstDash val="solid"/>
          </a:ln>
        </p:spPr>
        <p:txBody>
          <a:bodyPr/>
          <a:lstStyle/>
          <a:p>
            <a:endParaRPr lang="en-US" sz="1800"/>
          </a:p>
        </p:txBody>
      </p:sp>
      <p:sp>
        <p:nvSpPr>
          <p:cNvPr id="5" name="Shape 3">
            <a:extLst>
              <a:ext uri="{FF2B5EF4-FFF2-40B4-BE49-F238E27FC236}">
                <a16:creationId xmlns:a16="http://schemas.microsoft.com/office/drawing/2014/main" id="{73301678-7FE8-5C8B-1A5B-0EBCFE6E515A}"/>
              </a:ext>
            </a:extLst>
          </p:cNvPr>
          <p:cNvSpPr/>
          <p:nvPr/>
        </p:nvSpPr>
        <p:spPr>
          <a:xfrm>
            <a:off x="11074972" y="4754880"/>
            <a:ext cx="408920" cy="408920"/>
          </a:xfrm>
          <a:prstGeom prst="rect">
            <a:avLst/>
          </a:prstGeom>
          <a:ln w="12700">
            <a:solidFill>
              <a:srgbClr val="C6890F">
                <a:alpha val="14000"/>
              </a:srgbClr>
            </a:solidFill>
            <a:prstDash val="solid"/>
          </a:ln>
        </p:spPr>
        <p:txBody>
          <a:bodyPr/>
          <a:lstStyle/>
          <a:p>
            <a:endParaRPr lang="en-US" sz="1800"/>
          </a:p>
        </p:txBody>
      </p:sp>
      <p:sp>
        <p:nvSpPr>
          <p:cNvPr id="6" name="Shape 4">
            <a:extLst>
              <a:ext uri="{FF2B5EF4-FFF2-40B4-BE49-F238E27FC236}">
                <a16:creationId xmlns:a16="http://schemas.microsoft.com/office/drawing/2014/main" id="{9FF3497C-7F0A-1AC4-7C55-4F0A7DB160FF}"/>
              </a:ext>
            </a:extLst>
          </p:cNvPr>
          <p:cNvSpPr/>
          <p:nvPr/>
        </p:nvSpPr>
        <p:spPr>
          <a:xfrm>
            <a:off x="9648508" y="5230368"/>
            <a:ext cx="408920" cy="408920"/>
          </a:xfrm>
          <a:prstGeom prst="rect">
            <a:avLst/>
          </a:prstGeom>
          <a:ln w="12700">
            <a:solidFill>
              <a:srgbClr val="C6890F">
                <a:alpha val="14000"/>
              </a:srgbClr>
            </a:solidFill>
            <a:prstDash val="solid"/>
          </a:ln>
        </p:spPr>
        <p:txBody>
          <a:bodyPr/>
          <a:lstStyle/>
          <a:p>
            <a:endParaRPr lang="en-US" sz="1800"/>
          </a:p>
        </p:txBody>
      </p:sp>
      <p:sp>
        <p:nvSpPr>
          <p:cNvPr id="7" name="Shape 5">
            <a:extLst>
              <a:ext uri="{FF2B5EF4-FFF2-40B4-BE49-F238E27FC236}">
                <a16:creationId xmlns:a16="http://schemas.microsoft.com/office/drawing/2014/main" id="{B7CF4CEA-5F7E-01E8-4D12-9049CCF21B1D}"/>
              </a:ext>
            </a:extLst>
          </p:cNvPr>
          <p:cNvSpPr/>
          <p:nvPr/>
        </p:nvSpPr>
        <p:spPr>
          <a:xfrm>
            <a:off x="10123996" y="5230368"/>
            <a:ext cx="408920" cy="408920"/>
          </a:xfrm>
          <a:prstGeom prst="rect">
            <a:avLst/>
          </a:prstGeom>
          <a:ln w="12700">
            <a:solidFill>
              <a:srgbClr val="C6890F">
                <a:alpha val="14000"/>
              </a:srgbClr>
            </a:solidFill>
            <a:prstDash val="solid"/>
          </a:ln>
        </p:spPr>
        <p:txBody>
          <a:bodyPr/>
          <a:lstStyle/>
          <a:p>
            <a:endParaRPr lang="en-US" sz="1800"/>
          </a:p>
        </p:txBody>
      </p:sp>
      <p:sp>
        <p:nvSpPr>
          <p:cNvPr id="8" name="Shape 6">
            <a:extLst>
              <a:ext uri="{FF2B5EF4-FFF2-40B4-BE49-F238E27FC236}">
                <a16:creationId xmlns:a16="http://schemas.microsoft.com/office/drawing/2014/main" id="{2CB0C4AF-C137-3B33-5A7A-8740FCF794FB}"/>
              </a:ext>
            </a:extLst>
          </p:cNvPr>
          <p:cNvSpPr/>
          <p:nvPr/>
        </p:nvSpPr>
        <p:spPr>
          <a:xfrm>
            <a:off x="10599484" y="5230368"/>
            <a:ext cx="408920" cy="408920"/>
          </a:xfrm>
          <a:prstGeom prst="rect">
            <a:avLst/>
          </a:prstGeom>
          <a:ln w="12700">
            <a:solidFill>
              <a:srgbClr val="C6890F">
                <a:alpha val="14000"/>
              </a:srgbClr>
            </a:solidFill>
            <a:prstDash val="solid"/>
          </a:ln>
        </p:spPr>
        <p:txBody>
          <a:bodyPr/>
          <a:lstStyle/>
          <a:p>
            <a:endParaRPr lang="en-US" sz="1800"/>
          </a:p>
        </p:txBody>
      </p:sp>
      <p:sp>
        <p:nvSpPr>
          <p:cNvPr id="9" name="Shape 7">
            <a:extLst>
              <a:ext uri="{FF2B5EF4-FFF2-40B4-BE49-F238E27FC236}">
                <a16:creationId xmlns:a16="http://schemas.microsoft.com/office/drawing/2014/main" id="{6F6BE8FF-4F72-B7E7-7DDB-BCA0368A6094}"/>
              </a:ext>
            </a:extLst>
          </p:cNvPr>
          <p:cNvSpPr/>
          <p:nvPr/>
        </p:nvSpPr>
        <p:spPr>
          <a:xfrm>
            <a:off x="11074972" y="5230368"/>
            <a:ext cx="408920" cy="408920"/>
          </a:xfrm>
          <a:prstGeom prst="rect">
            <a:avLst/>
          </a:prstGeom>
          <a:ln w="12700">
            <a:solidFill>
              <a:srgbClr val="C6890F">
                <a:alpha val="14000"/>
              </a:srgbClr>
            </a:solidFill>
            <a:prstDash val="solid"/>
          </a:ln>
        </p:spPr>
        <p:txBody>
          <a:bodyPr/>
          <a:lstStyle/>
          <a:p>
            <a:endParaRPr lang="en-US" sz="1800"/>
          </a:p>
        </p:txBody>
      </p:sp>
      <p:sp>
        <p:nvSpPr>
          <p:cNvPr id="10" name="Shape 8">
            <a:extLst>
              <a:ext uri="{FF2B5EF4-FFF2-40B4-BE49-F238E27FC236}">
                <a16:creationId xmlns:a16="http://schemas.microsoft.com/office/drawing/2014/main" id="{B3F4306C-4713-5F5C-165A-8470031FCCE7}"/>
              </a:ext>
            </a:extLst>
          </p:cNvPr>
          <p:cNvSpPr/>
          <p:nvPr/>
        </p:nvSpPr>
        <p:spPr>
          <a:xfrm>
            <a:off x="9648508" y="5705856"/>
            <a:ext cx="408920" cy="408920"/>
          </a:xfrm>
          <a:prstGeom prst="rect">
            <a:avLst/>
          </a:prstGeom>
          <a:ln w="12700">
            <a:solidFill>
              <a:srgbClr val="C6890F">
                <a:alpha val="14000"/>
              </a:srgbClr>
            </a:solidFill>
            <a:prstDash val="solid"/>
          </a:ln>
        </p:spPr>
        <p:txBody>
          <a:bodyPr/>
          <a:lstStyle/>
          <a:p>
            <a:endParaRPr lang="en-US" sz="1800"/>
          </a:p>
        </p:txBody>
      </p:sp>
      <p:sp>
        <p:nvSpPr>
          <p:cNvPr id="11" name="Shape 9">
            <a:extLst>
              <a:ext uri="{FF2B5EF4-FFF2-40B4-BE49-F238E27FC236}">
                <a16:creationId xmlns:a16="http://schemas.microsoft.com/office/drawing/2014/main" id="{D0CE93CF-F5A0-6452-D231-E9E026405706}"/>
              </a:ext>
            </a:extLst>
          </p:cNvPr>
          <p:cNvSpPr/>
          <p:nvPr/>
        </p:nvSpPr>
        <p:spPr>
          <a:xfrm>
            <a:off x="10123996" y="5705856"/>
            <a:ext cx="408920" cy="408920"/>
          </a:xfrm>
          <a:prstGeom prst="rect">
            <a:avLst/>
          </a:prstGeom>
          <a:ln w="12700">
            <a:solidFill>
              <a:srgbClr val="C6890F">
                <a:alpha val="14000"/>
              </a:srgbClr>
            </a:solidFill>
            <a:prstDash val="solid"/>
          </a:ln>
        </p:spPr>
        <p:txBody>
          <a:bodyPr/>
          <a:lstStyle/>
          <a:p>
            <a:endParaRPr lang="en-US" sz="1800"/>
          </a:p>
        </p:txBody>
      </p:sp>
      <p:sp>
        <p:nvSpPr>
          <p:cNvPr id="12" name="Shape 10">
            <a:extLst>
              <a:ext uri="{FF2B5EF4-FFF2-40B4-BE49-F238E27FC236}">
                <a16:creationId xmlns:a16="http://schemas.microsoft.com/office/drawing/2014/main" id="{2E9AE620-FD4A-F1D5-6178-4EC0C3E5DFA1}"/>
              </a:ext>
            </a:extLst>
          </p:cNvPr>
          <p:cNvSpPr/>
          <p:nvPr/>
        </p:nvSpPr>
        <p:spPr>
          <a:xfrm>
            <a:off x="10599484" y="5705856"/>
            <a:ext cx="408920" cy="408920"/>
          </a:xfrm>
          <a:prstGeom prst="rect">
            <a:avLst/>
          </a:prstGeom>
          <a:ln w="12700">
            <a:solidFill>
              <a:srgbClr val="C6890F">
                <a:alpha val="14000"/>
              </a:srgbClr>
            </a:solidFill>
            <a:prstDash val="solid"/>
          </a:ln>
        </p:spPr>
        <p:txBody>
          <a:bodyPr/>
          <a:lstStyle/>
          <a:p>
            <a:endParaRPr lang="en-US" sz="1800"/>
          </a:p>
        </p:txBody>
      </p:sp>
      <p:sp>
        <p:nvSpPr>
          <p:cNvPr id="13" name="Shape 11">
            <a:extLst>
              <a:ext uri="{FF2B5EF4-FFF2-40B4-BE49-F238E27FC236}">
                <a16:creationId xmlns:a16="http://schemas.microsoft.com/office/drawing/2014/main" id="{D0F92CB9-59EC-E7AC-F7B8-E5FAEA0DE727}"/>
              </a:ext>
            </a:extLst>
          </p:cNvPr>
          <p:cNvSpPr/>
          <p:nvPr/>
        </p:nvSpPr>
        <p:spPr>
          <a:xfrm>
            <a:off x="11074972" y="5705856"/>
            <a:ext cx="408920" cy="408920"/>
          </a:xfrm>
          <a:prstGeom prst="rect">
            <a:avLst/>
          </a:prstGeom>
          <a:ln w="12700">
            <a:solidFill>
              <a:srgbClr val="C6890F">
                <a:alpha val="14000"/>
              </a:srgbClr>
            </a:solidFill>
            <a:prstDash val="solid"/>
          </a:ln>
        </p:spPr>
        <p:txBody>
          <a:bodyPr/>
          <a:lstStyle/>
          <a:p>
            <a:endParaRPr lang="en-US" sz="1800"/>
          </a:p>
        </p:txBody>
      </p:sp>
      <p:sp>
        <p:nvSpPr>
          <p:cNvPr id="14" name="Shape 12">
            <a:extLst>
              <a:ext uri="{FF2B5EF4-FFF2-40B4-BE49-F238E27FC236}">
                <a16:creationId xmlns:a16="http://schemas.microsoft.com/office/drawing/2014/main" id="{9ECEE97C-A2B4-F28B-5F4E-4D5D3040CBF2}"/>
              </a:ext>
            </a:extLst>
          </p:cNvPr>
          <p:cNvSpPr/>
          <p:nvPr/>
        </p:nvSpPr>
        <p:spPr>
          <a:xfrm>
            <a:off x="9785668"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5" name="Shape 13">
            <a:extLst>
              <a:ext uri="{FF2B5EF4-FFF2-40B4-BE49-F238E27FC236}">
                <a16:creationId xmlns:a16="http://schemas.microsoft.com/office/drawing/2014/main" id="{EBF1497A-F771-DBB4-0D55-CE7620BB9356}"/>
              </a:ext>
            </a:extLst>
          </p:cNvPr>
          <p:cNvSpPr/>
          <p:nvPr/>
        </p:nvSpPr>
        <p:spPr>
          <a:xfrm>
            <a:off x="9944408" y="798820"/>
            <a:ext cx="249448" cy="249448"/>
          </a:xfrm>
          <a:prstGeom prst="ellipse">
            <a:avLst/>
          </a:prstGeom>
          <a:ln w="28575">
            <a:solidFill>
              <a:srgbClr val="C6890F">
                <a:alpha val="85000"/>
              </a:srgbClr>
            </a:solidFill>
            <a:prstDash val="solid"/>
          </a:ln>
        </p:spPr>
        <p:txBody>
          <a:bodyPr/>
          <a:lstStyle/>
          <a:p>
            <a:endParaRPr lang="en-US" sz="1800"/>
          </a:p>
        </p:txBody>
      </p:sp>
      <p:sp>
        <p:nvSpPr>
          <p:cNvPr id="16" name="Shape 14">
            <a:extLst>
              <a:ext uri="{FF2B5EF4-FFF2-40B4-BE49-F238E27FC236}">
                <a16:creationId xmlns:a16="http://schemas.microsoft.com/office/drawing/2014/main" id="{2C4B70B2-6695-0B5F-A3FB-6E6A161993EC}"/>
              </a:ext>
            </a:extLst>
          </p:cNvPr>
          <p:cNvSpPr/>
          <p:nvPr/>
        </p:nvSpPr>
        <p:spPr>
          <a:xfrm>
            <a:off x="10511336"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7" name="Shape 15">
            <a:extLst>
              <a:ext uri="{FF2B5EF4-FFF2-40B4-BE49-F238E27FC236}">
                <a16:creationId xmlns:a16="http://schemas.microsoft.com/office/drawing/2014/main" id="{1325DBD4-92DD-2A1C-F308-284E1A933175}"/>
              </a:ext>
            </a:extLst>
          </p:cNvPr>
          <p:cNvSpPr/>
          <p:nvPr/>
        </p:nvSpPr>
        <p:spPr>
          <a:xfrm>
            <a:off x="10670076" y="798820"/>
            <a:ext cx="249448" cy="249448"/>
          </a:xfrm>
          <a:prstGeom prst="ellipse">
            <a:avLst/>
          </a:prstGeom>
          <a:ln w="28575">
            <a:solidFill>
              <a:srgbClr val="C6890F">
                <a:alpha val="85000"/>
              </a:srgbClr>
            </a:solidFill>
            <a:prstDash val="solid"/>
          </a:ln>
        </p:spPr>
        <p:txBody>
          <a:bodyPr/>
          <a:lstStyle/>
          <a:p>
            <a:endParaRPr lang="en-US" sz="1800"/>
          </a:p>
        </p:txBody>
      </p:sp>
      <p:sp>
        <p:nvSpPr>
          <p:cNvPr id="18" name="Shape 16">
            <a:extLst>
              <a:ext uri="{FF2B5EF4-FFF2-40B4-BE49-F238E27FC236}">
                <a16:creationId xmlns:a16="http://schemas.microsoft.com/office/drawing/2014/main" id="{DE93B414-CF37-1A55-AB5F-AD5B20613056}"/>
              </a:ext>
            </a:extLst>
          </p:cNvPr>
          <p:cNvSpPr/>
          <p:nvPr/>
        </p:nvSpPr>
        <p:spPr>
          <a:xfrm>
            <a:off x="10749446" y="878190"/>
            <a:ext cx="90708" cy="90708"/>
          </a:xfrm>
          <a:prstGeom prst="ellipse">
            <a:avLst/>
          </a:prstGeom>
          <a:solidFill>
            <a:srgbClr val="2E9BC4">
              <a:alpha val="85000"/>
            </a:srgbClr>
          </a:solidFill>
          <a:ln/>
        </p:spPr>
        <p:txBody>
          <a:bodyPr/>
          <a:lstStyle/>
          <a:p>
            <a:endParaRPr lang="en-US" sz="1800"/>
          </a:p>
        </p:txBody>
      </p:sp>
      <p:sp>
        <p:nvSpPr>
          <p:cNvPr id="22" name="Text 20">
            <a:extLst>
              <a:ext uri="{FF2B5EF4-FFF2-40B4-BE49-F238E27FC236}">
                <a16:creationId xmlns:a16="http://schemas.microsoft.com/office/drawing/2014/main" id="{ACCF8A45-0766-3351-68EA-9169824D3B8E}"/>
              </a:ext>
            </a:extLst>
          </p:cNvPr>
          <p:cNvSpPr txBox="1"/>
          <p:nvPr/>
        </p:nvSpPr>
        <p:spPr>
          <a:xfrm>
            <a:off x="605092" y="2651760"/>
            <a:ext cx="10515600" cy="1097280"/>
          </a:xfrm>
          <a:prstGeom prst="rect">
            <a:avLst/>
          </a:prstGeom>
          <a:noFill/>
          <a:ln/>
        </p:spPr>
        <p:txBody>
          <a:bodyPr wrap="square" lIns="0" tIns="0" rIns="0" bIns="0" rtlCol="0" anchor="ctr"/>
          <a:lstStyle/>
          <a:p>
            <a:r>
              <a:rPr lang="en-US" sz="5000" b="1">
                <a:solidFill>
                  <a:srgbClr val="C6890F"/>
                </a:solidFill>
                <a:latin typeface="Arial"/>
                <a:cs typeface="Arial"/>
              </a:rPr>
              <a:t>Backup Slides (GNC)</a:t>
            </a:r>
          </a:p>
        </p:txBody>
      </p:sp>
      <p:sp>
        <p:nvSpPr>
          <p:cNvPr id="23" name="Shape 21">
            <a:extLst>
              <a:ext uri="{FF2B5EF4-FFF2-40B4-BE49-F238E27FC236}">
                <a16:creationId xmlns:a16="http://schemas.microsoft.com/office/drawing/2014/main" id="{F99916AD-F27B-9B73-37BE-E1ADF6CC2811}"/>
              </a:ext>
            </a:extLst>
          </p:cNvPr>
          <p:cNvSpPr/>
          <p:nvPr/>
        </p:nvSpPr>
        <p:spPr>
          <a:xfrm>
            <a:off x="659956" y="3886200"/>
            <a:ext cx="3108960" cy="0"/>
          </a:xfrm>
          <a:prstGeom prst="line">
            <a:avLst/>
          </a:prstGeom>
          <a:noFill/>
          <a:ln w="25400">
            <a:solidFill>
              <a:srgbClr val="C6890F"/>
            </a:solidFill>
            <a:prstDash val="solid"/>
          </a:ln>
        </p:spPr>
        <p:txBody>
          <a:bodyPr/>
          <a:lstStyle/>
          <a:p>
            <a:endParaRPr lang="en-US" sz="1800"/>
          </a:p>
        </p:txBody>
      </p:sp>
      <p:sp>
        <p:nvSpPr>
          <p:cNvPr id="19" name="Text 19">
            <a:extLst>
              <a:ext uri="{FF2B5EF4-FFF2-40B4-BE49-F238E27FC236}">
                <a16:creationId xmlns:a16="http://schemas.microsoft.com/office/drawing/2014/main" id="{A23AD980-ABED-D0F7-E51F-98C3CEE85FA8}"/>
              </a:ext>
            </a:extLst>
          </p:cNvPr>
          <p:cNvSpPr txBox="1"/>
          <p:nvPr/>
        </p:nvSpPr>
        <p:spPr>
          <a:xfrm>
            <a:off x="641500" y="2194881"/>
            <a:ext cx="8227457" cy="36566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kern="0" spc="300">
                <a:solidFill>
                  <a:srgbClr val="2E9BC4"/>
                </a:solidFill>
                <a:latin typeface="Arial"/>
                <a:ea typeface="Arial" pitchFamily="34" charset="-122"/>
                <a:cs typeface="Arial"/>
              </a:rPr>
              <a:t>ASEN 4018-013</a:t>
            </a:r>
            <a:endParaRPr lang="en-US" sz="1400">
              <a:latin typeface="Arial"/>
              <a:cs typeface="Arial"/>
            </a:endParaRPr>
          </a:p>
        </p:txBody>
      </p:sp>
      <p:sp>
        <p:nvSpPr>
          <p:cNvPr id="21" name="Slide Number Placeholder 23">
            <a:extLst>
              <a:ext uri="{FF2B5EF4-FFF2-40B4-BE49-F238E27FC236}">
                <a16:creationId xmlns:a16="http://schemas.microsoft.com/office/drawing/2014/main" id="{3F0F0E29-0FAB-3B12-9489-243FACCF44B9}"/>
              </a:ext>
            </a:extLst>
          </p:cNvPr>
          <p:cNvSpPr>
            <a:spLocks noGrp="1"/>
          </p:cNvSpPr>
          <p:nvPr>
            <p:ph type="sldNum" sz="quarter" idx="11"/>
          </p:nvPr>
        </p:nvSpPr>
        <p:spPr>
          <a:xfrm>
            <a:off x="8610600" y="6356350"/>
            <a:ext cx="2743200" cy="365125"/>
          </a:xfrm>
        </p:spPr>
        <p:txBody>
          <a:bodyPr/>
          <a:lstStyle/>
          <a:p>
            <a:fld id="{6ACAF18C-C32B-5246-8B79-94468F598665}" type="slidenum">
              <a:rPr lang="en-US" dirty="0" smtClean="0">
                <a:solidFill>
                  <a:schemeClr val="bg1">
                    <a:lumMod val="85000"/>
                  </a:schemeClr>
                </a:solidFill>
              </a:rPr>
              <a:t>101</a:t>
            </a:fld>
            <a:endParaRPr lang="en-US">
              <a:solidFill>
                <a:schemeClr val="bg1">
                  <a:lumMod val="85000"/>
                </a:schemeClr>
              </a:solidFill>
            </a:endParaRPr>
          </a:p>
        </p:txBody>
      </p:sp>
    </p:spTree>
    <p:extLst>
      <p:ext uri="{BB962C8B-B14F-4D97-AF65-F5344CB8AC3E}">
        <p14:creationId xmlns:p14="http://schemas.microsoft.com/office/powerpoint/2010/main" val="149982284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DCBC1-51E0-3E80-A193-102C2C6E6ED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3C62415-A5FC-6495-3FAE-6AF90A7A1C62}"/>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AFFF7F26-9264-6EFF-4FE8-5997FB3C02DA}"/>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7E67E815-CD40-C716-7AC4-546F9404007A}"/>
              </a:ext>
            </a:extLst>
          </p:cNvPr>
          <p:cNvSpPr txBox="1"/>
          <p:nvPr/>
        </p:nvSpPr>
        <p:spPr>
          <a:xfrm>
            <a:off x="1281749" y="368854"/>
            <a:ext cx="9094965" cy="627956"/>
          </a:xfrm>
          <a:prstGeom prst="rect">
            <a:avLst/>
          </a:prstGeom>
          <a:noFill/>
          <a:ln/>
        </p:spPr>
        <p:txBody>
          <a:bodyPr wrap="square" lIns="0" tIns="0" rIns="0" bIns="0" rtlCol="0" anchor="ctr"/>
          <a:lstStyle/>
          <a:p>
            <a:r>
              <a:rPr lang="en-US" sz="2800" b="1" kern="0" spc="100">
                <a:solidFill>
                  <a:srgbClr val="2B2A28"/>
                </a:solidFill>
                <a:latin typeface="Arial"/>
                <a:cs typeface="Arial"/>
              </a:rPr>
              <a:t>PD Control Modeling, and Analysis</a:t>
            </a:r>
          </a:p>
        </p:txBody>
      </p:sp>
      <p:sp>
        <p:nvSpPr>
          <p:cNvPr id="5" name="Shape 2">
            <a:extLst>
              <a:ext uri="{FF2B5EF4-FFF2-40B4-BE49-F238E27FC236}">
                <a16:creationId xmlns:a16="http://schemas.microsoft.com/office/drawing/2014/main" id="{FA8325FA-F3E5-A8A2-E5F4-1B3675B6CD50}"/>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1F9E5615-5FD4-EE34-4D1F-E0E07B5E3DD3}"/>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pic>
        <p:nvPicPr>
          <p:cNvPr id="9" name="Picture 8">
            <a:extLst>
              <a:ext uri="{FF2B5EF4-FFF2-40B4-BE49-F238E27FC236}">
                <a16:creationId xmlns:a16="http://schemas.microsoft.com/office/drawing/2014/main" id="{BABA092F-0EF5-718A-B935-30DB7A432FCF}"/>
              </a:ext>
            </a:extLst>
          </p:cNvPr>
          <p:cNvPicPr>
            <a:picLocks noChangeAspect="1"/>
          </p:cNvPicPr>
          <p:nvPr/>
        </p:nvPicPr>
        <p:blipFill>
          <a:blip r:embed="rId4"/>
          <a:srcRect l="9668" t="1907" r="6528" b="5313"/>
          <a:stretch>
            <a:fillRect/>
          </a:stretch>
        </p:blipFill>
        <p:spPr>
          <a:xfrm>
            <a:off x="6610770" y="3448095"/>
            <a:ext cx="4555741" cy="3040933"/>
          </a:xfrm>
          <a:prstGeom prst="rect">
            <a:avLst/>
          </a:prstGeom>
        </p:spPr>
      </p:pic>
      <p:pic>
        <p:nvPicPr>
          <p:cNvPr id="10" name="Picture 9">
            <a:extLst>
              <a:ext uri="{FF2B5EF4-FFF2-40B4-BE49-F238E27FC236}">
                <a16:creationId xmlns:a16="http://schemas.microsoft.com/office/drawing/2014/main" id="{E36BABAA-4D8B-E26F-B702-02E659C997D9}"/>
              </a:ext>
            </a:extLst>
          </p:cNvPr>
          <p:cNvPicPr>
            <a:picLocks noChangeAspect="1"/>
          </p:cNvPicPr>
          <p:nvPr/>
        </p:nvPicPr>
        <p:blipFill>
          <a:blip r:embed="rId5"/>
          <a:srcRect l="6792" t="4189" r="6285" b="3977"/>
          <a:stretch>
            <a:fillRect/>
          </a:stretch>
        </p:blipFill>
        <p:spPr>
          <a:xfrm>
            <a:off x="6610767" y="934104"/>
            <a:ext cx="4315885" cy="2735250"/>
          </a:xfrm>
          <a:prstGeom prst="rect">
            <a:avLst/>
          </a:prstGeom>
        </p:spPr>
      </p:pic>
      <p:pic>
        <p:nvPicPr>
          <p:cNvPr id="12" name="Picture 11">
            <a:extLst>
              <a:ext uri="{FF2B5EF4-FFF2-40B4-BE49-F238E27FC236}">
                <a16:creationId xmlns:a16="http://schemas.microsoft.com/office/drawing/2014/main" id="{4205BC6D-F1CF-0EAE-30EF-E63E81608839}"/>
              </a:ext>
            </a:extLst>
          </p:cNvPr>
          <p:cNvPicPr>
            <a:picLocks noChangeAspect="1"/>
          </p:cNvPicPr>
          <p:nvPr/>
        </p:nvPicPr>
        <p:blipFill>
          <a:blip r:embed="rId6"/>
          <a:srcRect l="8449" t="3886" r="7478" b="3518"/>
          <a:stretch>
            <a:fillRect/>
          </a:stretch>
        </p:blipFill>
        <p:spPr>
          <a:xfrm>
            <a:off x="1179077" y="3433826"/>
            <a:ext cx="4557461" cy="3028688"/>
          </a:xfrm>
          <a:prstGeom prst="rect">
            <a:avLst/>
          </a:prstGeom>
        </p:spPr>
      </p:pic>
      <p:sp>
        <p:nvSpPr>
          <p:cNvPr id="17" name="TextBox 16">
            <a:extLst>
              <a:ext uri="{FF2B5EF4-FFF2-40B4-BE49-F238E27FC236}">
                <a16:creationId xmlns:a16="http://schemas.microsoft.com/office/drawing/2014/main" id="{4C0ADD26-177A-5205-55F5-7C56A698647B}"/>
              </a:ext>
            </a:extLst>
          </p:cNvPr>
          <p:cNvSpPr txBox="1"/>
          <p:nvPr/>
        </p:nvSpPr>
        <p:spPr>
          <a:xfrm>
            <a:off x="760090" y="1124977"/>
            <a:ext cx="4866105"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t>PD open-loop control law modeling for a +0.1 rad/s singular pitch rate disturbance </a:t>
            </a:r>
          </a:p>
          <a:p>
            <a:pPr marL="285750" indent="-285750">
              <a:buFont typeface="Arial"/>
              <a:buChar char="•"/>
            </a:pPr>
            <a:r>
              <a:rPr lang="en-US"/>
              <a:t>Linear response in </a:t>
            </a:r>
            <a:r>
              <a:rPr lang="en-US">
                <a:solidFill>
                  <a:srgbClr val="0808C1"/>
                </a:solidFill>
              </a:rPr>
              <a:t>blue</a:t>
            </a:r>
          </a:p>
          <a:p>
            <a:pPr marL="285750" indent="-285750">
              <a:buFont typeface="Arial"/>
              <a:buChar char="•"/>
            </a:pPr>
            <a:r>
              <a:rPr lang="en-US"/>
              <a:t>Non-linear response in </a:t>
            </a:r>
            <a:r>
              <a:rPr lang="en-US">
                <a:solidFill>
                  <a:srgbClr val="FC01F9"/>
                </a:solidFill>
              </a:rPr>
              <a:t>magenta</a:t>
            </a:r>
          </a:p>
          <a:p>
            <a:pPr marL="285750" indent="-285750">
              <a:buFont typeface="Arial"/>
              <a:buChar char="•"/>
            </a:pPr>
            <a:r>
              <a:rPr lang="en-US"/>
              <a:t>Notable Results:</a:t>
            </a:r>
          </a:p>
          <a:p>
            <a:pPr marL="742950" lvl="1" indent="-285750">
              <a:buFont typeface="Arial"/>
              <a:buChar char="•"/>
            </a:pPr>
            <a:r>
              <a:rPr lang="en-US"/>
              <a:t>High fluctuations </a:t>
            </a:r>
          </a:p>
          <a:p>
            <a:pPr marL="742950" lvl="1" indent="-285750">
              <a:buFont typeface="Arial"/>
              <a:buChar char="•"/>
            </a:pPr>
            <a:r>
              <a:rPr lang="en-US"/>
              <a:t>High noise</a:t>
            </a:r>
          </a:p>
          <a:p>
            <a:pPr marL="742950" lvl="1" indent="-285750">
              <a:buFont typeface="Arial"/>
              <a:buChar char="•"/>
            </a:pPr>
            <a:r>
              <a:rPr lang="en-US"/>
              <a:t>Does return to trim state</a:t>
            </a:r>
          </a:p>
        </p:txBody>
      </p:sp>
    </p:spTree>
    <p:extLst>
      <p:ext uri="{BB962C8B-B14F-4D97-AF65-F5344CB8AC3E}">
        <p14:creationId xmlns:p14="http://schemas.microsoft.com/office/powerpoint/2010/main" val="110438457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A0C8F20-6802-44FD-C2C3-E4217CD2BE0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386B2A9-F002-7F33-AB54-59562C713487}"/>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A9DFA29C-7334-3709-76C3-51260665F8BE}"/>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2E85116A-B390-778D-7D3A-E4C9617DAD06}"/>
              </a:ext>
            </a:extLst>
          </p:cNvPr>
          <p:cNvSpPr txBox="1"/>
          <p:nvPr/>
        </p:nvSpPr>
        <p:spPr>
          <a:xfrm>
            <a:off x="1281748" y="365760"/>
            <a:ext cx="7680960" cy="658368"/>
          </a:xfrm>
          <a:prstGeom prst="rect">
            <a:avLst/>
          </a:prstGeom>
          <a:noFill/>
          <a:ln/>
        </p:spPr>
        <p:txBody>
          <a:bodyPr wrap="square" lIns="0" tIns="0" rIns="0" bIns="0" rtlCol="0" anchor="ctr"/>
          <a:lstStyle/>
          <a:p>
            <a:r>
              <a:rPr lang="en-US" sz="2800" b="1" kern="0" spc="100">
                <a:solidFill>
                  <a:srgbClr val="2B2A28"/>
                </a:solidFill>
                <a:latin typeface="Arial"/>
                <a:cs typeface="Arial"/>
              </a:rPr>
              <a:t>LQR why? </a:t>
            </a:r>
          </a:p>
        </p:txBody>
      </p:sp>
      <p:sp>
        <p:nvSpPr>
          <p:cNvPr id="5" name="Shape 2">
            <a:extLst>
              <a:ext uri="{FF2B5EF4-FFF2-40B4-BE49-F238E27FC236}">
                <a16:creationId xmlns:a16="http://schemas.microsoft.com/office/drawing/2014/main" id="{7C34A076-066C-F2AD-8C62-EACAB27E43D9}"/>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2003E87E-263A-A97F-D553-5636C3008DF8}"/>
              </a:ext>
            </a:extLst>
          </p:cNvPr>
          <p:cNvSpPr txBox="1"/>
          <p:nvPr/>
        </p:nvSpPr>
        <p:spPr>
          <a:xfrm>
            <a:off x="10361740" y="457200"/>
            <a:ext cx="1371600" cy="329184"/>
          </a:xfrm>
          <a:prstGeom prst="rect">
            <a:avLst/>
          </a:prstGeom>
          <a:noFill/>
          <a:ln/>
        </p:spPr>
        <p:txBody>
          <a:bodyPr wrap="square" lIns="0" tIns="0" rIns="0" bIns="0" rtlCol="0" anchor="ctr"/>
          <a:lstStyle/>
          <a:p>
            <a:pPr algn="ctr"/>
            <a:r>
              <a:rPr lang="en-US" sz="1000" b="1" kern="0" spc="100">
                <a:solidFill>
                  <a:srgbClr val="2B2A28"/>
                </a:solidFill>
                <a:latin typeface="Arial"/>
                <a:cs typeface="Arial"/>
              </a:rPr>
              <a:t>Trade Studies</a:t>
            </a:r>
          </a:p>
        </p:txBody>
      </p:sp>
      <p:sp>
        <p:nvSpPr>
          <p:cNvPr id="7" name="Shape 4">
            <a:extLst>
              <a:ext uri="{FF2B5EF4-FFF2-40B4-BE49-F238E27FC236}">
                <a16:creationId xmlns:a16="http://schemas.microsoft.com/office/drawing/2014/main" id="{BAB0B054-D496-A71D-25EE-9D9B532F25DF}"/>
              </a:ext>
            </a:extLst>
          </p:cNvPr>
          <p:cNvSpPr/>
          <p:nvPr/>
        </p:nvSpPr>
        <p:spPr>
          <a:xfrm>
            <a:off x="4421278" y="1513840"/>
            <a:ext cx="3341534" cy="4303394"/>
          </a:xfrm>
          <a:prstGeom prst="roundRect">
            <a:avLst>
              <a:gd name="adj" fmla="val 3077"/>
            </a:avLst>
          </a:prstGeom>
          <a:solidFill>
            <a:srgbClr val="FBF4E7"/>
          </a:solidFill>
          <a:ln w="12700">
            <a:solidFill>
              <a:srgbClr val="E4D7BC"/>
            </a:solidFill>
            <a:prstDash val="solid"/>
          </a:ln>
        </p:spPr>
        <p:txBody>
          <a:bodyPr/>
          <a:lstStyle/>
          <a:p>
            <a:endParaRPr lang="en-US" sz="1800"/>
          </a:p>
        </p:txBody>
      </p:sp>
      <p:sp>
        <p:nvSpPr>
          <p:cNvPr id="8" name="Shape 5">
            <a:extLst>
              <a:ext uri="{FF2B5EF4-FFF2-40B4-BE49-F238E27FC236}">
                <a16:creationId xmlns:a16="http://schemas.microsoft.com/office/drawing/2014/main" id="{484C5939-2333-083C-389D-7F9AFC0E1A9D}"/>
              </a:ext>
            </a:extLst>
          </p:cNvPr>
          <p:cNvSpPr/>
          <p:nvPr/>
        </p:nvSpPr>
        <p:spPr>
          <a:xfrm>
            <a:off x="4720908" y="1879600"/>
            <a:ext cx="457200" cy="54864"/>
          </a:xfrm>
          <a:prstGeom prst="rect">
            <a:avLst/>
          </a:prstGeom>
          <a:solidFill>
            <a:srgbClr val="2E9BC4"/>
          </a:solidFill>
          <a:ln/>
        </p:spPr>
        <p:txBody>
          <a:bodyPr/>
          <a:lstStyle/>
          <a:p>
            <a:endParaRPr lang="en-US" sz="1800"/>
          </a:p>
        </p:txBody>
      </p:sp>
      <p:sp>
        <p:nvSpPr>
          <p:cNvPr id="9" name="Text 6">
            <a:extLst>
              <a:ext uri="{FF2B5EF4-FFF2-40B4-BE49-F238E27FC236}">
                <a16:creationId xmlns:a16="http://schemas.microsoft.com/office/drawing/2014/main" id="{3AC0688C-DE24-2D1A-BADA-8F5D9061E28D}"/>
              </a:ext>
            </a:extLst>
          </p:cNvPr>
          <p:cNvSpPr txBox="1"/>
          <p:nvPr/>
        </p:nvSpPr>
        <p:spPr>
          <a:xfrm>
            <a:off x="4720908" y="2062480"/>
            <a:ext cx="2803144" cy="502920"/>
          </a:xfrm>
          <a:prstGeom prst="rect">
            <a:avLst/>
          </a:prstGeom>
          <a:noFill/>
          <a:ln/>
        </p:spPr>
        <p:txBody>
          <a:bodyPr wrap="square" lIns="0" tIns="0" rIns="0" bIns="0" rtlCol="0" anchor="ctr"/>
          <a:lstStyle/>
          <a:p>
            <a:r>
              <a:rPr lang="en-US" sz="1600" b="1">
                <a:solidFill>
                  <a:srgbClr val="2B2A28"/>
                </a:solidFill>
                <a:latin typeface="Arial"/>
                <a:ea typeface="Calibri"/>
                <a:cs typeface="Arial"/>
              </a:rPr>
              <a:t>Questions </a:t>
            </a:r>
            <a:endParaRPr lang="en-US" sz="1600"/>
          </a:p>
        </p:txBody>
      </p:sp>
      <p:sp>
        <p:nvSpPr>
          <p:cNvPr id="10" name="Text 7">
            <a:extLst>
              <a:ext uri="{FF2B5EF4-FFF2-40B4-BE49-F238E27FC236}">
                <a16:creationId xmlns:a16="http://schemas.microsoft.com/office/drawing/2014/main" id="{FC12D33F-0D7B-B6C3-7430-C39FF2FCF209}"/>
              </a:ext>
            </a:extLst>
          </p:cNvPr>
          <p:cNvSpPr txBox="1"/>
          <p:nvPr/>
        </p:nvSpPr>
        <p:spPr>
          <a:xfrm>
            <a:off x="4720908" y="2508250"/>
            <a:ext cx="2803144" cy="2041344"/>
          </a:xfrm>
          <a:prstGeom prst="rect">
            <a:avLst/>
          </a:prstGeom>
          <a:noFill/>
          <a:ln/>
        </p:spPr>
        <p:txBody>
          <a:bodyPr wrap="square" lIns="0" tIns="0" rIns="0" bIns="0" rtlCol="0" anchor="t"/>
          <a:lstStyle/>
          <a:p>
            <a:pPr marL="342900" indent="-342900">
              <a:lnSpc>
                <a:spcPct val="105000"/>
              </a:lnSpc>
              <a:spcAft>
                <a:spcPts val="600"/>
              </a:spcAft>
              <a:buSzPct val="100000"/>
              <a:buFont typeface="Arial"/>
              <a:buChar char="•"/>
            </a:pPr>
            <a:r>
              <a:rPr lang="en-US" sz="1400" i="1">
                <a:solidFill>
                  <a:srgbClr val="262626"/>
                </a:solidFill>
                <a:latin typeface="Arial"/>
                <a:ea typeface="Calibri"/>
                <a:cs typeface="Arial"/>
              </a:rPr>
              <a:t>Why would it be better to use an LQR over something like a CPID?</a:t>
            </a:r>
            <a:endParaRPr lang="en-US"/>
          </a:p>
          <a:p>
            <a:pPr marL="342900" indent="-342900">
              <a:lnSpc>
                <a:spcPct val="105000"/>
              </a:lnSpc>
              <a:spcAft>
                <a:spcPts val="600"/>
              </a:spcAft>
              <a:buSzPct val="100000"/>
              <a:buFont typeface="Arial"/>
              <a:buChar char="•"/>
            </a:pPr>
            <a:r>
              <a:rPr lang="en-US" sz="1400" i="1">
                <a:solidFill>
                  <a:srgbClr val="262626"/>
                </a:solidFill>
                <a:latin typeface="Arial"/>
                <a:ea typeface="Calibri"/>
                <a:cs typeface="Arial"/>
              </a:rPr>
              <a:t>What is the benefit of the LQR?</a:t>
            </a:r>
            <a:endParaRPr lang="en-US"/>
          </a:p>
          <a:p>
            <a:pPr marL="342900" indent="-342900">
              <a:lnSpc>
                <a:spcPct val="105000"/>
              </a:lnSpc>
              <a:spcAft>
                <a:spcPts val="600"/>
              </a:spcAft>
              <a:buSzPct val="100000"/>
              <a:buFont typeface="Arial"/>
              <a:buChar char="•"/>
            </a:pPr>
            <a:r>
              <a:rPr lang="en-US" sz="1400" i="1">
                <a:solidFill>
                  <a:srgbClr val="262626"/>
                </a:solidFill>
                <a:latin typeface="Arial"/>
                <a:ea typeface="Calibri"/>
                <a:cs typeface="Arial"/>
              </a:rPr>
              <a:t>What would the implementation look like for the LQR?</a:t>
            </a:r>
            <a:endParaRPr lang="en-US"/>
          </a:p>
        </p:txBody>
      </p:sp>
      <p:sp>
        <p:nvSpPr>
          <p:cNvPr id="11" name="Shape 8">
            <a:extLst>
              <a:ext uri="{FF2B5EF4-FFF2-40B4-BE49-F238E27FC236}">
                <a16:creationId xmlns:a16="http://schemas.microsoft.com/office/drawing/2014/main" id="{E7FD1B4E-B4F2-CA03-CB23-D04993CA8472}"/>
              </a:ext>
            </a:extLst>
          </p:cNvPr>
          <p:cNvSpPr/>
          <p:nvPr/>
        </p:nvSpPr>
        <p:spPr>
          <a:xfrm>
            <a:off x="7944676" y="1513840"/>
            <a:ext cx="3785307" cy="4303395"/>
          </a:xfrm>
          <a:prstGeom prst="roundRect">
            <a:avLst>
              <a:gd name="adj" fmla="val 3077"/>
            </a:avLst>
          </a:prstGeom>
          <a:solidFill>
            <a:srgbClr val="FBF4E7"/>
          </a:solidFill>
          <a:ln w="12700">
            <a:solidFill>
              <a:srgbClr val="E4D7BC"/>
            </a:solidFill>
            <a:prstDash val="solid"/>
          </a:ln>
        </p:spPr>
        <p:txBody>
          <a:bodyPr/>
          <a:lstStyle/>
          <a:p>
            <a:endParaRPr lang="en-US" sz="1800"/>
          </a:p>
        </p:txBody>
      </p:sp>
      <p:sp>
        <p:nvSpPr>
          <p:cNvPr id="12" name="Shape 9">
            <a:extLst>
              <a:ext uri="{FF2B5EF4-FFF2-40B4-BE49-F238E27FC236}">
                <a16:creationId xmlns:a16="http://schemas.microsoft.com/office/drawing/2014/main" id="{65CAC514-3E1F-0E24-CB99-75CBFC81CBB6}"/>
              </a:ext>
            </a:extLst>
          </p:cNvPr>
          <p:cNvSpPr/>
          <p:nvPr/>
        </p:nvSpPr>
        <p:spPr>
          <a:xfrm>
            <a:off x="8264716" y="1869440"/>
            <a:ext cx="457200" cy="54864"/>
          </a:xfrm>
          <a:prstGeom prst="rect">
            <a:avLst/>
          </a:prstGeom>
          <a:solidFill>
            <a:srgbClr val="C6890F"/>
          </a:solidFill>
          <a:ln/>
        </p:spPr>
        <p:txBody>
          <a:bodyPr/>
          <a:lstStyle/>
          <a:p>
            <a:endParaRPr lang="en-US" sz="1800"/>
          </a:p>
        </p:txBody>
      </p:sp>
      <p:sp>
        <p:nvSpPr>
          <p:cNvPr id="13" name="Text 10">
            <a:extLst>
              <a:ext uri="{FF2B5EF4-FFF2-40B4-BE49-F238E27FC236}">
                <a16:creationId xmlns:a16="http://schemas.microsoft.com/office/drawing/2014/main" id="{72A3903B-F32E-83D2-698E-BF61AF02A4BB}"/>
              </a:ext>
            </a:extLst>
          </p:cNvPr>
          <p:cNvSpPr txBox="1"/>
          <p:nvPr/>
        </p:nvSpPr>
        <p:spPr>
          <a:xfrm>
            <a:off x="8264716" y="1966056"/>
            <a:ext cx="3128264" cy="474166"/>
          </a:xfrm>
          <a:prstGeom prst="rect">
            <a:avLst/>
          </a:prstGeom>
          <a:noFill/>
          <a:ln/>
        </p:spPr>
        <p:txBody>
          <a:bodyPr wrap="square" lIns="0" tIns="0" rIns="0" bIns="0" rtlCol="0" anchor="ctr"/>
          <a:lstStyle/>
          <a:p>
            <a:pPr marL="0" indent="0">
              <a:buNone/>
            </a:pPr>
            <a:r>
              <a:rPr lang="en-US" sz="1600" b="1">
                <a:solidFill>
                  <a:srgbClr val="2B2A28"/>
                </a:solidFill>
                <a:latin typeface="Arial"/>
                <a:ea typeface="Calibri"/>
                <a:cs typeface="Arial"/>
              </a:rPr>
              <a:t>Answers</a:t>
            </a:r>
            <a:endParaRPr lang="en-US"/>
          </a:p>
        </p:txBody>
      </p:sp>
      <p:sp>
        <p:nvSpPr>
          <p:cNvPr id="14" name="Text 11">
            <a:extLst>
              <a:ext uri="{FF2B5EF4-FFF2-40B4-BE49-F238E27FC236}">
                <a16:creationId xmlns:a16="http://schemas.microsoft.com/office/drawing/2014/main" id="{FED9AC5B-3BA1-FA09-ADE1-E10DEEA2029B}"/>
              </a:ext>
            </a:extLst>
          </p:cNvPr>
          <p:cNvSpPr txBox="1"/>
          <p:nvPr/>
        </p:nvSpPr>
        <p:spPr>
          <a:xfrm>
            <a:off x="8264716" y="2411826"/>
            <a:ext cx="3128264" cy="2012590"/>
          </a:xfrm>
          <a:prstGeom prst="rect">
            <a:avLst/>
          </a:prstGeom>
          <a:noFill/>
          <a:ln/>
        </p:spPr>
        <p:txBody>
          <a:bodyPr wrap="square" lIns="0" tIns="0" rIns="0" bIns="0" rtlCol="0" anchor="t"/>
          <a:lstStyle/>
          <a:p>
            <a:pPr marL="342900" indent="-342900">
              <a:lnSpc>
                <a:spcPct val="105000"/>
              </a:lnSpc>
              <a:spcAft>
                <a:spcPts val="600"/>
              </a:spcAft>
              <a:buSzPct val="100000"/>
              <a:buFont typeface="Arial"/>
              <a:buChar char="•"/>
            </a:pPr>
            <a:r>
              <a:rPr lang="en-US" sz="1400" i="1">
                <a:solidFill>
                  <a:srgbClr val="262626"/>
                </a:solidFill>
                <a:latin typeface="Arial"/>
                <a:ea typeface="Calibri"/>
                <a:cs typeface="Arial"/>
              </a:rPr>
              <a:t>An LAQR tunes its gains on the go giving better responses to perturbations in our state.</a:t>
            </a:r>
          </a:p>
          <a:p>
            <a:pPr marL="342900" indent="-342900">
              <a:lnSpc>
                <a:spcPct val="105000"/>
              </a:lnSpc>
              <a:spcAft>
                <a:spcPts val="600"/>
              </a:spcAft>
              <a:buSzPct val="100000"/>
              <a:buFont typeface="Arial"/>
              <a:buChar char="•"/>
            </a:pPr>
            <a:r>
              <a:rPr lang="en-US" sz="1400" i="1">
                <a:solidFill>
                  <a:srgbClr val="262626"/>
                </a:solidFill>
                <a:latin typeface="Arial"/>
                <a:ea typeface="Calibri"/>
                <a:cs typeface="Arial"/>
              </a:rPr>
              <a:t>The benefit of using an LQR is that it would go easier in implementation of our code, it goes well with things like a EKF, it also just works better than a CPID.</a:t>
            </a:r>
          </a:p>
          <a:p>
            <a:pPr marL="342900" indent="-342900">
              <a:lnSpc>
                <a:spcPct val="105000"/>
              </a:lnSpc>
              <a:spcAft>
                <a:spcPts val="600"/>
              </a:spcAft>
              <a:buSzPct val="100000"/>
              <a:buChar char="•"/>
            </a:pPr>
            <a:r>
              <a:rPr lang="en-US" sz="1400" i="1">
                <a:solidFill>
                  <a:srgbClr val="262626"/>
                </a:solidFill>
                <a:latin typeface="Arial"/>
                <a:ea typeface="Calibri"/>
                <a:cs typeface="Arial"/>
              </a:rPr>
              <a:t>The implementation of an LQR would be very nice, we are assuming that we are going to want to build an EKF and then we could have a LQG be our  state estimator.</a:t>
            </a:r>
          </a:p>
        </p:txBody>
      </p:sp>
      <p:sp>
        <p:nvSpPr>
          <p:cNvPr id="16" name="Text 13">
            <a:extLst>
              <a:ext uri="{FF2B5EF4-FFF2-40B4-BE49-F238E27FC236}">
                <a16:creationId xmlns:a16="http://schemas.microsoft.com/office/drawing/2014/main" id="{563D2DCC-B27D-9DAD-BFED-E8D727E8410C}"/>
              </a:ext>
            </a:extLst>
          </p:cNvPr>
          <p:cNvSpPr txBox="1"/>
          <p:nvPr/>
        </p:nvSpPr>
        <p:spPr>
          <a:xfrm>
            <a:off x="11367580" y="6492240"/>
            <a:ext cx="365760" cy="274320"/>
          </a:xfrm>
          <a:prstGeom prst="rect">
            <a:avLst/>
          </a:prstGeom>
          <a:noFill/>
          <a:ln/>
        </p:spPr>
        <p:txBody>
          <a:bodyPr wrap="square" lIns="0" tIns="0" rIns="0" bIns="0" rtlCol="0" anchor="ctr"/>
          <a:lstStyle/>
          <a:p>
            <a:pPr marL="0" indent="0" algn="r">
              <a:buNone/>
            </a:pPr>
            <a:r>
              <a:rPr lang="en-US" sz="900">
                <a:solidFill>
                  <a:srgbClr val="8A857C"/>
                </a:solidFill>
                <a:latin typeface="Arial" pitchFamily="34" charset="0"/>
                <a:ea typeface="Arial" pitchFamily="34" charset="-122"/>
                <a:cs typeface="Arial" pitchFamily="34" charset="-120"/>
              </a:rPr>
              <a:t>5</a:t>
            </a:r>
            <a:endParaRPr lang="en-US" sz="900"/>
          </a:p>
        </p:txBody>
      </p:sp>
      <p:sp>
        <p:nvSpPr>
          <p:cNvPr id="15" name="Shape 8">
            <a:extLst>
              <a:ext uri="{FF2B5EF4-FFF2-40B4-BE49-F238E27FC236}">
                <a16:creationId xmlns:a16="http://schemas.microsoft.com/office/drawing/2014/main" id="{CAAE8356-50B7-E0AC-382C-C1F352A70B28}"/>
              </a:ext>
            </a:extLst>
          </p:cNvPr>
          <p:cNvSpPr/>
          <p:nvPr/>
        </p:nvSpPr>
        <p:spPr>
          <a:xfrm>
            <a:off x="456756" y="1513840"/>
            <a:ext cx="3778504" cy="4303395"/>
          </a:xfrm>
          <a:prstGeom prst="roundRect">
            <a:avLst>
              <a:gd name="adj" fmla="val 3077"/>
            </a:avLst>
          </a:prstGeom>
          <a:solidFill>
            <a:srgbClr val="FBF4E7"/>
          </a:solidFill>
          <a:ln w="12700">
            <a:solidFill>
              <a:srgbClr val="E4D7BC"/>
            </a:solidFill>
            <a:prstDash val="solid"/>
          </a:ln>
        </p:spPr>
        <p:txBody>
          <a:bodyPr/>
          <a:lstStyle/>
          <a:p>
            <a:endParaRPr lang="en-US" sz="1800"/>
          </a:p>
        </p:txBody>
      </p:sp>
      <p:sp>
        <p:nvSpPr>
          <p:cNvPr id="17" name="Text 6">
            <a:extLst>
              <a:ext uri="{FF2B5EF4-FFF2-40B4-BE49-F238E27FC236}">
                <a16:creationId xmlns:a16="http://schemas.microsoft.com/office/drawing/2014/main" id="{DCE45622-A419-7F58-0BE4-818467966EF7}"/>
              </a:ext>
            </a:extLst>
          </p:cNvPr>
          <p:cNvSpPr txBox="1"/>
          <p:nvPr/>
        </p:nvSpPr>
        <p:spPr>
          <a:xfrm>
            <a:off x="941388" y="1577158"/>
            <a:ext cx="2803144" cy="502920"/>
          </a:xfrm>
          <a:prstGeom prst="rect">
            <a:avLst/>
          </a:prstGeom>
          <a:noFill/>
          <a:ln/>
        </p:spPr>
        <p:txBody>
          <a:bodyPr wrap="square" lIns="0" tIns="0" rIns="0" bIns="0" rtlCol="0" anchor="ctr"/>
          <a:lstStyle/>
          <a:p>
            <a:r>
              <a:rPr lang="en-US" sz="1600" b="1">
                <a:solidFill>
                  <a:srgbClr val="2B2A28"/>
                </a:solidFill>
                <a:latin typeface="Arial"/>
                <a:ea typeface="Calibri"/>
                <a:cs typeface="Arial"/>
              </a:rPr>
              <a:t>How it works?</a:t>
            </a:r>
            <a:endParaRPr lang="en-US" sz="1600"/>
          </a:p>
        </p:txBody>
      </p:sp>
      <p:sp>
        <p:nvSpPr>
          <p:cNvPr id="18" name="Text 7">
            <a:extLst>
              <a:ext uri="{FF2B5EF4-FFF2-40B4-BE49-F238E27FC236}">
                <a16:creationId xmlns:a16="http://schemas.microsoft.com/office/drawing/2014/main" id="{7875B090-B96A-F5B0-DCBF-3CAA9787B8CB}"/>
              </a:ext>
            </a:extLst>
          </p:cNvPr>
          <p:cNvSpPr txBox="1"/>
          <p:nvPr/>
        </p:nvSpPr>
        <p:spPr>
          <a:xfrm>
            <a:off x="629241" y="2085159"/>
            <a:ext cx="3327017" cy="1769200"/>
          </a:xfrm>
          <a:prstGeom prst="rect">
            <a:avLst/>
          </a:prstGeom>
          <a:noFill/>
          <a:ln/>
        </p:spPr>
        <p:txBody>
          <a:bodyPr wrap="square" lIns="0" tIns="0" rIns="0" bIns="0" rtlCol="0" anchor="t"/>
          <a:lstStyle/>
          <a:p>
            <a:pPr marL="171450" indent="-171450">
              <a:lnSpc>
                <a:spcPct val="105000"/>
              </a:lnSpc>
              <a:spcAft>
                <a:spcPts val="600"/>
              </a:spcAft>
              <a:buSzPct val="100000"/>
              <a:buFont typeface="Arial"/>
              <a:buChar char="•"/>
            </a:pPr>
            <a:r>
              <a:rPr lang="en-US" sz="1400" i="1">
                <a:solidFill>
                  <a:srgbClr val="262626"/>
                </a:solidFill>
                <a:latin typeface="Arial"/>
                <a:ea typeface="Calibri"/>
                <a:cs typeface="Arial"/>
              </a:rPr>
              <a:t>Linearized 6-DOF quadrotor EOMs around a trim state operating point.</a:t>
            </a:r>
            <a:endParaRPr lang="en-US" sz="1400">
              <a:solidFill>
                <a:srgbClr val="000000"/>
              </a:solidFill>
              <a:latin typeface="Aptos" panose="02110004020202020204"/>
              <a:ea typeface="Calibri"/>
              <a:cs typeface="Arial"/>
            </a:endParaRPr>
          </a:p>
          <a:p>
            <a:pPr marL="171450" indent="-171450">
              <a:lnSpc>
                <a:spcPct val="105000"/>
              </a:lnSpc>
              <a:spcAft>
                <a:spcPts val="600"/>
              </a:spcAft>
              <a:buFont typeface="Arial"/>
              <a:buChar char="•"/>
            </a:pPr>
            <a:r>
              <a:rPr lang="en-US" sz="1400" i="1">
                <a:solidFill>
                  <a:srgbClr val="262626"/>
                </a:solidFill>
                <a:latin typeface="Arial"/>
                <a:ea typeface="Calibri"/>
                <a:cs typeface="Arial"/>
              </a:rPr>
              <a:t>Computes and optimizes full state feedback gain matrix K by minimizing error and control effort.</a:t>
            </a:r>
          </a:p>
          <a:p>
            <a:pPr marL="171450" indent="-171450">
              <a:lnSpc>
                <a:spcPct val="105000"/>
              </a:lnSpc>
              <a:spcAft>
                <a:spcPts val="600"/>
              </a:spcAft>
              <a:buFont typeface="Arial"/>
              <a:buChar char="•"/>
            </a:pPr>
            <a:r>
              <a:rPr lang="en-US" sz="1400" i="1">
                <a:solidFill>
                  <a:srgbClr val="262626"/>
                </a:solidFill>
                <a:latin typeface="Arial"/>
                <a:ea typeface="Calibri"/>
                <a:cs typeface="Arial"/>
              </a:rPr>
              <a:t>multi-variable control by calculating thrust and body torques in one loop. </a:t>
            </a:r>
          </a:p>
          <a:p>
            <a:pPr>
              <a:lnSpc>
                <a:spcPct val="105000"/>
              </a:lnSpc>
              <a:spcAft>
                <a:spcPts val="600"/>
              </a:spcAft>
            </a:pPr>
            <a:endParaRPr lang="en-US" sz="1400" i="1">
              <a:solidFill>
                <a:srgbClr val="262626"/>
              </a:solidFill>
              <a:latin typeface="Arial"/>
              <a:ea typeface="Calibri"/>
              <a:cs typeface="Arial"/>
            </a:endParaRPr>
          </a:p>
        </p:txBody>
      </p:sp>
      <p:pic>
        <p:nvPicPr>
          <p:cNvPr id="19" name="Picture 18" descr="Block diagram of an LQR controller. | Download Scientific Diagram">
            <a:extLst>
              <a:ext uri="{FF2B5EF4-FFF2-40B4-BE49-F238E27FC236}">
                <a16:creationId xmlns:a16="http://schemas.microsoft.com/office/drawing/2014/main" id="{740B7F1D-19C7-1CC7-CABE-28C38F227649}"/>
              </a:ext>
            </a:extLst>
          </p:cNvPr>
          <p:cNvPicPr>
            <a:picLocks noChangeAspect="1"/>
          </p:cNvPicPr>
          <p:nvPr/>
        </p:nvPicPr>
        <p:blipFill>
          <a:blip r:embed="rId4"/>
          <a:srcRect l="22802" t="33758" r="109" b="-235"/>
          <a:stretch>
            <a:fillRect/>
          </a:stretch>
        </p:blipFill>
        <p:spPr>
          <a:xfrm>
            <a:off x="635136" y="4045889"/>
            <a:ext cx="3422090" cy="1353419"/>
          </a:xfrm>
          <a:prstGeom prst="rect">
            <a:avLst/>
          </a:prstGeom>
        </p:spPr>
      </p:pic>
      <p:sp>
        <p:nvSpPr>
          <p:cNvPr id="20" name="TextBox 19">
            <a:extLst>
              <a:ext uri="{FF2B5EF4-FFF2-40B4-BE49-F238E27FC236}">
                <a16:creationId xmlns:a16="http://schemas.microsoft.com/office/drawing/2014/main" id="{2CA06856-11EB-AE6E-4EE9-F0092CC736CD}"/>
              </a:ext>
            </a:extLst>
          </p:cNvPr>
          <p:cNvSpPr txBox="1"/>
          <p:nvPr/>
        </p:nvSpPr>
        <p:spPr>
          <a:xfrm>
            <a:off x="459539" y="5387830"/>
            <a:ext cx="397149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000">
                <a:ea typeface="+mn-lt"/>
                <a:cs typeface="+mn-lt"/>
              </a:rPr>
              <a:t>https://www.researchgate.net/figure/Block-diagram-of-an-LQR-controller_fig1_379427756</a:t>
            </a:r>
            <a:endParaRPr lang="en-US" sz="1000"/>
          </a:p>
        </p:txBody>
      </p:sp>
    </p:spTree>
    <p:extLst>
      <p:ext uri="{BB962C8B-B14F-4D97-AF65-F5344CB8AC3E}">
        <p14:creationId xmlns:p14="http://schemas.microsoft.com/office/powerpoint/2010/main" val="281154101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BD64A-213F-7011-02B4-AB4875A590E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ACFA520-47E3-BE0E-EC2D-6E7B99100D24}"/>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AFF98C8C-3CD9-660D-DE88-F0710BE6D5F0}"/>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7753ED7A-B2DF-499A-340E-DBBCC3B7488C}"/>
              </a:ext>
            </a:extLst>
          </p:cNvPr>
          <p:cNvSpPr txBox="1"/>
          <p:nvPr/>
        </p:nvSpPr>
        <p:spPr>
          <a:xfrm>
            <a:off x="1281749" y="368854"/>
            <a:ext cx="9094965" cy="627956"/>
          </a:xfrm>
          <a:prstGeom prst="rect">
            <a:avLst/>
          </a:prstGeom>
          <a:noFill/>
          <a:ln/>
        </p:spPr>
        <p:txBody>
          <a:bodyPr wrap="square" lIns="0" tIns="0" rIns="0" bIns="0" rtlCol="0" anchor="ctr"/>
          <a:lstStyle/>
          <a:p>
            <a:r>
              <a:rPr lang="en-US" sz="2800" b="1" kern="0" spc="100">
                <a:solidFill>
                  <a:srgbClr val="2B2A28"/>
                </a:solidFill>
                <a:latin typeface="Arial"/>
                <a:cs typeface="Arial"/>
              </a:rPr>
              <a:t>Controls Design Matrix Scores Rationale</a:t>
            </a:r>
            <a:endParaRPr lang="en-US"/>
          </a:p>
        </p:txBody>
      </p:sp>
      <p:sp>
        <p:nvSpPr>
          <p:cNvPr id="5" name="Shape 2">
            <a:extLst>
              <a:ext uri="{FF2B5EF4-FFF2-40B4-BE49-F238E27FC236}">
                <a16:creationId xmlns:a16="http://schemas.microsoft.com/office/drawing/2014/main" id="{46E36ADD-1F7C-5BA7-1330-06B6D596B1F5}"/>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828C2116-D40A-EA7A-4F7A-3565605BF5C8}"/>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pic>
        <p:nvPicPr>
          <p:cNvPr id="7" name="Picture 6">
            <a:extLst>
              <a:ext uri="{FF2B5EF4-FFF2-40B4-BE49-F238E27FC236}">
                <a16:creationId xmlns:a16="http://schemas.microsoft.com/office/drawing/2014/main" id="{C5C4E05F-57C3-B50B-121A-38AA7A87CE05}"/>
              </a:ext>
            </a:extLst>
          </p:cNvPr>
          <p:cNvPicPr>
            <a:picLocks noChangeAspect="1"/>
          </p:cNvPicPr>
          <p:nvPr/>
        </p:nvPicPr>
        <p:blipFill>
          <a:blip r:embed="rId4"/>
          <a:srcRect l="4485" t="7023" r="15426" b="-519"/>
          <a:stretch>
            <a:fillRect/>
          </a:stretch>
        </p:blipFill>
        <p:spPr>
          <a:xfrm>
            <a:off x="274184" y="1729906"/>
            <a:ext cx="3167656" cy="2917810"/>
          </a:xfrm>
          <a:prstGeom prst="rect">
            <a:avLst/>
          </a:prstGeom>
        </p:spPr>
      </p:pic>
      <p:pic>
        <p:nvPicPr>
          <p:cNvPr id="8" name="Picture 7">
            <a:extLst>
              <a:ext uri="{FF2B5EF4-FFF2-40B4-BE49-F238E27FC236}">
                <a16:creationId xmlns:a16="http://schemas.microsoft.com/office/drawing/2014/main" id="{B08B0AAE-BD00-F690-FC08-CF948FC08992}"/>
              </a:ext>
            </a:extLst>
          </p:cNvPr>
          <p:cNvPicPr>
            <a:picLocks noChangeAspect="1"/>
          </p:cNvPicPr>
          <p:nvPr/>
        </p:nvPicPr>
        <p:blipFill>
          <a:blip r:embed="rId5"/>
          <a:srcRect t="759" r="-212" b="28924"/>
          <a:stretch>
            <a:fillRect/>
          </a:stretch>
        </p:blipFill>
        <p:spPr>
          <a:xfrm>
            <a:off x="9494616" y="1734984"/>
            <a:ext cx="2582650" cy="2920751"/>
          </a:xfrm>
          <a:prstGeom prst="rect">
            <a:avLst/>
          </a:prstGeom>
        </p:spPr>
      </p:pic>
      <p:pic>
        <p:nvPicPr>
          <p:cNvPr id="11" name="Picture 10">
            <a:extLst>
              <a:ext uri="{FF2B5EF4-FFF2-40B4-BE49-F238E27FC236}">
                <a16:creationId xmlns:a16="http://schemas.microsoft.com/office/drawing/2014/main" id="{6CFA34F4-FF2B-B30D-B6E6-6EAD66E8B655}"/>
              </a:ext>
            </a:extLst>
          </p:cNvPr>
          <p:cNvPicPr>
            <a:picLocks noChangeAspect="1"/>
          </p:cNvPicPr>
          <p:nvPr/>
        </p:nvPicPr>
        <p:blipFill>
          <a:blip r:embed="rId6"/>
          <a:srcRect l="5383" t="5814" r="15848" b="226"/>
          <a:stretch>
            <a:fillRect/>
          </a:stretch>
        </p:blipFill>
        <p:spPr>
          <a:xfrm>
            <a:off x="6359745" y="1719468"/>
            <a:ext cx="3129340" cy="2919349"/>
          </a:xfrm>
          <a:prstGeom prst="rect">
            <a:avLst/>
          </a:prstGeom>
        </p:spPr>
      </p:pic>
      <p:pic>
        <p:nvPicPr>
          <p:cNvPr id="13" name="Picture 12">
            <a:extLst>
              <a:ext uri="{FF2B5EF4-FFF2-40B4-BE49-F238E27FC236}">
                <a16:creationId xmlns:a16="http://schemas.microsoft.com/office/drawing/2014/main" id="{6A0A2D5F-876D-4ADF-DA1B-5BF3C32C9020}"/>
              </a:ext>
            </a:extLst>
          </p:cNvPr>
          <p:cNvPicPr>
            <a:picLocks noChangeAspect="1"/>
          </p:cNvPicPr>
          <p:nvPr/>
        </p:nvPicPr>
        <p:blipFill>
          <a:blip r:embed="rId7"/>
          <a:srcRect l="8324" t="6838" r="17723" b="-149"/>
          <a:stretch>
            <a:fillRect/>
          </a:stretch>
        </p:blipFill>
        <p:spPr>
          <a:xfrm>
            <a:off x="3447444" y="1729906"/>
            <a:ext cx="2913761" cy="2910986"/>
          </a:xfrm>
          <a:prstGeom prst="rect">
            <a:avLst/>
          </a:prstGeom>
        </p:spPr>
      </p:pic>
      <p:sp>
        <p:nvSpPr>
          <p:cNvPr id="14" name="TextBox 13">
            <a:extLst>
              <a:ext uri="{FF2B5EF4-FFF2-40B4-BE49-F238E27FC236}">
                <a16:creationId xmlns:a16="http://schemas.microsoft.com/office/drawing/2014/main" id="{A9DFB5ED-3B82-4141-5F0A-C3A728EF3E3D}"/>
              </a:ext>
            </a:extLst>
          </p:cNvPr>
          <p:cNvSpPr txBox="1"/>
          <p:nvPr/>
        </p:nvSpPr>
        <p:spPr>
          <a:xfrm>
            <a:off x="365342" y="4655506"/>
            <a:ext cx="2974931" cy="21236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200" b="1">
                <a:ea typeface="+mn-lt"/>
                <a:cs typeface="+mn-lt"/>
              </a:rPr>
              <a:t>CPID (4/4):</a:t>
            </a:r>
            <a:r>
              <a:rPr lang="en-US" sz="1200">
                <a:ea typeface="+mn-lt"/>
                <a:cs typeface="+mn-lt"/>
              </a:rPr>
              <a:t> Inner rate loop isolates wind gusts and downwash turbulence before position drift accumulates.</a:t>
            </a:r>
            <a:endParaRPr lang="en-US" sz="1200"/>
          </a:p>
          <a:p>
            <a:pPr marL="285750" indent="-285750">
              <a:buFont typeface="Arial"/>
              <a:buChar char="•"/>
            </a:pPr>
            <a:r>
              <a:rPr lang="en-US" sz="1200" b="1">
                <a:ea typeface="+mn-lt"/>
                <a:cs typeface="+mn-lt"/>
              </a:rPr>
              <a:t>LQR (3/4):</a:t>
            </a:r>
            <a:r>
              <a:rPr lang="en-US" sz="1200">
                <a:ea typeface="+mn-lt"/>
                <a:cs typeface="+mn-lt"/>
              </a:rPr>
              <a:t> Multi-variable control stabilizes hover. </a:t>
            </a:r>
            <a:r>
              <a:rPr lang="en-US" sz="1200" err="1">
                <a:ea typeface="+mn-lt"/>
                <a:cs typeface="+mn-lt"/>
              </a:rPr>
              <a:t>Ttracking</a:t>
            </a:r>
            <a:r>
              <a:rPr lang="en-US" sz="1200">
                <a:ea typeface="+mn-lt"/>
                <a:cs typeface="+mn-lt"/>
              </a:rPr>
              <a:t> degrades when disturbances push the drone past linear bounds.</a:t>
            </a:r>
          </a:p>
          <a:p>
            <a:pPr marL="285750" indent="-285750">
              <a:buFont typeface="Arial"/>
              <a:buChar char="•"/>
            </a:pPr>
            <a:r>
              <a:rPr lang="en-US" sz="1200" b="1">
                <a:ea typeface="+mn-lt"/>
                <a:cs typeface="+mn-lt"/>
              </a:rPr>
              <a:t>PD/PID (1–2/4):</a:t>
            </a:r>
            <a:r>
              <a:rPr lang="en-US" sz="1200">
                <a:ea typeface="+mn-lt"/>
                <a:cs typeface="+mn-lt"/>
              </a:rPr>
              <a:t> Single-loop architectures saturate under heavy turbulence, leading to high steady-state error and mission failure.</a:t>
            </a:r>
            <a:endParaRPr lang="en-US" sz="1200"/>
          </a:p>
        </p:txBody>
      </p:sp>
      <p:sp>
        <p:nvSpPr>
          <p:cNvPr id="15" name="TextBox 14">
            <a:extLst>
              <a:ext uri="{FF2B5EF4-FFF2-40B4-BE49-F238E27FC236}">
                <a16:creationId xmlns:a16="http://schemas.microsoft.com/office/drawing/2014/main" id="{ADDBB48B-0D84-CEE4-F4AA-9B79708C459C}"/>
              </a:ext>
            </a:extLst>
          </p:cNvPr>
          <p:cNvSpPr txBox="1"/>
          <p:nvPr/>
        </p:nvSpPr>
        <p:spPr>
          <a:xfrm>
            <a:off x="313151" y="1080370"/>
            <a:ext cx="313150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1200" b="1" baseline="0">
                <a:solidFill>
                  <a:srgbClr val="000000"/>
                </a:solidFill>
                <a:latin typeface="Aptos"/>
                <a:ea typeface="Segoe UI"/>
                <a:cs typeface="Segoe UI"/>
              </a:rPr>
              <a:t>Bouabdallah et al. (2004)</a:t>
            </a:r>
            <a:endParaRPr lang="en-US" sz="1200">
              <a:latin typeface="Aptos"/>
              <a:ea typeface="Segoe UI"/>
              <a:cs typeface="Segoe UI"/>
            </a:endParaRPr>
          </a:p>
          <a:p>
            <a:r>
              <a:rPr lang="en-US" sz="1200" i="1" baseline="0">
                <a:solidFill>
                  <a:srgbClr val="000000"/>
                </a:solidFill>
                <a:latin typeface="Aptos"/>
                <a:ea typeface="Segoe UI"/>
                <a:cs typeface="Segoe UI"/>
              </a:rPr>
              <a:t>Mission Completion Reliability (35%) </a:t>
            </a:r>
            <a:endParaRPr lang="en-US" sz="1200" i="1">
              <a:solidFill>
                <a:srgbClr val="000000"/>
              </a:solidFill>
              <a:latin typeface="Aptos"/>
              <a:ea typeface="Segoe UI"/>
              <a:cs typeface="Segoe UI"/>
            </a:endParaRPr>
          </a:p>
          <a:p>
            <a:r>
              <a:rPr lang="en-US" sz="1200" i="1" baseline="0">
                <a:solidFill>
                  <a:srgbClr val="000000"/>
                </a:solidFill>
                <a:latin typeface="Aptos"/>
                <a:ea typeface="Segoe UI"/>
                <a:cs typeface="Segoe UI"/>
              </a:rPr>
              <a:t>Major Disturbance Handling (20%)</a:t>
            </a:r>
            <a:r>
              <a:rPr lang="en-US" sz="1200">
                <a:latin typeface="Aptos"/>
                <a:ea typeface="Segoe UI"/>
                <a:cs typeface="Segoe UI"/>
              </a:rPr>
              <a:t>​</a:t>
            </a:r>
            <a:endParaRPr lang="en-US"/>
          </a:p>
        </p:txBody>
      </p:sp>
      <p:sp>
        <p:nvSpPr>
          <p:cNvPr id="16" name="TextBox 15">
            <a:extLst>
              <a:ext uri="{FF2B5EF4-FFF2-40B4-BE49-F238E27FC236}">
                <a16:creationId xmlns:a16="http://schemas.microsoft.com/office/drawing/2014/main" id="{3D4032BB-D7E6-742A-3A2F-13CE39979502}"/>
              </a:ext>
            </a:extLst>
          </p:cNvPr>
          <p:cNvSpPr txBox="1"/>
          <p:nvPr/>
        </p:nvSpPr>
        <p:spPr>
          <a:xfrm>
            <a:off x="3340273" y="1069931"/>
            <a:ext cx="313150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t>Hoffmann et al. (2007) </a:t>
            </a:r>
            <a:endParaRPr lang="en-US" sz="1200" b="1" i="1"/>
          </a:p>
          <a:p>
            <a:r>
              <a:rPr lang="en-US" sz="1200" i="1">
                <a:solidFill>
                  <a:srgbClr val="000000"/>
                </a:solidFill>
                <a:ea typeface="+mn-lt"/>
                <a:cs typeface="+mn-lt"/>
              </a:rPr>
              <a:t>Computational Efficiency </a:t>
            </a:r>
            <a:r>
              <a:rPr lang="en-US" sz="1200" i="1" baseline="0">
                <a:solidFill>
                  <a:srgbClr val="000000"/>
                </a:solidFill>
                <a:ea typeface="+mn-lt"/>
                <a:cs typeface="+mn-lt"/>
              </a:rPr>
              <a:t>(</a:t>
            </a:r>
            <a:r>
              <a:rPr lang="en-US" sz="1200" i="1">
                <a:solidFill>
                  <a:srgbClr val="000000"/>
                </a:solidFill>
                <a:ea typeface="+mn-lt"/>
                <a:cs typeface="+mn-lt"/>
              </a:rPr>
              <a:t>15</a:t>
            </a:r>
            <a:r>
              <a:rPr lang="en-US" sz="1200" i="1" baseline="0">
                <a:solidFill>
                  <a:srgbClr val="000000"/>
                </a:solidFill>
                <a:ea typeface="+mn-lt"/>
                <a:cs typeface="+mn-lt"/>
              </a:rPr>
              <a:t>%)</a:t>
            </a:r>
            <a:endParaRPr lang="en-US" sz="1200">
              <a:solidFill>
                <a:srgbClr val="000000"/>
              </a:solidFill>
              <a:ea typeface="+mn-lt"/>
              <a:cs typeface="+mn-lt"/>
            </a:endParaRPr>
          </a:p>
          <a:p>
            <a:r>
              <a:rPr lang="en-US" sz="1200" i="1">
                <a:solidFill>
                  <a:srgbClr val="000000"/>
                </a:solidFill>
                <a:ea typeface="+mn-lt"/>
                <a:cs typeface="+mn-lt"/>
              </a:rPr>
              <a:t> Implementation Efficiency </a:t>
            </a:r>
            <a:r>
              <a:rPr lang="en-US" sz="1200" i="1" baseline="0">
                <a:solidFill>
                  <a:srgbClr val="000000"/>
                </a:solidFill>
                <a:ea typeface="+mn-lt"/>
                <a:cs typeface="+mn-lt"/>
              </a:rPr>
              <a:t>(</a:t>
            </a:r>
            <a:r>
              <a:rPr lang="en-US" sz="1200" i="1">
                <a:solidFill>
                  <a:srgbClr val="000000"/>
                </a:solidFill>
                <a:ea typeface="+mn-lt"/>
                <a:cs typeface="+mn-lt"/>
              </a:rPr>
              <a:t>10</a:t>
            </a:r>
            <a:r>
              <a:rPr lang="en-US" sz="1200" i="1" baseline="0">
                <a:solidFill>
                  <a:srgbClr val="000000"/>
                </a:solidFill>
                <a:ea typeface="+mn-lt"/>
                <a:cs typeface="+mn-lt"/>
              </a:rPr>
              <a:t>%)</a:t>
            </a:r>
            <a:endParaRPr lang="en-US" sz="1200">
              <a:ea typeface="+mn-lt"/>
              <a:cs typeface="+mn-lt"/>
            </a:endParaRPr>
          </a:p>
        </p:txBody>
      </p:sp>
      <p:sp>
        <p:nvSpPr>
          <p:cNvPr id="18" name="TextBox 17">
            <a:extLst>
              <a:ext uri="{FF2B5EF4-FFF2-40B4-BE49-F238E27FC236}">
                <a16:creationId xmlns:a16="http://schemas.microsoft.com/office/drawing/2014/main" id="{EB585F4C-E541-CE13-AA8A-62DBA70E3742}"/>
              </a:ext>
            </a:extLst>
          </p:cNvPr>
          <p:cNvSpPr txBox="1"/>
          <p:nvPr/>
        </p:nvSpPr>
        <p:spPr>
          <a:xfrm>
            <a:off x="3340274" y="4655506"/>
            <a:ext cx="2974931" cy="24006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en-US" sz="1200" b="1">
                <a:ea typeface="+mn-lt"/>
                <a:cs typeface="+mn-lt"/>
              </a:rPr>
              <a:t>Out PID / In PD (4/4 Computation):</a:t>
            </a:r>
            <a:r>
              <a:rPr lang="en-US" sz="1200">
                <a:ea typeface="+mn-lt"/>
                <a:cs typeface="+mn-lt"/>
              </a:rPr>
              <a:t> Executes with O(1) algorithmic complexity, minimizing microcontroller CPU load.</a:t>
            </a:r>
            <a:endParaRPr lang="en-US">
              <a:ea typeface="+mn-lt"/>
              <a:cs typeface="+mn-lt"/>
            </a:endParaRPr>
          </a:p>
          <a:p>
            <a:pPr marL="171450" indent="-171450">
              <a:buFont typeface="Arial"/>
              <a:buChar char="•"/>
            </a:pPr>
            <a:r>
              <a:rPr lang="en-US" sz="1200" b="1">
                <a:ea typeface="+mn-lt"/>
                <a:cs typeface="+mn-lt"/>
              </a:rPr>
              <a:t>CPID (4/4 Implementation):</a:t>
            </a:r>
            <a:r>
              <a:rPr lang="en-US" sz="1200">
                <a:ea typeface="+mn-lt"/>
                <a:cs typeface="+mn-lt"/>
              </a:rPr>
              <a:t> Max control performance per tuning step; integrates directly into PX4/</a:t>
            </a:r>
            <a:r>
              <a:rPr lang="en-US" sz="1200" err="1">
                <a:ea typeface="+mn-lt"/>
                <a:cs typeface="+mn-lt"/>
              </a:rPr>
              <a:t>ArduPilot</a:t>
            </a:r>
            <a:r>
              <a:rPr lang="en-US" sz="1200">
                <a:ea typeface="+mn-lt"/>
                <a:cs typeface="+mn-lt"/>
              </a:rPr>
              <a:t>.</a:t>
            </a:r>
          </a:p>
          <a:p>
            <a:pPr marL="171450" indent="-171450">
              <a:buFont typeface="Arial"/>
              <a:buChar char="•"/>
            </a:pPr>
            <a:r>
              <a:rPr lang="en-US" sz="1200" b="1">
                <a:ea typeface="+mn-lt"/>
                <a:cs typeface="+mn-lt"/>
              </a:rPr>
              <a:t>LQR (2/4 Implementation):</a:t>
            </a:r>
            <a:r>
              <a:rPr lang="en-US" sz="1200">
                <a:ea typeface="+mn-lt"/>
                <a:cs typeface="+mn-lt"/>
              </a:rPr>
              <a:t> Requires continuous u = -Kx matrix math and full-state observers, raises software deployment friction.</a:t>
            </a:r>
            <a:endParaRPr lang="en-US">
              <a:ea typeface="+mn-lt"/>
              <a:cs typeface="+mn-lt"/>
            </a:endParaRPr>
          </a:p>
          <a:p>
            <a:pPr marL="285750" indent="-285750">
              <a:buFont typeface="Arial"/>
              <a:buChar char="•"/>
            </a:pPr>
            <a:endParaRPr lang="en-US"/>
          </a:p>
        </p:txBody>
      </p:sp>
      <p:sp>
        <p:nvSpPr>
          <p:cNvPr id="19" name="TextBox 18">
            <a:extLst>
              <a:ext uri="{FF2B5EF4-FFF2-40B4-BE49-F238E27FC236}">
                <a16:creationId xmlns:a16="http://schemas.microsoft.com/office/drawing/2014/main" id="{925941DE-AF3C-93C2-7548-57B2D425DCD0}"/>
              </a:ext>
            </a:extLst>
          </p:cNvPr>
          <p:cNvSpPr txBox="1"/>
          <p:nvPr/>
        </p:nvSpPr>
        <p:spPr>
          <a:xfrm>
            <a:off x="6356959" y="4655506"/>
            <a:ext cx="3131505"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en-US" sz="1200" b="1">
                <a:ea typeface="+mn-lt"/>
                <a:cs typeface="+mn-lt"/>
              </a:rPr>
              <a:t>LQR (4/4):</a:t>
            </a:r>
            <a:r>
              <a:rPr lang="en-US" sz="1200">
                <a:ea typeface="+mn-lt"/>
                <a:cs typeface="+mn-lt"/>
              </a:rPr>
              <a:t> Optimizes Q/R cost functions across all 6 axes simultaneously for near-hover trim adjustment.</a:t>
            </a:r>
            <a:endParaRPr lang="en-US">
              <a:ea typeface="+mn-lt"/>
              <a:cs typeface="+mn-lt"/>
            </a:endParaRPr>
          </a:p>
          <a:p>
            <a:pPr marL="171450" indent="-171450">
              <a:buFont typeface="Arial"/>
              <a:buChar char="•"/>
            </a:pPr>
            <a:r>
              <a:rPr lang="en-US" sz="1200" b="1">
                <a:ea typeface="+mn-lt"/>
                <a:cs typeface="+mn-lt"/>
              </a:rPr>
              <a:t>CPID (3/4):</a:t>
            </a:r>
            <a:r>
              <a:rPr lang="en-US" sz="1200">
                <a:ea typeface="+mn-lt"/>
                <a:cs typeface="+mn-lt"/>
              </a:rPr>
              <a:t> Decoupled axis loops manage minor perturbations effectively, lacks global multi-axis energy optimization.</a:t>
            </a:r>
            <a:endParaRPr lang="en-US">
              <a:ea typeface="+mn-lt"/>
              <a:cs typeface="+mn-lt"/>
            </a:endParaRPr>
          </a:p>
          <a:p>
            <a:pPr marL="171450" indent="-171450">
              <a:buFont typeface="Arial"/>
              <a:buChar char="•"/>
            </a:pPr>
            <a:r>
              <a:rPr lang="en-US" sz="1200" b="1">
                <a:ea typeface="+mn-lt"/>
                <a:cs typeface="+mn-lt"/>
              </a:rPr>
              <a:t>PD/PID (1–2/4):</a:t>
            </a:r>
            <a:r>
              <a:rPr lang="en-US" sz="1200">
                <a:ea typeface="+mn-lt"/>
                <a:cs typeface="+mn-lt"/>
              </a:rPr>
              <a:t> Un-cascaded loops exhibit small oscillations and slow convergence during micro-draft trim corrections.</a:t>
            </a:r>
            <a:endParaRPr lang="en-US">
              <a:ea typeface="+mn-lt"/>
              <a:cs typeface="+mn-lt"/>
            </a:endParaRPr>
          </a:p>
        </p:txBody>
      </p:sp>
      <p:sp>
        <p:nvSpPr>
          <p:cNvPr id="20" name="TextBox 19">
            <a:extLst>
              <a:ext uri="{FF2B5EF4-FFF2-40B4-BE49-F238E27FC236}">
                <a16:creationId xmlns:a16="http://schemas.microsoft.com/office/drawing/2014/main" id="{42D3EEC8-A93E-C1D1-6A6B-504A75C529FE}"/>
              </a:ext>
            </a:extLst>
          </p:cNvPr>
          <p:cNvSpPr txBox="1"/>
          <p:nvPr/>
        </p:nvSpPr>
        <p:spPr>
          <a:xfrm>
            <a:off x="6315205" y="1090807"/>
            <a:ext cx="313150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err="1"/>
              <a:t>Argentim</a:t>
            </a:r>
            <a:r>
              <a:rPr lang="en-US" sz="1200" b="1"/>
              <a:t> et al. (2013)</a:t>
            </a:r>
            <a:endParaRPr lang="en-US" sz="1200" b="1" i="1"/>
          </a:p>
          <a:p>
            <a:r>
              <a:rPr lang="en-US" sz="1200" i="1">
                <a:ea typeface="+mn-lt"/>
                <a:cs typeface="+mn-lt"/>
              </a:rPr>
              <a:t>Minor Disturbance Handling </a:t>
            </a:r>
            <a:r>
              <a:rPr lang="en-US" sz="1200" i="1" baseline="0">
                <a:ea typeface="+mn-lt"/>
                <a:cs typeface="+mn-lt"/>
              </a:rPr>
              <a:t>(</a:t>
            </a:r>
            <a:r>
              <a:rPr lang="en-US" sz="1200" i="1">
                <a:ea typeface="+mn-lt"/>
                <a:cs typeface="+mn-lt"/>
              </a:rPr>
              <a:t>10</a:t>
            </a:r>
            <a:r>
              <a:rPr lang="en-US" sz="1200" i="1" baseline="0">
                <a:ea typeface="+mn-lt"/>
                <a:cs typeface="+mn-lt"/>
              </a:rPr>
              <a:t>%)</a:t>
            </a:r>
            <a:endParaRPr lang="en-US" sz="1200">
              <a:ea typeface="+mn-lt"/>
              <a:cs typeface="+mn-lt"/>
            </a:endParaRPr>
          </a:p>
        </p:txBody>
      </p:sp>
      <p:sp>
        <p:nvSpPr>
          <p:cNvPr id="21" name="TextBox 20">
            <a:extLst>
              <a:ext uri="{FF2B5EF4-FFF2-40B4-BE49-F238E27FC236}">
                <a16:creationId xmlns:a16="http://schemas.microsoft.com/office/drawing/2014/main" id="{A5D4D42A-9FFC-B7F1-291B-81103E71AF2D}"/>
              </a:ext>
            </a:extLst>
          </p:cNvPr>
          <p:cNvSpPr txBox="1"/>
          <p:nvPr/>
        </p:nvSpPr>
        <p:spPr>
          <a:xfrm>
            <a:off x="9488464" y="1080368"/>
            <a:ext cx="2578275" cy="65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t>Castillo et al. (2005) </a:t>
            </a:r>
            <a:endParaRPr lang="en-US" sz="1200" b="1" i="1"/>
          </a:p>
          <a:p>
            <a:r>
              <a:rPr lang="en-US" sz="1200" i="1">
                <a:ea typeface="+mn-lt"/>
                <a:cs typeface="+mn-lt"/>
              </a:rPr>
              <a:t>Mathematical Reliability &amp; Model Uncertainty </a:t>
            </a:r>
            <a:r>
              <a:rPr lang="en-US" sz="1200" i="1" baseline="0">
                <a:ea typeface="+mn-lt"/>
                <a:cs typeface="+mn-lt"/>
              </a:rPr>
              <a:t>(</a:t>
            </a:r>
            <a:r>
              <a:rPr lang="en-US" sz="1200" i="1">
                <a:ea typeface="+mn-lt"/>
                <a:cs typeface="+mn-lt"/>
              </a:rPr>
              <a:t>10</a:t>
            </a:r>
            <a:r>
              <a:rPr lang="en-US" sz="1200" i="1" baseline="0">
                <a:ea typeface="+mn-lt"/>
                <a:cs typeface="+mn-lt"/>
              </a:rPr>
              <a:t>%)</a:t>
            </a:r>
            <a:endParaRPr lang="en-US" sz="1200">
              <a:ea typeface="+mn-lt"/>
              <a:cs typeface="+mn-lt"/>
            </a:endParaRPr>
          </a:p>
        </p:txBody>
      </p:sp>
      <p:sp>
        <p:nvSpPr>
          <p:cNvPr id="22" name="TextBox 21">
            <a:extLst>
              <a:ext uri="{FF2B5EF4-FFF2-40B4-BE49-F238E27FC236}">
                <a16:creationId xmlns:a16="http://schemas.microsoft.com/office/drawing/2014/main" id="{86D34A83-4BBA-F6F8-1A6D-1DDE999CEDBF}"/>
              </a:ext>
            </a:extLst>
          </p:cNvPr>
          <p:cNvSpPr txBox="1"/>
          <p:nvPr/>
        </p:nvSpPr>
        <p:spPr>
          <a:xfrm>
            <a:off x="9321451" y="4655506"/>
            <a:ext cx="2870546" cy="22159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en-US" sz="1200" b="1">
                <a:ea typeface="+mn-lt"/>
                <a:cs typeface="+mn-lt"/>
              </a:rPr>
              <a:t>CPID (4/4):</a:t>
            </a:r>
            <a:r>
              <a:rPr lang="en-US" sz="1200">
                <a:ea typeface="+mn-lt"/>
                <a:cs typeface="+mn-lt"/>
              </a:rPr>
              <a:t> Model-independent integral feedback (K_i) actively absorbs mass shifts and ground cushions without re-tuning.</a:t>
            </a:r>
            <a:endParaRPr lang="en-US">
              <a:ea typeface="+mn-lt"/>
              <a:cs typeface="+mn-lt"/>
            </a:endParaRPr>
          </a:p>
          <a:p>
            <a:pPr marL="171450" indent="-171450">
              <a:buFont typeface="Arial"/>
              <a:buChar char="•"/>
            </a:pPr>
            <a:r>
              <a:rPr lang="en-US" sz="1200" b="1">
                <a:ea typeface="+mn-lt"/>
                <a:cs typeface="+mn-lt"/>
              </a:rPr>
              <a:t>LQR (2/4):</a:t>
            </a:r>
            <a:r>
              <a:rPr lang="en-US" sz="1200">
                <a:ea typeface="+mn-lt"/>
                <a:cs typeface="+mn-lt"/>
              </a:rPr>
              <a:t> Strictly depends on </a:t>
            </a:r>
            <a:r>
              <a:rPr lang="en-US" sz="1200" err="1">
                <a:ea typeface="+mn-lt"/>
                <a:cs typeface="+mn-lt"/>
              </a:rPr>
              <a:t>xdot</a:t>
            </a:r>
            <a:r>
              <a:rPr lang="en-US" sz="1200">
                <a:ea typeface="+mn-lt"/>
                <a:cs typeface="+mn-lt"/>
              </a:rPr>
              <a:t> = Ax + Bu. Gain margins collapse if airframe inertia deviates by &gt; +/- 10%.</a:t>
            </a:r>
            <a:endParaRPr lang="en-US"/>
          </a:p>
          <a:p>
            <a:pPr marL="171450" indent="-171450">
              <a:buFont typeface="Arial"/>
              <a:buChar char="•"/>
            </a:pPr>
            <a:r>
              <a:rPr lang="en-US" sz="1200" b="1">
                <a:ea typeface="+mn-lt"/>
                <a:cs typeface="+mn-lt"/>
              </a:rPr>
              <a:t>PD (1/4):</a:t>
            </a:r>
            <a:r>
              <a:rPr lang="en-US" sz="1200">
                <a:ea typeface="+mn-lt"/>
                <a:cs typeface="+mn-lt"/>
              </a:rPr>
              <a:t> Lacks integral action, making it mathematically incapable of eliminating steady-state offset errors.</a:t>
            </a:r>
            <a:endParaRPr lang="en-US">
              <a:ea typeface="+mn-lt"/>
              <a:cs typeface="+mn-lt"/>
            </a:endParaRPr>
          </a:p>
          <a:p>
            <a:pPr marL="171450" indent="-171450">
              <a:buFont typeface="Arial"/>
              <a:buChar char="•"/>
            </a:pPr>
            <a:endParaRPr lang="en-US"/>
          </a:p>
        </p:txBody>
      </p:sp>
    </p:spTree>
    <p:extLst>
      <p:ext uri="{BB962C8B-B14F-4D97-AF65-F5344CB8AC3E}">
        <p14:creationId xmlns:p14="http://schemas.microsoft.com/office/powerpoint/2010/main" val="334877466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15481-1CFF-78C7-2F10-BAC2C97CF18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9444A3B-9DAF-4390-46D6-68E681157A5D}"/>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E2423626-FA24-D08A-9632-832683C847B4}"/>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CEFD2A2C-9E3C-E77B-F527-D583B0147CAA}"/>
              </a:ext>
            </a:extLst>
          </p:cNvPr>
          <p:cNvSpPr txBox="1"/>
          <p:nvPr/>
        </p:nvSpPr>
        <p:spPr>
          <a:xfrm>
            <a:off x="1281749" y="368854"/>
            <a:ext cx="9094965" cy="627956"/>
          </a:xfrm>
          <a:prstGeom prst="rect">
            <a:avLst/>
          </a:prstGeom>
          <a:noFill/>
          <a:ln/>
        </p:spPr>
        <p:txBody>
          <a:bodyPr wrap="square" lIns="0" tIns="0" rIns="0" bIns="0" rtlCol="0" anchor="ctr"/>
          <a:lstStyle/>
          <a:p>
            <a:r>
              <a:rPr lang="en-US" sz="2800" b="1" kern="0" spc="100">
                <a:solidFill>
                  <a:srgbClr val="2B2A28"/>
                </a:solidFill>
                <a:latin typeface="Arial"/>
                <a:cs typeface="Arial"/>
              </a:rPr>
              <a:t>Control Laws Weight Sensitivity Analyses</a:t>
            </a:r>
          </a:p>
        </p:txBody>
      </p:sp>
      <p:sp>
        <p:nvSpPr>
          <p:cNvPr id="5" name="Shape 2">
            <a:extLst>
              <a:ext uri="{FF2B5EF4-FFF2-40B4-BE49-F238E27FC236}">
                <a16:creationId xmlns:a16="http://schemas.microsoft.com/office/drawing/2014/main" id="{FB1DA76A-DFD2-8B2F-5EBB-7435C131D9FD}"/>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71327244-1520-E7CF-F5E8-D1FE0C9E210D}"/>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pic>
        <p:nvPicPr>
          <p:cNvPr id="8" name="Picture 7">
            <a:extLst>
              <a:ext uri="{FF2B5EF4-FFF2-40B4-BE49-F238E27FC236}">
                <a16:creationId xmlns:a16="http://schemas.microsoft.com/office/drawing/2014/main" id="{2B326BDF-6F59-D176-98B3-87131C39DC91}"/>
              </a:ext>
            </a:extLst>
          </p:cNvPr>
          <p:cNvPicPr>
            <a:picLocks noChangeAspect="1"/>
          </p:cNvPicPr>
          <p:nvPr/>
        </p:nvPicPr>
        <p:blipFill>
          <a:blip r:embed="rId4"/>
          <a:stretch>
            <a:fillRect/>
          </a:stretch>
        </p:blipFill>
        <p:spPr>
          <a:xfrm>
            <a:off x="1611679" y="1083293"/>
            <a:ext cx="9135159" cy="5571507"/>
          </a:xfrm>
          <a:prstGeom prst="rect">
            <a:avLst/>
          </a:prstGeom>
        </p:spPr>
      </p:pic>
    </p:spTree>
    <p:extLst>
      <p:ext uri="{BB962C8B-B14F-4D97-AF65-F5344CB8AC3E}">
        <p14:creationId xmlns:p14="http://schemas.microsoft.com/office/powerpoint/2010/main" val="126581291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C745D-B183-F426-4EB7-1849949ED0F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5222017-4572-EF0F-02BB-1ED0DE778601}"/>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D9931088-2A5E-FD17-7162-9D26FD0B8C1A}"/>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9CFF6202-4C90-E0C5-42E0-73D9978A8473}"/>
              </a:ext>
            </a:extLst>
          </p:cNvPr>
          <p:cNvSpPr txBox="1"/>
          <p:nvPr/>
        </p:nvSpPr>
        <p:spPr>
          <a:xfrm>
            <a:off x="1281749" y="368854"/>
            <a:ext cx="9094965" cy="627956"/>
          </a:xfrm>
          <a:prstGeom prst="rect">
            <a:avLst/>
          </a:prstGeom>
          <a:noFill/>
          <a:ln/>
        </p:spPr>
        <p:txBody>
          <a:bodyPr wrap="square" lIns="0" tIns="0" rIns="0" bIns="0" rtlCol="0" anchor="ctr"/>
          <a:lstStyle/>
          <a:p>
            <a:r>
              <a:rPr lang="en-US" sz="2800" b="1" kern="0" spc="100">
                <a:solidFill>
                  <a:srgbClr val="2B2A28"/>
                </a:solidFill>
                <a:latin typeface="Arial"/>
                <a:cs typeface="Arial"/>
              </a:rPr>
              <a:t>Input Method Design Matrix</a:t>
            </a:r>
            <a:endParaRPr lang="en-US" sz="2800" kern="0" spc="100">
              <a:solidFill>
                <a:srgbClr val="000000"/>
              </a:solidFill>
              <a:latin typeface="Arial"/>
              <a:cs typeface="Arial"/>
            </a:endParaRPr>
          </a:p>
        </p:txBody>
      </p:sp>
      <p:sp>
        <p:nvSpPr>
          <p:cNvPr id="5" name="Shape 2">
            <a:extLst>
              <a:ext uri="{FF2B5EF4-FFF2-40B4-BE49-F238E27FC236}">
                <a16:creationId xmlns:a16="http://schemas.microsoft.com/office/drawing/2014/main" id="{74A0778A-9F39-76B0-960B-7B78D4A496A1}"/>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24EFA3B5-7C26-68F2-6018-35FD05D525F6}"/>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pic>
        <p:nvPicPr>
          <p:cNvPr id="7" name="Picture 6">
            <a:extLst>
              <a:ext uri="{FF2B5EF4-FFF2-40B4-BE49-F238E27FC236}">
                <a16:creationId xmlns:a16="http://schemas.microsoft.com/office/drawing/2014/main" id="{AAFE2E69-A621-7EF2-316B-5BDC1537B1DC}"/>
              </a:ext>
            </a:extLst>
          </p:cNvPr>
          <p:cNvPicPr>
            <a:picLocks noChangeAspect="1"/>
          </p:cNvPicPr>
          <p:nvPr/>
        </p:nvPicPr>
        <p:blipFill>
          <a:blip r:embed="rId4"/>
          <a:stretch>
            <a:fillRect/>
          </a:stretch>
        </p:blipFill>
        <p:spPr>
          <a:xfrm>
            <a:off x="210791" y="1164771"/>
            <a:ext cx="11932285" cy="4421685"/>
          </a:xfrm>
          <a:prstGeom prst="rect">
            <a:avLst/>
          </a:prstGeom>
        </p:spPr>
      </p:pic>
    </p:spTree>
    <p:extLst>
      <p:ext uri="{BB962C8B-B14F-4D97-AF65-F5344CB8AC3E}">
        <p14:creationId xmlns:p14="http://schemas.microsoft.com/office/powerpoint/2010/main" val="140572579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5EA03-B785-D58A-45EF-F4236D4CB1D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D01C769-7138-1DA9-4212-7827498FE634}"/>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DA93CD04-8533-C206-F9CB-1E342E0B9D6D}"/>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1A40A924-8562-E13D-AB43-9F44F36254FF}"/>
              </a:ext>
            </a:extLst>
          </p:cNvPr>
          <p:cNvSpPr txBox="1"/>
          <p:nvPr/>
        </p:nvSpPr>
        <p:spPr>
          <a:xfrm>
            <a:off x="1281749" y="368854"/>
            <a:ext cx="9094965" cy="627956"/>
          </a:xfrm>
          <a:prstGeom prst="rect">
            <a:avLst/>
          </a:prstGeom>
          <a:noFill/>
          <a:ln/>
        </p:spPr>
        <p:txBody>
          <a:bodyPr wrap="square" lIns="0" tIns="0" rIns="0" bIns="0" rtlCol="0" anchor="ctr"/>
          <a:lstStyle/>
          <a:p>
            <a:r>
              <a:rPr lang="en-US" sz="2800" b="1" kern="0" spc="100">
                <a:solidFill>
                  <a:srgbClr val="2B2A28"/>
                </a:solidFill>
                <a:latin typeface="Arial"/>
                <a:cs typeface="Arial"/>
              </a:rPr>
              <a:t>Sensor Fusion Algorithm Design Matrix</a:t>
            </a:r>
          </a:p>
        </p:txBody>
      </p:sp>
      <p:sp>
        <p:nvSpPr>
          <p:cNvPr id="5" name="Shape 2">
            <a:extLst>
              <a:ext uri="{FF2B5EF4-FFF2-40B4-BE49-F238E27FC236}">
                <a16:creationId xmlns:a16="http://schemas.microsoft.com/office/drawing/2014/main" id="{DD1D9172-1452-DB94-5452-FEAEBE0C2B62}"/>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70DD9049-F70A-B13C-30FB-2E0F28F4BA7D}"/>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pic>
        <p:nvPicPr>
          <p:cNvPr id="9" name="Picture 8">
            <a:extLst>
              <a:ext uri="{FF2B5EF4-FFF2-40B4-BE49-F238E27FC236}">
                <a16:creationId xmlns:a16="http://schemas.microsoft.com/office/drawing/2014/main" id="{94B5B7D8-7A52-D982-3EA9-A84B404061C4}"/>
              </a:ext>
            </a:extLst>
          </p:cNvPr>
          <p:cNvPicPr>
            <a:picLocks noChangeAspect="1"/>
          </p:cNvPicPr>
          <p:nvPr/>
        </p:nvPicPr>
        <p:blipFill>
          <a:blip r:embed="rId4"/>
          <a:stretch>
            <a:fillRect/>
          </a:stretch>
        </p:blipFill>
        <p:spPr>
          <a:xfrm>
            <a:off x="141019" y="1197917"/>
            <a:ext cx="11944598" cy="4433557"/>
          </a:xfrm>
          <a:prstGeom prst="rect">
            <a:avLst/>
          </a:prstGeom>
        </p:spPr>
      </p:pic>
    </p:spTree>
    <p:extLst>
      <p:ext uri="{BB962C8B-B14F-4D97-AF65-F5344CB8AC3E}">
        <p14:creationId xmlns:p14="http://schemas.microsoft.com/office/powerpoint/2010/main" val="300687400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A96D0-5801-6000-0477-739AF45DBCD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ECD435D-FED9-9EAF-CBC9-2B9915A93511}"/>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91B09D44-2AAA-C0EA-6FDA-F17A638D28FB}"/>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7017B644-B267-470F-5F2C-524929512C35}"/>
              </a:ext>
            </a:extLst>
          </p:cNvPr>
          <p:cNvSpPr txBox="1"/>
          <p:nvPr/>
        </p:nvSpPr>
        <p:spPr>
          <a:xfrm>
            <a:off x="1281749" y="368854"/>
            <a:ext cx="9094965" cy="627956"/>
          </a:xfrm>
          <a:prstGeom prst="rect">
            <a:avLst/>
          </a:prstGeom>
          <a:noFill/>
          <a:ln/>
        </p:spPr>
        <p:txBody>
          <a:bodyPr wrap="square" lIns="0" tIns="0" rIns="0" bIns="0" rtlCol="0" anchor="ctr"/>
          <a:lstStyle/>
          <a:p>
            <a:r>
              <a:rPr lang="en-US" sz="2800" b="1" kern="0" spc="100">
                <a:solidFill>
                  <a:srgbClr val="2B2A28"/>
                </a:solidFill>
                <a:latin typeface="Arial"/>
                <a:cs typeface="Arial"/>
              </a:rPr>
              <a:t>Transient Response Design Matrix</a:t>
            </a:r>
            <a:endParaRPr lang="en-US" sz="2800" kern="0" spc="100">
              <a:solidFill>
                <a:srgbClr val="000000"/>
              </a:solidFill>
              <a:latin typeface="Arial"/>
              <a:cs typeface="Arial"/>
            </a:endParaRPr>
          </a:p>
        </p:txBody>
      </p:sp>
      <p:sp>
        <p:nvSpPr>
          <p:cNvPr id="5" name="Shape 2">
            <a:extLst>
              <a:ext uri="{FF2B5EF4-FFF2-40B4-BE49-F238E27FC236}">
                <a16:creationId xmlns:a16="http://schemas.microsoft.com/office/drawing/2014/main" id="{66569C7D-20C3-C58A-4F7A-102CE74CB400}"/>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2721B933-F4E3-B93E-FFF7-B4BABE9691DA}"/>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pic>
        <p:nvPicPr>
          <p:cNvPr id="8" name="Picture 7">
            <a:extLst>
              <a:ext uri="{FF2B5EF4-FFF2-40B4-BE49-F238E27FC236}">
                <a16:creationId xmlns:a16="http://schemas.microsoft.com/office/drawing/2014/main" id="{EC15E1C9-6768-EFD6-3B88-53E7F57F8C32}"/>
              </a:ext>
            </a:extLst>
          </p:cNvPr>
          <p:cNvPicPr>
            <a:picLocks noChangeAspect="1"/>
          </p:cNvPicPr>
          <p:nvPr/>
        </p:nvPicPr>
        <p:blipFill>
          <a:blip r:embed="rId4"/>
          <a:srcRect b="204"/>
          <a:stretch>
            <a:fillRect/>
          </a:stretch>
        </p:blipFill>
        <p:spPr>
          <a:xfrm>
            <a:off x="158338" y="1274353"/>
            <a:ext cx="11895117" cy="4734798"/>
          </a:xfrm>
          <a:prstGeom prst="rect">
            <a:avLst/>
          </a:prstGeom>
        </p:spPr>
      </p:pic>
    </p:spTree>
    <p:extLst>
      <p:ext uri="{BB962C8B-B14F-4D97-AF65-F5344CB8AC3E}">
        <p14:creationId xmlns:p14="http://schemas.microsoft.com/office/powerpoint/2010/main" val="245725929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2B2A27"/>
        </a:solidFill>
        <a:effectLst/>
      </p:bgPr>
    </p:bg>
    <p:spTree>
      <p:nvGrpSpPr>
        <p:cNvPr id="1" name="">
          <a:extLst>
            <a:ext uri="{FF2B5EF4-FFF2-40B4-BE49-F238E27FC236}">
              <a16:creationId xmlns:a16="http://schemas.microsoft.com/office/drawing/2014/main" id="{383AC7C2-96C9-722F-F717-30A0D66C696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0AB5E28-DE3A-11B6-DF59-8E41DFC9C3EA}"/>
              </a:ext>
            </a:extLst>
          </p:cNvPr>
          <p:cNvSpPr/>
          <p:nvPr/>
        </p:nvSpPr>
        <p:spPr>
          <a:xfrm>
            <a:off x="9648508" y="4754880"/>
            <a:ext cx="408920" cy="408920"/>
          </a:xfrm>
          <a:prstGeom prst="rect">
            <a:avLst/>
          </a:prstGeom>
          <a:ln w="12700">
            <a:solidFill>
              <a:srgbClr val="C6890F">
                <a:alpha val="14000"/>
              </a:srgbClr>
            </a:solidFill>
            <a:prstDash val="solid"/>
          </a:ln>
        </p:spPr>
        <p:txBody>
          <a:bodyPr/>
          <a:lstStyle/>
          <a:p>
            <a:endParaRPr lang="en-US" sz="1800"/>
          </a:p>
        </p:txBody>
      </p:sp>
      <p:sp>
        <p:nvSpPr>
          <p:cNvPr id="3" name="Shape 1">
            <a:extLst>
              <a:ext uri="{FF2B5EF4-FFF2-40B4-BE49-F238E27FC236}">
                <a16:creationId xmlns:a16="http://schemas.microsoft.com/office/drawing/2014/main" id="{A1F1AE84-9D46-6144-5D2B-D8F6C4B66C9D}"/>
              </a:ext>
            </a:extLst>
          </p:cNvPr>
          <p:cNvSpPr/>
          <p:nvPr/>
        </p:nvSpPr>
        <p:spPr>
          <a:xfrm>
            <a:off x="10123996" y="4754880"/>
            <a:ext cx="408920" cy="408920"/>
          </a:xfrm>
          <a:prstGeom prst="rect">
            <a:avLst/>
          </a:prstGeom>
          <a:ln w="12700">
            <a:solidFill>
              <a:srgbClr val="C6890F">
                <a:alpha val="14000"/>
              </a:srgbClr>
            </a:solidFill>
            <a:prstDash val="solid"/>
          </a:ln>
        </p:spPr>
        <p:txBody>
          <a:bodyPr/>
          <a:lstStyle/>
          <a:p>
            <a:endParaRPr lang="en-US" sz="1800"/>
          </a:p>
        </p:txBody>
      </p:sp>
      <p:sp>
        <p:nvSpPr>
          <p:cNvPr id="4" name="Shape 2">
            <a:extLst>
              <a:ext uri="{FF2B5EF4-FFF2-40B4-BE49-F238E27FC236}">
                <a16:creationId xmlns:a16="http://schemas.microsoft.com/office/drawing/2014/main" id="{8B845E8D-338C-7308-3659-6EE49E098313}"/>
              </a:ext>
            </a:extLst>
          </p:cNvPr>
          <p:cNvSpPr/>
          <p:nvPr/>
        </p:nvSpPr>
        <p:spPr>
          <a:xfrm>
            <a:off x="10599484" y="4754880"/>
            <a:ext cx="408920" cy="408920"/>
          </a:xfrm>
          <a:prstGeom prst="rect">
            <a:avLst/>
          </a:prstGeom>
          <a:ln w="12700">
            <a:solidFill>
              <a:srgbClr val="C6890F">
                <a:alpha val="14000"/>
              </a:srgbClr>
            </a:solidFill>
            <a:prstDash val="solid"/>
          </a:ln>
        </p:spPr>
        <p:txBody>
          <a:bodyPr/>
          <a:lstStyle/>
          <a:p>
            <a:endParaRPr lang="en-US" sz="1800"/>
          </a:p>
        </p:txBody>
      </p:sp>
      <p:sp>
        <p:nvSpPr>
          <p:cNvPr id="5" name="Shape 3">
            <a:extLst>
              <a:ext uri="{FF2B5EF4-FFF2-40B4-BE49-F238E27FC236}">
                <a16:creationId xmlns:a16="http://schemas.microsoft.com/office/drawing/2014/main" id="{46F61963-3CA9-D3D9-0AC2-9FFABA96E3CB}"/>
              </a:ext>
            </a:extLst>
          </p:cNvPr>
          <p:cNvSpPr/>
          <p:nvPr/>
        </p:nvSpPr>
        <p:spPr>
          <a:xfrm>
            <a:off x="11074972" y="4754880"/>
            <a:ext cx="408920" cy="408920"/>
          </a:xfrm>
          <a:prstGeom prst="rect">
            <a:avLst/>
          </a:prstGeom>
          <a:ln w="12700">
            <a:solidFill>
              <a:srgbClr val="C6890F">
                <a:alpha val="14000"/>
              </a:srgbClr>
            </a:solidFill>
            <a:prstDash val="solid"/>
          </a:ln>
        </p:spPr>
        <p:txBody>
          <a:bodyPr/>
          <a:lstStyle/>
          <a:p>
            <a:endParaRPr lang="en-US" sz="1800"/>
          </a:p>
        </p:txBody>
      </p:sp>
      <p:sp>
        <p:nvSpPr>
          <p:cNvPr id="6" name="Shape 4">
            <a:extLst>
              <a:ext uri="{FF2B5EF4-FFF2-40B4-BE49-F238E27FC236}">
                <a16:creationId xmlns:a16="http://schemas.microsoft.com/office/drawing/2014/main" id="{C0CC263A-5DE0-864E-1337-24B50653C6D2}"/>
              </a:ext>
            </a:extLst>
          </p:cNvPr>
          <p:cNvSpPr/>
          <p:nvPr/>
        </p:nvSpPr>
        <p:spPr>
          <a:xfrm>
            <a:off x="9648508" y="5230368"/>
            <a:ext cx="408920" cy="408920"/>
          </a:xfrm>
          <a:prstGeom prst="rect">
            <a:avLst/>
          </a:prstGeom>
          <a:ln w="12700">
            <a:solidFill>
              <a:srgbClr val="C6890F">
                <a:alpha val="14000"/>
              </a:srgbClr>
            </a:solidFill>
            <a:prstDash val="solid"/>
          </a:ln>
        </p:spPr>
        <p:txBody>
          <a:bodyPr/>
          <a:lstStyle/>
          <a:p>
            <a:endParaRPr lang="en-US" sz="1800"/>
          </a:p>
        </p:txBody>
      </p:sp>
      <p:sp>
        <p:nvSpPr>
          <p:cNvPr id="7" name="Shape 5">
            <a:extLst>
              <a:ext uri="{FF2B5EF4-FFF2-40B4-BE49-F238E27FC236}">
                <a16:creationId xmlns:a16="http://schemas.microsoft.com/office/drawing/2014/main" id="{4939D0DB-52BF-DEF5-DC9A-383B79C66298}"/>
              </a:ext>
            </a:extLst>
          </p:cNvPr>
          <p:cNvSpPr/>
          <p:nvPr/>
        </p:nvSpPr>
        <p:spPr>
          <a:xfrm>
            <a:off x="10123996" y="5230368"/>
            <a:ext cx="408920" cy="408920"/>
          </a:xfrm>
          <a:prstGeom prst="rect">
            <a:avLst/>
          </a:prstGeom>
          <a:ln w="12700">
            <a:solidFill>
              <a:srgbClr val="C6890F">
                <a:alpha val="14000"/>
              </a:srgbClr>
            </a:solidFill>
            <a:prstDash val="solid"/>
          </a:ln>
        </p:spPr>
        <p:txBody>
          <a:bodyPr/>
          <a:lstStyle/>
          <a:p>
            <a:endParaRPr lang="en-US" sz="1800"/>
          </a:p>
        </p:txBody>
      </p:sp>
      <p:sp>
        <p:nvSpPr>
          <p:cNvPr id="8" name="Shape 6">
            <a:extLst>
              <a:ext uri="{FF2B5EF4-FFF2-40B4-BE49-F238E27FC236}">
                <a16:creationId xmlns:a16="http://schemas.microsoft.com/office/drawing/2014/main" id="{47CD66E6-63CF-2297-5751-6BF249E94518}"/>
              </a:ext>
            </a:extLst>
          </p:cNvPr>
          <p:cNvSpPr/>
          <p:nvPr/>
        </p:nvSpPr>
        <p:spPr>
          <a:xfrm>
            <a:off x="10599484" y="5230368"/>
            <a:ext cx="408920" cy="408920"/>
          </a:xfrm>
          <a:prstGeom prst="rect">
            <a:avLst/>
          </a:prstGeom>
          <a:ln w="12700">
            <a:solidFill>
              <a:srgbClr val="C6890F">
                <a:alpha val="14000"/>
              </a:srgbClr>
            </a:solidFill>
            <a:prstDash val="solid"/>
          </a:ln>
        </p:spPr>
        <p:txBody>
          <a:bodyPr/>
          <a:lstStyle/>
          <a:p>
            <a:endParaRPr lang="en-US" sz="1800"/>
          </a:p>
        </p:txBody>
      </p:sp>
      <p:sp>
        <p:nvSpPr>
          <p:cNvPr id="9" name="Shape 7">
            <a:extLst>
              <a:ext uri="{FF2B5EF4-FFF2-40B4-BE49-F238E27FC236}">
                <a16:creationId xmlns:a16="http://schemas.microsoft.com/office/drawing/2014/main" id="{6B9AC8C2-B515-B394-25BF-7E8506434535}"/>
              </a:ext>
            </a:extLst>
          </p:cNvPr>
          <p:cNvSpPr/>
          <p:nvPr/>
        </p:nvSpPr>
        <p:spPr>
          <a:xfrm>
            <a:off x="11074972" y="5230368"/>
            <a:ext cx="408920" cy="408920"/>
          </a:xfrm>
          <a:prstGeom prst="rect">
            <a:avLst/>
          </a:prstGeom>
          <a:ln w="12700">
            <a:solidFill>
              <a:srgbClr val="C6890F">
                <a:alpha val="14000"/>
              </a:srgbClr>
            </a:solidFill>
            <a:prstDash val="solid"/>
          </a:ln>
        </p:spPr>
        <p:txBody>
          <a:bodyPr/>
          <a:lstStyle/>
          <a:p>
            <a:endParaRPr lang="en-US" sz="1800"/>
          </a:p>
        </p:txBody>
      </p:sp>
      <p:sp>
        <p:nvSpPr>
          <p:cNvPr id="10" name="Shape 8">
            <a:extLst>
              <a:ext uri="{FF2B5EF4-FFF2-40B4-BE49-F238E27FC236}">
                <a16:creationId xmlns:a16="http://schemas.microsoft.com/office/drawing/2014/main" id="{D37263C0-7921-E812-7EC1-6A6CF4D1B477}"/>
              </a:ext>
            </a:extLst>
          </p:cNvPr>
          <p:cNvSpPr/>
          <p:nvPr/>
        </p:nvSpPr>
        <p:spPr>
          <a:xfrm>
            <a:off x="9648508" y="5705856"/>
            <a:ext cx="408920" cy="408920"/>
          </a:xfrm>
          <a:prstGeom prst="rect">
            <a:avLst/>
          </a:prstGeom>
          <a:ln w="12700">
            <a:solidFill>
              <a:srgbClr val="C6890F">
                <a:alpha val="14000"/>
              </a:srgbClr>
            </a:solidFill>
            <a:prstDash val="solid"/>
          </a:ln>
        </p:spPr>
        <p:txBody>
          <a:bodyPr/>
          <a:lstStyle/>
          <a:p>
            <a:endParaRPr lang="en-US" sz="1800"/>
          </a:p>
        </p:txBody>
      </p:sp>
      <p:sp>
        <p:nvSpPr>
          <p:cNvPr id="11" name="Shape 9">
            <a:extLst>
              <a:ext uri="{FF2B5EF4-FFF2-40B4-BE49-F238E27FC236}">
                <a16:creationId xmlns:a16="http://schemas.microsoft.com/office/drawing/2014/main" id="{07054D83-DB6F-3F02-BEA2-A5549CD102C2}"/>
              </a:ext>
            </a:extLst>
          </p:cNvPr>
          <p:cNvSpPr/>
          <p:nvPr/>
        </p:nvSpPr>
        <p:spPr>
          <a:xfrm>
            <a:off x="10123996" y="5705856"/>
            <a:ext cx="408920" cy="408920"/>
          </a:xfrm>
          <a:prstGeom prst="rect">
            <a:avLst/>
          </a:prstGeom>
          <a:ln w="12700">
            <a:solidFill>
              <a:srgbClr val="C6890F">
                <a:alpha val="14000"/>
              </a:srgbClr>
            </a:solidFill>
            <a:prstDash val="solid"/>
          </a:ln>
        </p:spPr>
        <p:txBody>
          <a:bodyPr/>
          <a:lstStyle/>
          <a:p>
            <a:endParaRPr lang="en-US" sz="1800"/>
          </a:p>
        </p:txBody>
      </p:sp>
      <p:sp>
        <p:nvSpPr>
          <p:cNvPr id="12" name="Shape 10">
            <a:extLst>
              <a:ext uri="{FF2B5EF4-FFF2-40B4-BE49-F238E27FC236}">
                <a16:creationId xmlns:a16="http://schemas.microsoft.com/office/drawing/2014/main" id="{05CF4801-3E63-10F3-F7E2-D3A91AF698E3}"/>
              </a:ext>
            </a:extLst>
          </p:cNvPr>
          <p:cNvSpPr/>
          <p:nvPr/>
        </p:nvSpPr>
        <p:spPr>
          <a:xfrm>
            <a:off x="10599484" y="5705856"/>
            <a:ext cx="408920" cy="408920"/>
          </a:xfrm>
          <a:prstGeom prst="rect">
            <a:avLst/>
          </a:prstGeom>
          <a:ln w="12700">
            <a:solidFill>
              <a:srgbClr val="C6890F">
                <a:alpha val="14000"/>
              </a:srgbClr>
            </a:solidFill>
            <a:prstDash val="solid"/>
          </a:ln>
        </p:spPr>
        <p:txBody>
          <a:bodyPr/>
          <a:lstStyle/>
          <a:p>
            <a:endParaRPr lang="en-US" sz="1800"/>
          </a:p>
        </p:txBody>
      </p:sp>
      <p:sp>
        <p:nvSpPr>
          <p:cNvPr id="13" name="Shape 11">
            <a:extLst>
              <a:ext uri="{FF2B5EF4-FFF2-40B4-BE49-F238E27FC236}">
                <a16:creationId xmlns:a16="http://schemas.microsoft.com/office/drawing/2014/main" id="{C6BEBCED-5E51-9755-D23A-9DF9DA7B163E}"/>
              </a:ext>
            </a:extLst>
          </p:cNvPr>
          <p:cNvSpPr/>
          <p:nvPr/>
        </p:nvSpPr>
        <p:spPr>
          <a:xfrm>
            <a:off x="11074972" y="5705856"/>
            <a:ext cx="408920" cy="408920"/>
          </a:xfrm>
          <a:prstGeom prst="rect">
            <a:avLst/>
          </a:prstGeom>
          <a:ln w="12700">
            <a:solidFill>
              <a:srgbClr val="C6890F">
                <a:alpha val="14000"/>
              </a:srgbClr>
            </a:solidFill>
            <a:prstDash val="solid"/>
          </a:ln>
        </p:spPr>
        <p:txBody>
          <a:bodyPr/>
          <a:lstStyle/>
          <a:p>
            <a:endParaRPr lang="en-US" sz="1800"/>
          </a:p>
        </p:txBody>
      </p:sp>
      <p:sp>
        <p:nvSpPr>
          <p:cNvPr id="14" name="Shape 12">
            <a:extLst>
              <a:ext uri="{FF2B5EF4-FFF2-40B4-BE49-F238E27FC236}">
                <a16:creationId xmlns:a16="http://schemas.microsoft.com/office/drawing/2014/main" id="{2005230F-43E4-CF2E-C8B2-2F03DCE86933}"/>
              </a:ext>
            </a:extLst>
          </p:cNvPr>
          <p:cNvSpPr/>
          <p:nvPr/>
        </p:nvSpPr>
        <p:spPr>
          <a:xfrm>
            <a:off x="9785668"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5" name="Shape 13">
            <a:extLst>
              <a:ext uri="{FF2B5EF4-FFF2-40B4-BE49-F238E27FC236}">
                <a16:creationId xmlns:a16="http://schemas.microsoft.com/office/drawing/2014/main" id="{3FF37EA1-E956-8DD5-4A3E-80934629EA8E}"/>
              </a:ext>
            </a:extLst>
          </p:cNvPr>
          <p:cNvSpPr/>
          <p:nvPr/>
        </p:nvSpPr>
        <p:spPr>
          <a:xfrm>
            <a:off x="9944408" y="798820"/>
            <a:ext cx="249448" cy="249448"/>
          </a:xfrm>
          <a:prstGeom prst="ellipse">
            <a:avLst/>
          </a:prstGeom>
          <a:ln w="28575">
            <a:solidFill>
              <a:srgbClr val="C6890F">
                <a:alpha val="85000"/>
              </a:srgbClr>
            </a:solidFill>
            <a:prstDash val="solid"/>
          </a:ln>
        </p:spPr>
        <p:txBody>
          <a:bodyPr/>
          <a:lstStyle/>
          <a:p>
            <a:endParaRPr lang="en-US" sz="1800"/>
          </a:p>
        </p:txBody>
      </p:sp>
      <p:sp>
        <p:nvSpPr>
          <p:cNvPr id="16" name="Shape 14">
            <a:extLst>
              <a:ext uri="{FF2B5EF4-FFF2-40B4-BE49-F238E27FC236}">
                <a16:creationId xmlns:a16="http://schemas.microsoft.com/office/drawing/2014/main" id="{5C84E2A2-79D3-3824-134F-CDA75757BA09}"/>
              </a:ext>
            </a:extLst>
          </p:cNvPr>
          <p:cNvSpPr/>
          <p:nvPr/>
        </p:nvSpPr>
        <p:spPr>
          <a:xfrm>
            <a:off x="10511336"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7" name="Shape 15">
            <a:extLst>
              <a:ext uri="{FF2B5EF4-FFF2-40B4-BE49-F238E27FC236}">
                <a16:creationId xmlns:a16="http://schemas.microsoft.com/office/drawing/2014/main" id="{AAD9B528-0E2E-DF26-5954-3C12A2E36BA2}"/>
              </a:ext>
            </a:extLst>
          </p:cNvPr>
          <p:cNvSpPr/>
          <p:nvPr/>
        </p:nvSpPr>
        <p:spPr>
          <a:xfrm>
            <a:off x="10670076" y="798820"/>
            <a:ext cx="249448" cy="249448"/>
          </a:xfrm>
          <a:prstGeom prst="ellipse">
            <a:avLst/>
          </a:prstGeom>
          <a:ln w="28575">
            <a:solidFill>
              <a:srgbClr val="C6890F">
                <a:alpha val="85000"/>
              </a:srgbClr>
            </a:solidFill>
            <a:prstDash val="solid"/>
          </a:ln>
        </p:spPr>
        <p:txBody>
          <a:bodyPr/>
          <a:lstStyle/>
          <a:p>
            <a:endParaRPr lang="en-US" sz="1800"/>
          </a:p>
        </p:txBody>
      </p:sp>
      <p:sp>
        <p:nvSpPr>
          <p:cNvPr id="18" name="Shape 16">
            <a:extLst>
              <a:ext uri="{FF2B5EF4-FFF2-40B4-BE49-F238E27FC236}">
                <a16:creationId xmlns:a16="http://schemas.microsoft.com/office/drawing/2014/main" id="{0EF71325-4DB0-FB77-A0BD-F0140C4C7CC1}"/>
              </a:ext>
            </a:extLst>
          </p:cNvPr>
          <p:cNvSpPr/>
          <p:nvPr/>
        </p:nvSpPr>
        <p:spPr>
          <a:xfrm>
            <a:off x="10749446" y="878190"/>
            <a:ext cx="90708" cy="90708"/>
          </a:xfrm>
          <a:prstGeom prst="ellipse">
            <a:avLst/>
          </a:prstGeom>
          <a:solidFill>
            <a:srgbClr val="2E9BC4">
              <a:alpha val="85000"/>
            </a:srgbClr>
          </a:solidFill>
          <a:ln/>
        </p:spPr>
        <p:txBody>
          <a:bodyPr/>
          <a:lstStyle/>
          <a:p>
            <a:endParaRPr lang="en-US" sz="1800"/>
          </a:p>
        </p:txBody>
      </p:sp>
      <p:sp>
        <p:nvSpPr>
          <p:cNvPr id="22" name="Text 20">
            <a:extLst>
              <a:ext uri="{FF2B5EF4-FFF2-40B4-BE49-F238E27FC236}">
                <a16:creationId xmlns:a16="http://schemas.microsoft.com/office/drawing/2014/main" id="{C68614A3-EAA6-2CC6-254F-72D24221A910}"/>
              </a:ext>
            </a:extLst>
          </p:cNvPr>
          <p:cNvSpPr txBox="1"/>
          <p:nvPr/>
        </p:nvSpPr>
        <p:spPr>
          <a:xfrm>
            <a:off x="605092" y="2651760"/>
            <a:ext cx="10515600" cy="1097280"/>
          </a:xfrm>
          <a:prstGeom prst="rect">
            <a:avLst/>
          </a:prstGeom>
          <a:noFill/>
          <a:ln/>
        </p:spPr>
        <p:txBody>
          <a:bodyPr wrap="square" lIns="0" tIns="0" rIns="0" bIns="0" rtlCol="0" anchor="ctr"/>
          <a:lstStyle/>
          <a:p>
            <a:r>
              <a:rPr lang="en-US" sz="5000" b="1">
                <a:solidFill>
                  <a:srgbClr val="C6890F"/>
                </a:solidFill>
                <a:latin typeface="Arial"/>
                <a:cs typeface="Arial"/>
              </a:rPr>
              <a:t>Backup Slides (Avionics)</a:t>
            </a:r>
          </a:p>
        </p:txBody>
      </p:sp>
      <p:sp>
        <p:nvSpPr>
          <p:cNvPr id="23" name="Shape 21">
            <a:extLst>
              <a:ext uri="{FF2B5EF4-FFF2-40B4-BE49-F238E27FC236}">
                <a16:creationId xmlns:a16="http://schemas.microsoft.com/office/drawing/2014/main" id="{233B39F9-83C6-2189-FD56-0D2BEB201700}"/>
              </a:ext>
            </a:extLst>
          </p:cNvPr>
          <p:cNvSpPr/>
          <p:nvPr/>
        </p:nvSpPr>
        <p:spPr>
          <a:xfrm>
            <a:off x="659956" y="3886200"/>
            <a:ext cx="3108960" cy="0"/>
          </a:xfrm>
          <a:prstGeom prst="line">
            <a:avLst/>
          </a:prstGeom>
          <a:noFill/>
          <a:ln w="25400">
            <a:solidFill>
              <a:srgbClr val="C6890F"/>
            </a:solidFill>
            <a:prstDash val="solid"/>
          </a:ln>
        </p:spPr>
        <p:txBody>
          <a:bodyPr/>
          <a:lstStyle/>
          <a:p>
            <a:endParaRPr lang="en-US" sz="1800"/>
          </a:p>
        </p:txBody>
      </p:sp>
      <p:sp>
        <p:nvSpPr>
          <p:cNvPr id="19" name="Text 19">
            <a:extLst>
              <a:ext uri="{FF2B5EF4-FFF2-40B4-BE49-F238E27FC236}">
                <a16:creationId xmlns:a16="http://schemas.microsoft.com/office/drawing/2014/main" id="{47A376DE-6A48-77E3-B779-9BE30569E6B7}"/>
              </a:ext>
            </a:extLst>
          </p:cNvPr>
          <p:cNvSpPr txBox="1"/>
          <p:nvPr/>
        </p:nvSpPr>
        <p:spPr>
          <a:xfrm>
            <a:off x="641500" y="2194881"/>
            <a:ext cx="8227457" cy="36566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kern="0" spc="300">
                <a:solidFill>
                  <a:srgbClr val="2E9BC4"/>
                </a:solidFill>
                <a:latin typeface="Arial"/>
                <a:ea typeface="Arial" pitchFamily="34" charset="-122"/>
                <a:cs typeface="Arial"/>
              </a:rPr>
              <a:t>ASEN 4018-013</a:t>
            </a:r>
            <a:endParaRPr lang="en-US" sz="1400">
              <a:latin typeface="Arial"/>
              <a:cs typeface="Arial"/>
            </a:endParaRPr>
          </a:p>
        </p:txBody>
      </p:sp>
    </p:spTree>
    <p:extLst>
      <p:ext uri="{BB962C8B-B14F-4D97-AF65-F5344CB8AC3E}">
        <p14:creationId xmlns:p14="http://schemas.microsoft.com/office/powerpoint/2010/main" val="426748259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63296" y="390144"/>
            <a:ext cx="609600" cy="609600"/>
          </a:xfrm>
          <a:prstGeom prst="roundRect">
            <a:avLst>
              <a:gd name="adj" fmla="val 20000"/>
            </a:avLst>
          </a:prstGeom>
          <a:solidFill>
            <a:srgbClr val="C8900F"/>
          </a:solidFill>
          <a:ln w="12700">
            <a:solidFill>
              <a:srgbClr val="C8900F"/>
            </a:solidFill>
            <a:prstDash val="solid"/>
          </a:ln>
          <a:effectLst>
            <a:outerShdw blurRad="38100" dist="25400" dir="5400000" algn="bl" rotWithShape="0">
              <a:srgbClr val="000000">
                <a:alpha val="25000"/>
              </a:srgbClr>
            </a:outerShdw>
          </a:effectLst>
        </p:spPr>
        <p:txBody>
          <a:bodyPr/>
          <a:lstStyle/>
          <a:p>
            <a:endParaRPr lang="en-US" sz="2400"/>
          </a:p>
        </p:txBody>
      </p:sp>
      <p:sp>
        <p:nvSpPr>
          <p:cNvPr id="3" name="Shape 1"/>
          <p:cNvSpPr/>
          <p:nvPr/>
        </p:nvSpPr>
        <p:spPr>
          <a:xfrm>
            <a:off x="621792" y="536448"/>
            <a:ext cx="292608" cy="109728"/>
          </a:xfrm>
          <a:prstGeom prst="roundRect">
            <a:avLst>
              <a:gd name="adj" fmla="val 33333"/>
            </a:avLst>
          </a:prstGeom>
          <a:ln w="19050">
            <a:solidFill>
              <a:srgbClr val="FFFFFF"/>
            </a:solidFill>
            <a:prstDash val="solid"/>
          </a:ln>
        </p:spPr>
        <p:txBody>
          <a:bodyPr/>
          <a:lstStyle/>
          <a:p>
            <a:endParaRPr lang="en-US" sz="2400"/>
          </a:p>
        </p:txBody>
      </p:sp>
      <p:sp>
        <p:nvSpPr>
          <p:cNvPr id="4" name="Shape 2"/>
          <p:cNvSpPr/>
          <p:nvPr/>
        </p:nvSpPr>
        <p:spPr>
          <a:xfrm>
            <a:off x="621792" y="719328"/>
            <a:ext cx="121920" cy="109728"/>
          </a:xfrm>
          <a:prstGeom prst="roundRect">
            <a:avLst>
              <a:gd name="adj" fmla="val 33333"/>
            </a:avLst>
          </a:prstGeom>
          <a:ln w="19050">
            <a:solidFill>
              <a:srgbClr val="FFFFFF"/>
            </a:solidFill>
            <a:prstDash val="solid"/>
          </a:ln>
        </p:spPr>
        <p:txBody>
          <a:bodyPr/>
          <a:lstStyle/>
          <a:p>
            <a:endParaRPr lang="en-US" sz="2400"/>
          </a:p>
        </p:txBody>
      </p:sp>
      <p:sp>
        <p:nvSpPr>
          <p:cNvPr id="5" name="Shape 3"/>
          <p:cNvSpPr/>
          <p:nvPr/>
        </p:nvSpPr>
        <p:spPr>
          <a:xfrm>
            <a:off x="792480" y="719328"/>
            <a:ext cx="121920" cy="109728"/>
          </a:xfrm>
          <a:prstGeom prst="roundRect">
            <a:avLst>
              <a:gd name="adj" fmla="val 33333"/>
            </a:avLst>
          </a:prstGeom>
          <a:ln w="19050">
            <a:solidFill>
              <a:srgbClr val="FFFFFF"/>
            </a:solidFill>
            <a:prstDash val="solid"/>
          </a:ln>
        </p:spPr>
        <p:txBody>
          <a:bodyPr/>
          <a:lstStyle/>
          <a:p>
            <a:endParaRPr lang="en-US" sz="2400"/>
          </a:p>
        </p:txBody>
      </p:sp>
      <p:sp>
        <p:nvSpPr>
          <p:cNvPr id="6" name="Shape 4"/>
          <p:cNvSpPr/>
          <p:nvPr/>
        </p:nvSpPr>
        <p:spPr>
          <a:xfrm>
            <a:off x="10363200" y="463296"/>
            <a:ext cx="1377696" cy="329184"/>
          </a:xfrm>
          <a:prstGeom prst="roundRect">
            <a:avLst>
              <a:gd name="adj" fmla="val 48148"/>
            </a:avLst>
          </a:prstGeom>
          <a:solidFill>
            <a:srgbClr val="C8900F"/>
          </a:solidFill>
          <a:ln w="12700">
            <a:solidFill>
              <a:srgbClr val="C8900F"/>
            </a:solidFill>
            <a:prstDash val="solid"/>
          </a:ln>
        </p:spPr>
        <p:txBody>
          <a:bodyPr/>
          <a:lstStyle/>
          <a:p>
            <a:endParaRPr lang="en-US" sz="2400"/>
          </a:p>
        </p:txBody>
      </p:sp>
      <p:sp>
        <p:nvSpPr>
          <p:cNvPr id="7" name="Text 5"/>
          <p:cNvSpPr txBox="1"/>
          <p:nvPr/>
        </p:nvSpPr>
        <p:spPr>
          <a:xfrm>
            <a:off x="10363200" y="463296"/>
            <a:ext cx="1377696" cy="329184"/>
          </a:xfrm>
          <a:prstGeom prst="rect">
            <a:avLst/>
          </a:prstGeom>
          <a:noFill/>
          <a:ln/>
        </p:spPr>
        <p:txBody>
          <a:bodyPr wrap="square" lIns="0" tIns="0" rIns="0" bIns="0" rtlCol="0" anchor="ctr"/>
          <a:lstStyle/>
          <a:p>
            <a:pPr algn="ctr"/>
            <a:r>
              <a:rPr lang="en-US" sz="1200" b="1" kern="0" spc="200">
                <a:solidFill>
                  <a:srgbClr val="3A2A00"/>
                </a:solidFill>
                <a:latin typeface="Arial" pitchFamily="34" charset="0"/>
                <a:ea typeface="Arial" pitchFamily="34" charset="-122"/>
                <a:cs typeface="Arial" pitchFamily="34" charset="-120"/>
              </a:rPr>
              <a:t>Trade Studies</a:t>
            </a:r>
            <a:endParaRPr lang="en-US" sz="1200"/>
          </a:p>
        </p:txBody>
      </p:sp>
      <p:sp>
        <p:nvSpPr>
          <p:cNvPr id="8" name="Text 6"/>
          <p:cNvSpPr txBox="1"/>
          <p:nvPr/>
        </p:nvSpPr>
        <p:spPr>
          <a:xfrm>
            <a:off x="1280160" y="365760"/>
            <a:ext cx="8900160" cy="670560"/>
          </a:xfrm>
          <a:prstGeom prst="rect">
            <a:avLst/>
          </a:prstGeom>
          <a:noFill/>
          <a:ln/>
        </p:spPr>
        <p:txBody>
          <a:bodyPr wrap="square" lIns="0" tIns="0" rIns="0" bIns="0" rtlCol="0" anchor="ctr"/>
          <a:lstStyle/>
          <a:p>
            <a:r>
              <a:rPr lang="en-US" sz="3200" b="1" kern="0" spc="133">
                <a:solidFill>
                  <a:srgbClr val="262626"/>
                </a:solidFill>
                <a:latin typeface="Arial" pitchFamily="34" charset="0"/>
                <a:ea typeface="Arial" pitchFamily="34" charset="-122"/>
                <a:cs typeface="Arial" pitchFamily="34" charset="-120"/>
              </a:rPr>
              <a:t>Trade Analysis - Operating System</a:t>
            </a:r>
            <a:endParaRPr lang="en-US" sz="3200"/>
          </a:p>
        </p:txBody>
      </p:sp>
      <p:sp>
        <p:nvSpPr>
          <p:cNvPr id="9" name="Text 7"/>
          <p:cNvSpPr txBox="1"/>
          <p:nvPr/>
        </p:nvSpPr>
        <p:spPr>
          <a:xfrm>
            <a:off x="487680" y="1280160"/>
            <a:ext cx="5974080" cy="2377440"/>
          </a:xfrm>
          <a:prstGeom prst="rect">
            <a:avLst/>
          </a:prstGeom>
          <a:noFill/>
          <a:ln/>
        </p:spPr>
        <p:txBody>
          <a:bodyPr wrap="square" rtlCol="0" anchor="t"/>
          <a:lstStyle/>
          <a:p>
            <a:pPr marL="457189" indent="-457189">
              <a:spcAft>
                <a:spcPts val="400"/>
              </a:spcAft>
              <a:buSzPct val="100000"/>
              <a:buChar char="•"/>
            </a:pPr>
            <a:r>
              <a:rPr lang="en-US" sz="1600">
                <a:solidFill>
                  <a:srgbClr val="000000"/>
                </a:solidFill>
                <a:latin typeface="Arial" pitchFamily="34" charset="0"/>
                <a:ea typeface="Arial" pitchFamily="34" charset="-122"/>
                <a:cs typeface="Arial" pitchFamily="34" charset="-120"/>
              </a:rPr>
              <a:t>Methods: Ubuntu, Debian (Raspberry Pi), Yocto (Pixhawk)</a:t>
            </a:r>
            <a:endParaRPr lang="en-US" sz="1600"/>
          </a:p>
          <a:p>
            <a:pPr marL="457189" indent="-457189">
              <a:spcAft>
                <a:spcPts val="400"/>
              </a:spcAft>
              <a:buSzPct val="100000"/>
              <a:buChar char="•"/>
            </a:pPr>
            <a:r>
              <a:rPr lang="en-US" sz="1600">
                <a:solidFill>
                  <a:srgbClr val="000000"/>
                </a:solidFill>
                <a:latin typeface="Arial" pitchFamily="34" charset="0"/>
                <a:ea typeface="Arial" pitchFamily="34" charset="-122"/>
                <a:cs typeface="Arial" pitchFamily="34" charset="-120"/>
              </a:rPr>
              <a:t>Primary Criteria: Integration Ease, Real-time Performance, Compute Usage</a:t>
            </a:r>
            <a:endParaRPr lang="en-US" sz="1600"/>
          </a:p>
          <a:p>
            <a:pPr marL="457189" indent="-457189">
              <a:spcAft>
                <a:spcPts val="400"/>
              </a:spcAft>
              <a:buSzPct val="100000"/>
              <a:buChar char="•"/>
            </a:pPr>
            <a:r>
              <a:rPr lang="en-US" sz="1600">
                <a:solidFill>
                  <a:srgbClr val="000000"/>
                </a:solidFill>
                <a:latin typeface="Arial" pitchFamily="34" charset="0"/>
                <a:ea typeface="Arial" pitchFamily="34" charset="-122"/>
                <a:cs typeface="Arial" pitchFamily="34" charset="-120"/>
              </a:rPr>
              <a:t>Integration weighted highest since ROS 2 and library support drive development time</a:t>
            </a:r>
            <a:endParaRPr lang="en-US" sz="1600"/>
          </a:p>
          <a:p>
            <a:pPr marL="457189" indent="-457189">
              <a:spcAft>
                <a:spcPts val="400"/>
              </a:spcAft>
              <a:buSzPct val="100000"/>
              <a:buChar char="•"/>
            </a:pPr>
            <a:r>
              <a:rPr lang="en-US" sz="1600">
                <a:solidFill>
                  <a:srgbClr val="000000"/>
                </a:solidFill>
                <a:latin typeface="Arial" pitchFamily="34" charset="0"/>
                <a:ea typeface="Arial" pitchFamily="34" charset="-122"/>
                <a:cs typeface="Arial" pitchFamily="34" charset="-120"/>
              </a:rPr>
              <a:t>Ubuntu led in integration, latency, and compute; won 100% of Monte Carlo trials</a:t>
            </a:r>
            <a:endParaRPr lang="en-US" sz="1600"/>
          </a:p>
        </p:txBody>
      </p:sp>
      <p:pic>
        <p:nvPicPr>
          <p:cNvPr id="11" name="Image 1" descr="oat_os.png"/>
          <p:cNvPicPr>
            <a:picLocks noChangeAspect="1"/>
          </p:cNvPicPr>
          <p:nvPr/>
        </p:nvPicPr>
        <p:blipFill>
          <a:blip r:embed="rId3"/>
          <a:stretch>
            <a:fillRect/>
          </a:stretch>
        </p:blipFill>
        <p:spPr>
          <a:xfrm>
            <a:off x="6522720" y="2164080"/>
            <a:ext cx="5242560" cy="2743200"/>
          </a:xfrm>
          <a:prstGeom prst="rect">
            <a:avLst/>
          </a:prstGeom>
        </p:spPr>
      </p:pic>
      <p:pic>
        <p:nvPicPr>
          <p:cNvPr id="15" name="Image 0" descr="mc_os.png">
            <a:extLst>
              <a:ext uri="{FF2B5EF4-FFF2-40B4-BE49-F238E27FC236}">
                <a16:creationId xmlns:a16="http://schemas.microsoft.com/office/drawing/2014/main" id="{33FB9BB5-8382-F001-8507-50E5F92133E1}"/>
              </a:ext>
            </a:extLst>
          </p:cNvPr>
          <p:cNvPicPr>
            <a:picLocks noChangeAspect="1"/>
          </p:cNvPicPr>
          <p:nvPr/>
        </p:nvPicPr>
        <p:blipFill>
          <a:blip r:embed="rId4"/>
          <a:stretch>
            <a:fillRect/>
          </a:stretch>
        </p:blipFill>
        <p:spPr>
          <a:xfrm>
            <a:off x="914400" y="3514344"/>
            <a:ext cx="4576723" cy="2953512"/>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98283-60CF-71FE-968F-486691AF984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DFCC1D2-A5C2-D17A-45A1-C7EA3515D7F5}"/>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15D4F0B6-87D5-4DAF-740A-CF782B2A6097}"/>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9B72767C-5435-A065-C125-385272D5742B}"/>
              </a:ext>
            </a:extLst>
          </p:cNvPr>
          <p:cNvSpPr txBox="1"/>
          <p:nvPr/>
        </p:nvSpPr>
        <p:spPr>
          <a:xfrm>
            <a:off x="1281748" y="353648"/>
            <a:ext cx="7680960" cy="658368"/>
          </a:xfrm>
          <a:prstGeom prst="rect">
            <a:avLst/>
          </a:prstGeom>
          <a:noFill/>
          <a:ln/>
        </p:spPr>
        <p:txBody>
          <a:bodyPr wrap="square" lIns="0" tIns="0" rIns="0" bIns="0" rtlCol="0" anchor="ctr"/>
          <a:lstStyle/>
          <a:p>
            <a:r>
              <a:rPr lang="en-US" sz="2800" b="1" kern="0" spc="100">
                <a:solidFill>
                  <a:srgbClr val="2B2A28"/>
                </a:solidFill>
                <a:latin typeface="Arial"/>
                <a:cs typeface="Arial"/>
              </a:rPr>
              <a:t>Summary of Critical Trade Results</a:t>
            </a:r>
          </a:p>
        </p:txBody>
      </p:sp>
      <p:sp>
        <p:nvSpPr>
          <p:cNvPr id="5" name="Shape 2">
            <a:extLst>
              <a:ext uri="{FF2B5EF4-FFF2-40B4-BE49-F238E27FC236}">
                <a16:creationId xmlns:a16="http://schemas.microsoft.com/office/drawing/2014/main" id="{7B6B9053-0008-BD19-8EF4-CD2CC3382881}"/>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7536F700-B397-5072-90E1-0D7397324582}"/>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13" name="Text 9">
            <a:extLst>
              <a:ext uri="{FF2B5EF4-FFF2-40B4-BE49-F238E27FC236}">
                <a16:creationId xmlns:a16="http://schemas.microsoft.com/office/drawing/2014/main" id="{D609EE83-D99B-7668-4835-18A197FACB37}"/>
              </a:ext>
            </a:extLst>
          </p:cNvPr>
          <p:cNvSpPr txBox="1"/>
          <p:nvPr/>
        </p:nvSpPr>
        <p:spPr>
          <a:xfrm>
            <a:off x="11367580" y="6492240"/>
            <a:ext cx="365760" cy="274320"/>
          </a:xfrm>
          <a:prstGeom prst="rect">
            <a:avLst/>
          </a:prstGeom>
          <a:noFill/>
          <a:ln/>
        </p:spPr>
        <p:txBody>
          <a:bodyPr wrap="square" lIns="0" tIns="0" rIns="0" bIns="0" rtlCol="0" anchor="ctr"/>
          <a:lstStyle/>
          <a:p>
            <a:pPr marL="0" indent="0" algn="r">
              <a:buNone/>
            </a:pPr>
            <a:r>
              <a:rPr lang="en-US" sz="900">
                <a:solidFill>
                  <a:srgbClr val="8A857C"/>
                </a:solidFill>
                <a:latin typeface="Arial" pitchFamily="34" charset="0"/>
                <a:ea typeface="Arial" pitchFamily="34" charset="-122"/>
                <a:cs typeface="Arial" pitchFamily="34" charset="-120"/>
              </a:rPr>
              <a:t>4</a:t>
            </a:r>
            <a:endParaRPr lang="en-US" sz="900"/>
          </a:p>
        </p:txBody>
      </p:sp>
      <p:graphicFrame>
        <p:nvGraphicFramePr>
          <p:cNvPr id="9" name="Table 8">
            <a:extLst>
              <a:ext uri="{FF2B5EF4-FFF2-40B4-BE49-F238E27FC236}">
                <a16:creationId xmlns:a16="http://schemas.microsoft.com/office/drawing/2014/main" id="{D7EB8634-728E-57AA-E3A3-979174968B2F}"/>
              </a:ext>
            </a:extLst>
          </p:cNvPr>
          <p:cNvGraphicFramePr>
            <a:graphicFrameLocks noGrp="1"/>
          </p:cNvGraphicFramePr>
          <p:nvPr/>
        </p:nvGraphicFramePr>
        <p:xfrm>
          <a:off x="533400" y="1390984"/>
          <a:ext cx="11325640" cy="4522470"/>
        </p:xfrm>
        <a:graphic>
          <a:graphicData uri="http://schemas.openxmlformats.org/drawingml/2006/table">
            <a:tbl>
              <a:tblPr firstRow="1" bandRow="1">
                <a:tableStyleId>{5C22544A-7EE6-4342-B048-85BDC9FD1C3A}</a:tableStyleId>
              </a:tblPr>
              <a:tblGrid>
                <a:gridCol w="1956118">
                  <a:extLst>
                    <a:ext uri="{9D8B030D-6E8A-4147-A177-3AD203B41FA5}">
                      <a16:colId xmlns:a16="http://schemas.microsoft.com/office/drawing/2014/main" val="3616859838"/>
                    </a:ext>
                  </a:extLst>
                </a:gridCol>
                <a:gridCol w="770404">
                  <a:extLst>
                    <a:ext uri="{9D8B030D-6E8A-4147-A177-3AD203B41FA5}">
                      <a16:colId xmlns:a16="http://schemas.microsoft.com/office/drawing/2014/main" val="1391556661"/>
                    </a:ext>
                  </a:extLst>
                </a:gridCol>
                <a:gridCol w="2401059">
                  <a:extLst>
                    <a:ext uri="{9D8B030D-6E8A-4147-A177-3AD203B41FA5}">
                      <a16:colId xmlns:a16="http://schemas.microsoft.com/office/drawing/2014/main" val="3241563168"/>
                    </a:ext>
                  </a:extLst>
                </a:gridCol>
                <a:gridCol w="655292">
                  <a:extLst>
                    <a:ext uri="{9D8B030D-6E8A-4147-A177-3AD203B41FA5}">
                      <a16:colId xmlns:a16="http://schemas.microsoft.com/office/drawing/2014/main" val="3290688747"/>
                    </a:ext>
                  </a:extLst>
                </a:gridCol>
                <a:gridCol w="1853495">
                  <a:extLst>
                    <a:ext uri="{9D8B030D-6E8A-4147-A177-3AD203B41FA5}">
                      <a16:colId xmlns:a16="http://schemas.microsoft.com/office/drawing/2014/main" val="1650367212"/>
                    </a:ext>
                  </a:extLst>
                </a:gridCol>
                <a:gridCol w="567832">
                  <a:extLst>
                    <a:ext uri="{9D8B030D-6E8A-4147-A177-3AD203B41FA5}">
                      <a16:colId xmlns:a16="http://schemas.microsoft.com/office/drawing/2014/main" val="2744186319"/>
                    </a:ext>
                  </a:extLst>
                </a:gridCol>
                <a:gridCol w="2467974">
                  <a:extLst>
                    <a:ext uri="{9D8B030D-6E8A-4147-A177-3AD203B41FA5}">
                      <a16:colId xmlns:a16="http://schemas.microsoft.com/office/drawing/2014/main" val="322221954"/>
                    </a:ext>
                  </a:extLst>
                </a:gridCol>
                <a:gridCol w="653466">
                  <a:extLst>
                    <a:ext uri="{9D8B030D-6E8A-4147-A177-3AD203B41FA5}">
                      <a16:colId xmlns:a16="http://schemas.microsoft.com/office/drawing/2014/main" val="3467864539"/>
                    </a:ext>
                  </a:extLst>
                </a:gridCol>
              </a:tblGrid>
              <a:tr h="0">
                <a:tc gridSpan="8">
                  <a:txBody>
                    <a:bodyPr/>
                    <a:lstStyle/>
                    <a:p>
                      <a:pPr algn="ctr" fontAlgn="b">
                        <a:lnSpc>
                          <a:spcPct val="100000"/>
                        </a:lnSpc>
                        <a:buNone/>
                      </a:pPr>
                      <a:r>
                        <a:rPr lang="en-US" sz="1400" b="1" i="0" u="none" strike="noStrike">
                          <a:solidFill>
                            <a:schemeClr val="bg1"/>
                          </a:solidFill>
                          <a:effectLst/>
                          <a:latin typeface="Arial" panose="020B0604020202020204" pitchFamily="34" charset="0"/>
                          <a:cs typeface="Arial" panose="020B0604020202020204" pitchFamily="34" charset="0"/>
                        </a:rPr>
                        <a:t>Operating System</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tcPr>
                </a:tc>
                <a:tc hMerge="1">
                  <a:txBody>
                    <a:bodyPr/>
                    <a:lstStyle/>
                    <a:p>
                      <a:pPr algn="ctr" fontAlgn="b">
                        <a:lnSpc>
                          <a:spcPct val="100000"/>
                        </a:lnSpc>
                        <a:buNone/>
                      </a:pP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tcPr>
                </a:tc>
                <a:tc hMerge="1">
                  <a:txBody>
                    <a:bodyPr/>
                    <a:lstStyle/>
                    <a:p>
                      <a:pPr algn="ctr" fontAlgn="b">
                        <a:lnSpc>
                          <a:spcPct val="100000"/>
                        </a:lnSpc>
                        <a:buNone/>
                      </a:pP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tcPr>
                </a:tc>
                <a:tc hMerge="1">
                  <a:txBody>
                    <a:bodyPr/>
                    <a:lstStyle/>
                    <a:p>
                      <a:pPr algn="ctr" fontAlgn="b">
                        <a:lnSpc>
                          <a:spcPct val="100000"/>
                        </a:lnSpc>
                        <a:buNone/>
                      </a:pP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tcPr>
                </a:tc>
                <a:tc hMerge="1">
                  <a:txBody>
                    <a:bodyPr/>
                    <a:lstStyle/>
                    <a:p>
                      <a:pPr algn="ctr" fontAlgn="b">
                        <a:lnSpc>
                          <a:spcPct val="100000"/>
                        </a:lnSpc>
                        <a:buNone/>
                      </a:pP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tcPr>
                </a:tc>
                <a:tc hMerge="1">
                  <a:txBody>
                    <a:bodyPr/>
                    <a:lstStyle/>
                    <a:p>
                      <a:pPr algn="ctr" fontAlgn="b">
                        <a:lnSpc>
                          <a:spcPct val="100000"/>
                        </a:lnSpc>
                        <a:buNone/>
                      </a:pP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tcPr>
                </a:tc>
                <a:tc hMerge="1">
                  <a:txBody>
                    <a:bodyPr/>
                    <a:lstStyle/>
                    <a:p>
                      <a:pPr algn="ctr" fontAlgn="b">
                        <a:lnSpc>
                          <a:spcPct val="100000"/>
                        </a:lnSpc>
                        <a:buNone/>
                      </a:pP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tcPr>
                </a:tc>
                <a:tc hMerge="1">
                  <a:txBody>
                    <a:bodyPr/>
                    <a:lstStyle/>
                    <a:p>
                      <a:pPr algn="ctr" fontAlgn="b">
                        <a:lnSpc>
                          <a:spcPct val="100000"/>
                        </a:lnSpc>
                        <a:buNone/>
                      </a:pP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280268544"/>
                  </a:ext>
                </a:extLst>
              </a:tr>
              <a:tr h="0">
                <a:tc>
                  <a:txBody>
                    <a:bodyPr/>
                    <a:lstStyle/>
                    <a:p>
                      <a:pPr algn="ctr" fontAlgn="b">
                        <a:lnSpc>
                          <a:spcPct val="100000"/>
                        </a:lnSpc>
                        <a:buNone/>
                      </a:pPr>
                      <a:r>
                        <a:rPr lang="en-US" sz="1400" b="1" i="0" u="none" strike="noStrike">
                          <a:solidFill>
                            <a:schemeClr val="tx1"/>
                          </a:solidFill>
                          <a:effectLst/>
                          <a:latin typeface="Arial" panose="020B0604020202020204" pitchFamily="34" charset="0"/>
                          <a:cs typeface="Arial" panose="020B0604020202020204" pitchFamily="34" charset="0"/>
                        </a:rPr>
                        <a:t>Criteria</a:t>
                      </a:r>
                    </a:p>
                  </a:txBody>
                  <a:tcPr marL="6350" marR="6350" marT="6350" anchor="b">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accent1">
                        <a:lumMod val="20000"/>
                        <a:lumOff val="80000"/>
                      </a:schemeClr>
                    </a:solidFill>
                  </a:tcPr>
                </a:tc>
                <a:tc>
                  <a:txBody>
                    <a:bodyPr/>
                    <a:lstStyle/>
                    <a:p>
                      <a:pPr algn="ctr" fontAlgn="b">
                        <a:lnSpc>
                          <a:spcPct val="100000"/>
                        </a:lnSpc>
                        <a:buNone/>
                      </a:pPr>
                      <a:r>
                        <a:rPr lang="en-US" sz="1400" b="1" i="0" u="none" strike="noStrike">
                          <a:solidFill>
                            <a:schemeClr val="tx1"/>
                          </a:solidFill>
                          <a:effectLst/>
                          <a:latin typeface="Arial" panose="020B0604020202020204" pitchFamily="34" charset="0"/>
                          <a:cs typeface="Arial" panose="020B0604020202020204" pitchFamily="34" charset="0"/>
                        </a:rPr>
                        <a:t>Weight</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accent1">
                        <a:lumMod val="20000"/>
                        <a:lumOff val="80000"/>
                      </a:schemeClr>
                    </a:solidFill>
                  </a:tcPr>
                </a:tc>
                <a:tc gridSpan="2">
                  <a:txBody>
                    <a:bodyPr/>
                    <a:lstStyle/>
                    <a:p>
                      <a:pPr algn="ctr" fontAlgn="b">
                        <a:lnSpc>
                          <a:spcPct val="100000"/>
                        </a:lnSpc>
                        <a:buNone/>
                      </a:pPr>
                      <a:r>
                        <a:rPr lang="en-US" sz="1400" b="1" i="0" u="none" strike="noStrike">
                          <a:solidFill>
                            <a:schemeClr val="tx1"/>
                          </a:solidFill>
                          <a:effectLst/>
                          <a:latin typeface="Arial" panose="020B0604020202020204" pitchFamily="34" charset="0"/>
                          <a:cs typeface="Arial" panose="020B0604020202020204" pitchFamily="34" charset="0"/>
                        </a:rPr>
                        <a:t>Ubuntu</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accent1">
                        <a:lumMod val="20000"/>
                        <a:lumOff val="80000"/>
                      </a:schemeClr>
                    </a:solidFill>
                  </a:tcPr>
                </a:tc>
                <a:tc hMerge="1">
                  <a:txBody>
                    <a:bodyPr/>
                    <a:lstStyle/>
                    <a:p>
                      <a:pPr algn="ctr" fontAlgn="b">
                        <a:lnSpc>
                          <a:spcPct val="100000"/>
                        </a:lnSpc>
                        <a:buNone/>
                      </a:pPr>
                      <a:endParaRPr lang="en-US" sz="1400" b="1"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accent1">
                        <a:lumMod val="60000"/>
                        <a:lumOff val="40000"/>
                      </a:schemeClr>
                    </a:solidFill>
                  </a:tcPr>
                </a:tc>
                <a:tc gridSpan="2">
                  <a:txBody>
                    <a:bodyPr/>
                    <a:lstStyle/>
                    <a:p>
                      <a:pPr algn="ctr" fontAlgn="b">
                        <a:lnSpc>
                          <a:spcPct val="100000"/>
                        </a:lnSpc>
                        <a:buNone/>
                      </a:pPr>
                      <a:r>
                        <a:rPr lang="en-US" sz="1400" b="1" i="0" u="none" strike="noStrike">
                          <a:solidFill>
                            <a:schemeClr val="tx1"/>
                          </a:solidFill>
                          <a:effectLst/>
                          <a:latin typeface="Arial" panose="020B0604020202020204" pitchFamily="34" charset="0"/>
                          <a:cs typeface="Arial" panose="020B0604020202020204" pitchFamily="34" charset="0"/>
                        </a:rPr>
                        <a:t>Debian (Raspberry Pi)</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fontAlgn="b">
                        <a:lnSpc>
                          <a:spcPct val="100000"/>
                        </a:lnSpc>
                        <a:buNone/>
                      </a:pPr>
                      <a:endParaRPr lang="en-US" sz="1400" b="1"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accent1">
                        <a:lumMod val="60000"/>
                        <a:lumOff val="40000"/>
                      </a:schemeClr>
                    </a:solidFill>
                  </a:tcPr>
                </a:tc>
                <a:tc gridSpan="2">
                  <a:txBody>
                    <a:bodyPr/>
                    <a:lstStyle/>
                    <a:p>
                      <a:pPr algn="ctr" fontAlgn="b">
                        <a:lnSpc>
                          <a:spcPct val="100000"/>
                        </a:lnSpc>
                        <a:buNone/>
                      </a:pPr>
                      <a:r>
                        <a:rPr lang="en-US" sz="1400" b="1" i="0" u="none" strike="noStrike" err="1">
                          <a:solidFill>
                            <a:schemeClr val="tx1"/>
                          </a:solidFill>
                          <a:effectLst/>
                          <a:latin typeface="Arial" panose="020B0604020202020204" pitchFamily="34" charset="0"/>
                          <a:cs typeface="Arial" panose="020B0604020202020204" pitchFamily="34" charset="0"/>
                        </a:rPr>
                        <a:t>Yocto</a:t>
                      </a:r>
                      <a:r>
                        <a:rPr lang="en-US" sz="1400" b="1" i="0" u="none" strike="noStrike">
                          <a:solidFill>
                            <a:schemeClr val="tx1"/>
                          </a:solidFill>
                          <a:effectLst/>
                          <a:latin typeface="Arial" panose="020B0604020202020204" pitchFamily="34" charset="0"/>
                          <a:cs typeface="Arial" panose="020B0604020202020204" pitchFamily="34" charset="0"/>
                        </a:rPr>
                        <a:t> (Pixhawk)</a:t>
                      </a: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solidFill>
                      <a:schemeClr val="accent1">
                        <a:lumMod val="20000"/>
                        <a:lumOff val="80000"/>
                      </a:schemeClr>
                    </a:solidFill>
                  </a:tcPr>
                </a:tc>
                <a:tc hMerge="1">
                  <a:txBody>
                    <a:bodyPr/>
                    <a:lstStyle/>
                    <a:p>
                      <a:pPr algn="ctr" fontAlgn="b">
                        <a:lnSpc>
                          <a:spcPct val="100000"/>
                        </a:lnSpc>
                        <a:buNone/>
                      </a:pPr>
                      <a:endParaRPr lang="en-US" sz="1400" b="1"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solidFill>
                      <a:schemeClr val="accent1">
                        <a:lumMod val="60000"/>
                        <a:lumOff val="40000"/>
                      </a:schemeClr>
                    </a:solidFill>
                  </a:tcPr>
                </a:tc>
                <a:extLst>
                  <a:ext uri="{0D108BD9-81ED-4DB2-BD59-A6C34878D82A}">
                    <a16:rowId xmlns:a16="http://schemas.microsoft.com/office/drawing/2014/main" val="3906162054"/>
                  </a:ext>
                </a:extLst>
              </a:tr>
              <a:tr h="0">
                <a:tc>
                  <a:txBody>
                    <a:bodyPr/>
                    <a:lstStyle/>
                    <a:p>
                      <a:pPr algn="ctr" fontAlgn="b">
                        <a:lnSpc>
                          <a:spcPct val="100000"/>
                        </a:lnSpc>
                        <a:buNone/>
                      </a:pPr>
                      <a:r>
                        <a:rPr lang="en-US" sz="1400" b="1" i="0" u="none" strike="noStrike">
                          <a:solidFill>
                            <a:schemeClr val="tx1"/>
                          </a:solidFill>
                          <a:effectLst/>
                          <a:latin typeface="Arial" panose="020B0604020202020204" pitchFamily="34" charset="0"/>
                          <a:cs typeface="Arial" panose="020B0604020202020204" pitchFamily="34" charset="0"/>
                        </a:rPr>
                        <a:t> </a:t>
                      </a:r>
                    </a:p>
                  </a:txBody>
                  <a:tcPr marL="6350" marR="6350" marT="6350" anchor="b">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lnSpc>
                          <a:spcPct val="100000"/>
                        </a:lnSpc>
                        <a:buNone/>
                      </a:pPr>
                      <a:r>
                        <a:rPr lang="en-US" sz="1400" b="1" i="0" u="none" strike="noStrike">
                          <a:solidFill>
                            <a:schemeClr val="tx1"/>
                          </a:solidFill>
                          <a:effectLst/>
                          <a:latin typeface="Arial" panose="020B0604020202020204" pitchFamily="34" charset="0"/>
                          <a:cs typeface="Arial" panose="020B0604020202020204" pitchFamily="34" charset="0"/>
                        </a:rPr>
                        <a:t>(Total = 100)</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lnSpc>
                          <a:spcPct val="100000"/>
                        </a:lnSpc>
                        <a:buNone/>
                      </a:pPr>
                      <a:r>
                        <a:rPr lang="en-US" sz="1400" b="1" i="0" u="none" strike="noStrike">
                          <a:solidFill>
                            <a:schemeClr val="tx1"/>
                          </a:solidFill>
                          <a:effectLst/>
                          <a:latin typeface="Arial" panose="020B0604020202020204" pitchFamily="34" charset="0"/>
                          <a:cs typeface="Arial" panose="020B0604020202020204" pitchFamily="34" charset="0"/>
                        </a:rPr>
                        <a:t>Value</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lnSpc>
                          <a:spcPct val="100000"/>
                        </a:lnSpc>
                        <a:buNone/>
                      </a:pPr>
                      <a:r>
                        <a:rPr lang="en-US" sz="1400" b="1" i="0" u="none" strike="noStrike">
                          <a:solidFill>
                            <a:schemeClr val="tx1"/>
                          </a:solidFill>
                          <a:effectLst/>
                          <a:latin typeface="Arial" panose="020B0604020202020204" pitchFamily="34" charset="0"/>
                          <a:cs typeface="Arial" panose="020B0604020202020204" pitchFamily="34" charset="0"/>
                        </a:rPr>
                        <a:t>Score (x/10)</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lnSpc>
                          <a:spcPct val="100000"/>
                        </a:lnSpc>
                        <a:buNone/>
                      </a:pPr>
                      <a:r>
                        <a:rPr lang="en-US" sz="1400" b="1" i="0" u="none" strike="noStrike">
                          <a:solidFill>
                            <a:schemeClr val="tx1"/>
                          </a:solidFill>
                          <a:effectLst/>
                          <a:latin typeface="Arial" panose="020B0604020202020204" pitchFamily="34" charset="0"/>
                          <a:cs typeface="Arial" panose="020B0604020202020204" pitchFamily="34" charset="0"/>
                        </a:rPr>
                        <a:t>Value</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lnSpc>
                          <a:spcPct val="100000"/>
                        </a:lnSpc>
                        <a:buNone/>
                      </a:pPr>
                      <a:r>
                        <a:rPr lang="en-US" sz="1400" b="1" i="0" u="none" strike="noStrike">
                          <a:solidFill>
                            <a:schemeClr val="tx1"/>
                          </a:solidFill>
                          <a:effectLst/>
                          <a:latin typeface="Arial" panose="020B0604020202020204" pitchFamily="34" charset="0"/>
                          <a:cs typeface="Arial" panose="020B0604020202020204" pitchFamily="34" charset="0"/>
                        </a:rPr>
                        <a:t>Score (x/10)</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lnSpc>
                          <a:spcPct val="100000"/>
                        </a:lnSpc>
                        <a:buNone/>
                      </a:pPr>
                      <a:r>
                        <a:rPr lang="en-US" sz="1400" b="1" i="0" u="none" strike="noStrike">
                          <a:solidFill>
                            <a:schemeClr val="tx1"/>
                          </a:solidFill>
                          <a:effectLst/>
                          <a:latin typeface="Arial" panose="020B0604020202020204" pitchFamily="34" charset="0"/>
                          <a:cs typeface="Arial" panose="020B0604020202020204" pitchFamily="34" charset="0"/>
                        </a:rPr>
                        <a:t>Value</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lnSpc>
                          <a:spcPct val="100000"/>
                        </a:lnSpc>
                        <a:buNone/>
                      </a:pPr>
                      <a:r>
                        <a:rPr lang="en-US" sz="1400" b="1" i="0" u="none" strike="noStrike">
                          <a:solidFill>
                            <a:schemeClr val="tx1"/>
                          </a:solidFill>
                          <a:effectLst/>
                          <a:latin typeface="Arial" panose="020B0604020202020204" pitchFamily="34" charset="0"/>
                          <a:cs typeface="Arial" panose="020B0604020202020204" pitchFamily="34" charset="0"/>
                        </a:rPr>
                        <a:t>Score (x/10)</a:t>
                      </a: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extLst>
                  <a:ext uri="{0D108BD9-81ED-4DB2-BD59-A6C34878D82A}">
                    <a16:rowId xmlns:a16="http://schemas.microsoft.com/office/drawing/2014/main" val="2489651766"/>
                  </a:ext>
                </a:extLst>
              </a:tr>
              <a:tr h="0">
                <a:tc>
                  <a:txBody>
                    <a:bodyPr/>
                    <a:lstStyle/>
                    <a:p>
                      <a:pPr algn="ctr" fontAlgn="b">
                        <a:lnSpc>
                          <a:spcPct val="100000"/>
                        </a:lnSpc>
                        <a:buNone/>
                      </a:pPr>
                      <a:r>
                        <a:rPr lang="en-US" sz="1400" b="0" i="0" u="none" strike="noStrike">
                          <a:solidFill>
                            <a:schemeClr val="tx1"/>
                          </a:solidFill>
                          <a:effectLst/>
                          <a:latin typeface="Arial" panose="020B0604020202020204" pitchFamily="34" charset="0"/>
                          <a:cs typeface="Arial" panose="020B0604020202020204" pitchFamily="34" charset="0"/>
                        </a:rPr>
                        <a:t>Integration Ease / Compatibility</a:t>
                      </a:r>
                    </a:p>
                  </a:txBody>
                  <a:tcPr marL="6350" marR="6350" marT="6350" anchor="b">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lnSpc>
                          <a:spcPct val="100000"/>
                        </a:lnSpc>
                        <a:buNone/>
                      </a:pPr>
                      <a:r>
                        <a:rPr lang="en-US" sz="1400" b="0" i="0" u="none" strike="noStrike">
                          <a:solidFill>
                            <a:schemeClr val="tx1"/>
                          </a:solidFill>
                          <a:effectLst/>
                          <a:latin typeface="Arial" panose="020B0604020202020204" pitchFamily="34" charset="0"/>
                          <a:cs typeface="Arial" panose="020B0604020202020204" pitchFamily="34" charset="0"/>
                        </a:rPr>
                        <a:t>30</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lnSpc>
                          <a:spcPct val="100000"/>
                        </a:lnSpc>
                        <a:buNone/>
                      </a:pPr>
                      <a:r>
                        <a:rPr lang="en-US" sz="1400">
                          <a:latin typeface="Arial" panose="020B0604020202020204" pitchFamily="34" charset="0"/>
                          <a:cs typeface="Arial" panose="020B0604020202020204" pitchFamily="34" charset="0"/>
                        </a:rPr>
                        <a:t>Native ROS 2 support with prebuilt packages.</a:t>
                      </a:r>
                      <a:endParaRPr lang="en-US" sz="1400" b="0"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lnSpc>
                          <a:spcPct val="100000"/>
                        </a:lnSpc>
                        <a:buNone/>
                      </a:pPr>
                      <a:r>
                        <a:rPr lang="en-US" sz="1400" b="0" i="0" u="none" strike="noStrike">
                          <a:solidFill>
                            <a:schemeClr val="tx1"/>
                          </a:solidFill>
                          <a:effectLst/>
                          <a:latin typeface="Arial" panose="020B0604020202020204" pitchFamily="34" charset="0"/>
                          <a:cs typeface="Arial" panose="020B0604020202020204" pitchFamily="34" charset="0"/>
                        </a:rPr>
                        <a:t>10</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lnSpc>
                          <a:spcPct val="100000"/>
                        </a:lnSpc>
                        <a:buNone/>
                      </a:pPr>
                      <a:r>
                        <a:rPr lang="en-US" sz="1400">
                          <a:latin typeface="Arial" panose="020B0604020202020204" pitchFamily="34" charset="0"/>
                          <a:cs typeface="Arial" panose="020B0604020202020204" pitchFamily="34" charset="0"/>
                        </a:rPr>
                        <a:t>ARM builds often need compiling from source.</a:t>
                      </a:r>
                      <a:endParaRPr lang="en-US" sz="1400" b="0"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lnSpc>
                          <a:spcPct val="100000"/>
                        </a:lnSpc>
                        <a:buNone/>
                      </a:pPr>
                      <a:r>
                        <a:rPr lang="en-US" sz="1400" b="0" i="0" u="none" strike="noStrike">
                          <a:solidFill>
                            <a:schemeClr val="tx1"/>
                          </a:solidFill>
                          <a:effectLst/>
                          <a:latin typeface="Arial" panose="020B0604020202020204" pitchFamily="34" charset="0"/>
                          <a:cs typeface="Arial" panose="020B0604020202020204" pitchFamily="34" charset="0"/>
                        </a:rPr>
                        <a:t>6</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lnSpc>
                          <a:spcPct val="100000"/>
                        </a:lnSpc>
                        <a:buNone/>
                      </a:pPr>
                      <a:r>
                        <a:rPr lang="en-US" sz="1400">
                          <a:latin typeface="Arial" panose="020B0604020202020204" pitchFamily="34" charset="0"/>
                          <a:cs typeface="Arial" panose="020B0604020202020204" pitchFamily="34" charset="0"/>
                        </a:rPr>
                        <a:t>Packages must be added via custom layers. </a:t>
                      </a:r>
                      <a:endParaRPr lang="en-US" sz="1400" b="0"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lnSpc>
                          <a:spcPct val="100000"/>
                        </a:lnSpc>
                        <a:buNone/>
                      </a:pPr>
                      <a:r>
                        <a:rPr lang="en-US" sz="1400" b="0" i="0" u="none" strike="noStrike">
                          <a:solidFill>
                            <a:schemeClr val="tx1"/>
                          </a:solidFill>
                          <a:effectLst/>
                          <a:latin typeface="Arial" panose="020B0604020202020204" pitchFamily="34" charset="0"/>
                          <a:cs typeface="Arial" panose="020B0604020202020204" pitchFamily="34" charset="0"/>
                        </a:rPr>
                        <a:t>4</a:t>
                      </a: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extLst>
                  <a:ext uri="{0D108BD9-81ED-4DB2-BD59-A6C34878D82A}">
                    <a16:rowId xmlns:a16="http://schemas.microsoft.com/office/drawing/2014/main" val="3694965228"/>
                  </a:ext>
                </a:extLst>
              </a:tr>
              <a:tr h="0">
                <a:tc>
                  <a:txBody>
                    <a:bodyPr/>
                    <a:lstStyle/>
                    <a:p>
                      <a:pPr algn="ctr" fontAlgn="b">
                        <a:lnSpc>
                          <a:spcPct val="100000"/>
                        </a:lnSpc>
                        <a:buNone/>
                      </a:pPr>
                      <a:r>
                        <a:rPr lang="en-US" sz="1400" b="0" i="0" u="none" strike="noStrike">
                          <a:solidFill>
                            <a:schemeClr val="tx1"/>
                          </a:solidFill>
                          <a:effectLst/>
                          <a:latin typeface="Arial" panose="020B0604020202020204" pitchFamily="34" charset="0"/>
                          <a:cs typeface="Arial" panose="020B0604020202020204" pitchFamily="34" charset="0"/>
                        </a:rPr>
                        <a:t>Real-time Performance/System Latency</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lnSpc>
                          <a:spcPct val="100000"/>
                        </a:lnSpc>
                        <a:buNone/>
                      </a:pPr>
                      <a:r>
                        <a:rPr lang="en-US" sz="1400" b="0" i="0" u="none" strike="noStrike">
                          <a:solidFill>
                            <a:schemeClr val="tx1"/>
                          </a:solidFill>
                          <a:effectLst/>
                          <a:latin typeface="Arial" panose="020B0604020202020204" pitchFamily="34" charset="0"/>
                          <a:cs typeface="Arial" panose="020B0604020202020204" pitchFamily="34" charset="0"/>
                        </a:rPr>
                        <a:t>20</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lnSpc>
                          <a:spcPct val="100000"/>
                        </a:lnSpc>
                        <a:buNone/>
                      </a:pPr>
                      <a:r>
                        <a:rPr lang="en-US" sz="1400">
                          <a:latin typeface="Arial" panose="020B0604020202020204" pitchFamily="34" charset="0"/>
                          <a:cs typeface="Arial" panose="020B0604020202020204" pitchFamily="34" charset="0"/>
                        </a:rPr>
                        <a:t>Fast hardware, optional real-time kernel.</a:t>
                      </a:r>
                      <a:endParaRPr lang="en-US" sz="1400" b="0"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lnSpc>
                          <a:spcPct val="100000"/>
                        </a:lnSpc>
                        <a:buNone/>
                      </a:pPr>
                      <a:r>
                        <a:rPr lang="en-US" sz="1400" b="0" i="0" u="none" strike="noStrike">
                          <a:solidFill>
                            <a:schemeClr val="tx1"/>
                          </a:solidFill>
                          <a:effectLst/>
                          <a:latin typeface="Arial" panose="020B0604020202020204" pitchFamily="34" charset="0"/>
                          <a:cs typeface="Arial" panose="020B0604020202020204" pitchFamily="34" charset="0"/>
                        </a:rPr>
                        <a:t>10</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lnSpc>
                          <a:spcPct val="100000"/>
                        </a:lnSpc>
                        <a:buNone/>
                      </a:pPr>
                      <a:r>
                        <a:rPr lang="en-US" sz="1400">
                          <a:latin typeface="Arial" panose="020B0604020202020204" pitchFamily="34" charset="0"/>
                          <a:cs typeface="Arial" panose="020B0604020202020204" pitchFamily="34" charset="0"/>
                        </a:rPr>
                        <a:t>Decent latency, limited by the Pi's CPU.</a:t>
                      </a:r>
                      <a:endParaRPr lang="en-US" sz="1400" b="0"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lnSpc>
                          <a:spcPct val="100000"/>
                        </a:lnSpc>
                        <a:buNone/>
                      </a:pPr>
                      <a:r>
                        <a:rPr lang="en-US" sz="1400" b="0" i="0" u="none" strike="noStrike">
                          <a:solidFill>
                            <a:schemeClr val="tx1"/>
                          </a:solidFill>
                          <a:effectLst/>
                          <a:latin typeface="Arial" panose="020B0604020202020204" pitchFamily="34" charset="0"/>
                          <a:cs typeface="Arial" panose="020B0604020202020204" pitchFamily="34" charset="0"/>
                        </a:rPr>
                        <a:t>8</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lnSpc>
                          <a:spcPct val="100000"/>
                        </a:lnSpc>
                        <a:buNone/>
                      </a:pPr>
                      <a:r>
                        <a:rPr lang="en-US" sz="1400">
                          <a:latin typeface="Arial" panose="020B0604020202020204" pitchFamily="34" charset="0"/>
                          <a:cs typeface="Arial" panose="020B0604020202020204" pitchFamily="34" charset="0"/>
                        </a:rPr>
                        <a:t>Competes with the flight stack for resources.</a:t>
                      </a:r>
                      <a:endParaRPr lang="en-US" sz="1400" b="0"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lnSpc>
                          <a:spcPct val="100000"/>
                        </a:lnSpc>
                        <a:buNone/>
                      </a:pPr>
                      <a:r>
                        <a:rPr lang="en-US" sz="1400" b="0" i="0" u="none" strike="noStrike">
                          <a:solidFill>
                            <a:schemeClr val="tx1"/>
                          </a:solidFill>
                          <a:effectLst/>
                          <a:latin typeface="Arial" panose="020B0604020202020204" pitchFamily="34" charset="0"/>
                          <a:cs typeface="Arial" panose="020B0604020202020204" pitchFamily="34" charset="0"/>
                        </a:rPr>
                        <a:t>4</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extLst>
                  <a:ext uri="{0D108BD9-81ED-4DB2-BD59-A6C34878D82A}">
                    <a16:rowId xmlns:a16="http://schemas.microsoft.com/office/drawing/2014/main" val="3597120456"/>
                  </a:ext>
                </a:extLst>
              </a:tr>
              <a:tr h="174355">
                <a:tc>
                  <a:txBody>
                    <a:bodyPr/>
                    <a:lstStyle/>
                    <a:p>
                      <a:pPr algn="ctr" fontAlgn="b">
                        <a:lnSpc>
                          <a:spcPct val="100000"/>
                        </a:lnSpc>
                        <a:buNone/>
                      </a:pPr>
                      <a:r>
                        <a:rPr lang="en-US" sz="1400" b="0" i="0" u="none" strike="noStrike">
                          <a:solidFill>
                            <a:schemeClr val="tx1"/>
                          </a:solidFill>
                          <a:effectLst/>
                          <a:latin typeface="Arial" panose="020B0604020202020204" pitchFamily="34" charset="0"/>
                          <a:cs typeface="Arial" panose="020B0604020202020204" pitchFamily="34" charset="0"/>
                        </a:rPr>
                        <a:t>Compute Usage</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lnSpc>
                          <a:spcPct val="100000"/>
                        </a:lnSpc>
                        <a:buNone/>
                      </a:pPr>
                      <a:r>
                        <a:rPr lang="en-US" sz="1400" b="0" i="0" u="none" strike="noStrike">
                          <a:solidFill>
                            <a:schemeClr val="tx1"/>
                          </a:solidFill>
                          <a:effectLst/>
                          <a:latin typeface="Arial" panose="020B0604020202020204" pitchFamily="34" charset="0"/>
                          <a:cs typeface="Arial" panose="020B0604020202020204" pitchFamily="34" charset="0"/>
                        </a:rPr>
                        <a:t>20</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lnSpc>
                          <a:spcPct val="100000"/>
                        </a:lnSpc>
                        <a:buNone/>
                      </a:pPr>
                      <a:r>
                        <a:rPr lang="en-US" sz="1400">
                          <a:latin typeface="Arial" panose="020B0604020202020204" pitchFamily="34" charset="0"/>
                          <a:cs typeface="Arial" panose="020B0604020202020204" pitchFamily="34" charset="0"/>
                        </a:rPr>
                        <a:t>Plenty of CPU/RAM headroom.</a:t>
                      </a:r>
                      <a:endParaRPr lang="en-US" sz="1400" b="0"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lnSpc>
                          <a:spcPct val="100000"/>
                        </a:lnSpc>
                        <a:buNone/>
                      </a:pPr>
                      <a:r>
                        <a:rPr lang="en-US" sz="1400" b="0" i="0" u="none" strike="noStrike">
                          <a:solidFill>
                            <a:schemeClr val="tx1"/>
                          </a:solidFill>
                          <a:effectLst/>
                          <a:latin typeface="Arial" panose="020B0604020202020204" pitchFamily="34" charset="0"/>
                          <a:cs typeface="Arial" panose="020B0604020202020204" pitchFamily="34" charset="0"/>
                        </a:rPr>
                        <a:t>10</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lnSpc>
                          <a:spcPct val="100000"/>
                        </a:lnSpc>
                        <a:buNone/>
                      </a:pPr>
                      <a:r>
                        <a:rPr lang="en-US" sz="1400">
                          <a:latin typeface="Arial" panose="020B0604020202020204" pitchFamily="34" charset="0"/>
                          <a:cs typeface="Arial" panose="020B0604020202020204" pitchFamily="34" charset="0"/>
                        </a:rPr>
                        <a:t>Moderate headroom, lightweight OS.</a:t>
                      </a:r>
                      <a:endParaRPr lang="en-US" sz="1400" b="0"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lnSpc>
                          <a:spcPct val="100000"/>
                        </a:lnSpc>
                        <a:buNone/>
                      </a:pPr>
                      <a:r>
                        <a:rPr lang="en-US" sz="1400" b="0" i="0" u="none" strike="noStrike">
                          <a:solidFill>
                            <a:schemeClr val="tx1"/>
                          </a:solidFill>
                          <a:effectLst/>
                          <a:latin typeface="Arial" panose="020B0604020202020204" pitchFamily="34" charset="0"/>
                          <a:cs typeface="Arial" panose="020B0604020202020204" pitchFamily="34" charset="0"/>
                        </a:rPr>
                        <a:t>8</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lnSpc>
                          <a:spcPct val="100000"/>
                        </a:lnSpc>
                        <a:buNone/>
                      </a:pPr>
                      <a:r>
                        <a:rPr lang="en-US" sz="1400">
                          <a:latin typeface="Arial" panose="020B0604020202020204" pitchFamily="34" charset="0"/>
                          <a:cs typeface="Arial" panose="020B0604020202020204" pitchFamily="34" charset="0"/>
                        </a:rPr>
                        <a:t>Flight control uses most resources. </a:t>
                      </a:r>
                      <a:endParaRPr lang="en-US" sz="1400" b="0"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lnSpc>
                          <a:spcPct val="100000"/>
                        </a:lnSpc>
                        <a:buNone/>
                      </a:pPr>
                      <a:r>
                        <a:rPr lang="en-US" sz="1400" b="0" i="0" u="none" strike="noStrike">
                          <a:solidFill>
                            <a:schemeClr val="tx1"/>
                          </a:solidFill>
                          <a:effectLst/>
                          <a:latin typeface="Arial" panose="020B0604020202020204" pitchFamily="34" charset="0"/>
                          <a:cs typeface="Arial" panose="020B0604020202020204" pitchFamily="34" charset="0"/>
                        </a:rPr>
                        <a:t>2</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extLst>
                  <a:ext uri="{0D108BD9-81ED-4DB2-BD59-A6C34878D82A}">
                    <a16:rowId xmlns:a16="http://schemas.microsoft.com/office/drawing/2014/main" val="3938116395"/>
                  </a:ext>
                </a:extLst>
              </a:tr>
              <a:tr h="362927">
                <a:tc>
                  <a:txBody>
                    <a:bodyPr/>
                    <a:lstStyle/>
                    <a:p>
                      <a:pPr algn="ctr" fontAlgn="b">
                        <a:lnSpc>
                          <a:spcPct val="100000"/>
                        </a:lnSpc>
                        <a:buNone/>
                      </a:pPr>
                      <a:r>
                        <a:rPr lang="en-US" sz="1400" b="0" i="0" u="none" strike="noStrike">
                          <a:solidFill>
                            <a:schemeClr val="tx1"/>
                          </a:solidFill>
                          <a:effectLst/>
                          <a:latin typeface="Arial" panose="020B0604020202020204" pitchFamily="34" charset="0"/>
                          <a:cs typeface="Arial" panose="020B0604020202020204" pitchFamily="34" charset="0"/>
                        </a:rPr>
                        <a:t>Hardware Support</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lnSpc>
                          <a:spcPct val="100000"/>
                        </a:lnSpc>
                        <a:buNone/>
                      </a:pPr>
                      <a:r>
                        <a:rPr lang="en-US" sz="1400" b="0" i="0" u="none" strike="noStrike">
                          <a:solidFill>
                            <a:schemeClr val="tx1"/>
                          </a:solidFill>
                          <a:effectLst/>
                          <a:latin typeface="Arial" panose="020B0604020202020204" pitchFamily="34" charset="0"/>
                          <a:cs typeface="Arial" panose="020B0604020202020204" pitchFamily="34" charset="0"/>
                        </a:rPr>
                        <a:t>20</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lnSpc>
                          <a:spcPct val="100000"/>
                        </a:lnSpc>
                        <a:buNone/>
                      </a:pPr>
                      <a:r>
                        <a:rPr lang="en-US" sz="1400">
                          <a:latin typeface="Arial" panose="020B0604020202020204" pitchFamily="34" charset="0"/>
                          <a:cs typeface="Arial" panose="020B0604020202020204" pitchFamily="34" charset="0"/>
                        </a:rPr>
                        <a:t>Needs extra interfaces or drivers for sensors.</a:t>
                      </a:r>
                      <a:endParaRPr lang="en-US" sz="1400" b="0"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lnSpc>
                          <a:spcPct val="100000"/>
                        </a:lnSpc>
                        <a:buNone/>
                      </a:pPr>
                      <a:r>
                        <a:rPr lang="en-US" sz="1400" b="0" i="0" u="none" strike="noStrike">
                          <a:solidFill>
                            <a:schemeClr val="tx1"/>
                          </a:solidFill>
                          <a:effectLst/>
                          <a:latin typeface="Arial" panose="020B0604020202020204" pitchFamily="34" charset="0"/>
                          <a:cs typeface="Arial" panose="020B0604020202020204" pitchFamily="34" charset="0"/>
                        </a:rPr>
                        <a:t>6</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lnSpc>
                          <a:spcPct val="100000"/>
                        </a:lnSpc>
                        <a:buNone/>
                      </a:pPr>
                      <a:r>
                        <a:rPr lang="en-US" sz="1400">
                          <a:latin typeface="Arial" panose="020B0604020202020204" pitchFamily="34" charset="0"/>
                          <a:cs typeface="Arial" panose="020B0604020202020204" pitchFamily="34" charset="0"/>
                        </a:rPr>
                        <a:t>GPIO and camera support, but peripherals need HATs or USB.</a:t>
                      </a:r>
                      <a:endParaRPr lang="en-US" sz="1400" b="0"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lnSpc>
                          <a:spcPct val="100000"/>
                        </a:lnSpc>
                        <a:buNone/>
                      </a:pPr>
                      <a:r>
                        <a:rPr lang="en-US" sz="1400" b="0" i="0" u="none" strike="noStrike">
                          <a:solidFill>
                            <a:schemeClr val="tx1"/>
                          </a:solidFill>
                          <a:effectLst/>
                          <a:latin typeface="Arial" panose="020B0604020202020204" pitchFamily="34" charset="0"/>
                          <a:cs typeface="Arial" panose="020B0604020202020204" pitchFamily="34" charset="0"/>
                        </a:rPr>
                        <a:t>6</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lnSpc>
                          <a:spcPct val="100000"/>
                        </a:lnSpc>
                        <a:buNone/>
                      </a:pPr>
                      <a:r>
                        <a:rPr lang="en-US" sz="1400">
                          <a:latin typeface="Arial" panose="020B0604020202020204" pitchFamily="34" charset="0"/>
                          <a:cs typeface="Arial" panose="020B0604020202020204" pitchFamily="34" charset="0"/>
                        </a:rPr>
                        <a:t>Built for the board, with direct sensor access. </a:t>
                      </a:r>
                      <a:endParaRPr lang="en-US" sz="1400" b="0"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lnSpc>
                          <a:spcPct val="100000"/>
                        </a:lnSpc>
                        <a:buNone/>
                      </a:pPr>
                      <a:r>
                        <a:rPr lang="en-US" sz="1400" b="0" i="0" u="none" strike="noStrike">
                          <a:solidFill>
                            <a:schemeClr val="tx1"/>
                          </a:solidFill>
                          <a:effectLst/>
                          <a:latin typeface="Arial" panose="020B0604020202020204" pitchFamily="34" charset="0"/>
                          <a:cs typeface="Arial" panose="020B0604020202020204" pitchFamily="34" charset="0"/>
                        </a:rPr>
                        <a:t>10</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extLst>
                  <a:ext uri="{0D108BD9-81ED-4DB2-BD59-A6C34878D82A}">
                    <a16:rowId xmlns:a16="http://schemas.microsoft.com/office/drawing/2014/main" val="789170633"/>
                  </a:ext>
                </a:extLst>
              </a:tr>
              <a:tr h="243440">
                <a:tc>
                  <a:txBody>
                    <a:bodyPr/>
                    <a:lstStyle/>
                    <a:p>
                      <a:pPr algn="ctr" fontAlgn="b">
                        <a:lnSpc>
                          <a:spcPct val="100000"/>
                        </a:lnSpc>
                        <a:buNone/>
                      </a:pPr>
                      <a:r>
                        <a:rPr lang="en-US" sz="1400" b="0" i="0" u="none" strike="noStrike">
                          <a:solidFill>
                            <a:schemeClr val="tx1"/>
                          </a:solidFill>
                          <a:effectLst/>
                          <a:latin typeface="Arial" panose="020B0604020202020204" pitchFamily="34" charset="0"/>
                          <a:cs typeface="Arial" panose="020B0604020202020204" pitchFamily="34" charset="0"/>
                        </a:rPr>
                        <a:t>Development Ease</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lnSpc>
                          <a:spcPct val="100000"/>
                        </a:lnSpc>
                        <a:buNone/>
                      </a:pPr>
                      <a:r>
                        <a:rPr lang="en-US" sz="1400" b="0" i="0" u="none" strike="noStrike">
                          <a:solidFill>
                            <a:schemeClr val="tx1"/>
                          </a:solidFill>
                          <a:effectLst/>
                          <a:latin typeface="Arial" panose="020B0604020202020204" pitchFamily="34" charset="0"/>
                          <a:cs typeface="Arial" panose="020B0604020202020204" pitchFamily="34" charset="0"/>
                        </a:rPr>
                        <a:t>10</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lnSpc>
                          <a:spcPct val="100000"/>
                        </a:lnSpc>
                        <a:buNone/>
                      </a:pPr>
                      <a:r>
                        <a:rPr lang="en-US" sz="1400">
                          <a:latin typeface="Arial" panose="020B0604020202020204" pitchFamily="34" charset="0"/>
                          <a:cs typeface="Arial" panose="020B0604020202020204" pitchFamily="34" charset="0"/>
                        </a:rPr>
                        <a:t>Off-board setup requires a telemetry link and networking.</a:t>
                      </a:r>
                      <a:endParaRPr lang="en-US" sz="1400" b="0"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lnSpc>
                          <a:spcPct val="100000"/>
                        </a:lnSpc>
                        <a:buNone/>
                      </a:pPr>
                      <a:r>
                        <a:rPr lang="en-US" sz="1400" b="0" i="0" u="none" strike="noStrike">
                          <a:solidFill>
                            <a:schemeClr val="tx1"/>
                          </a:solidFill>
                          <a:effectLst/>
                          <a:latin typeface="Arial" panose="020B0604020202020204" pitchFamily="34" charset="0"/>
                          <a:cs typeface="Arial" panose="020B0604020202020204" pitchFamily="34" charset="0"/>
                        </a:rPr>
                        <a:t>4</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lnSpc>
                          <a:spcPct val="100000"/>
                        </a:lnSpc>
                        <a:buNone/>
                      </a:pPr>
                      <a:r>
                        <a:rPr lang="en-US" sz="1400">
                          <a:latin typeface="Arial" panose="020B0604020202020204" pitchFamily="34" charset="0"/>
                          <a:cs typeface="Arial" panose="020B0604020202020204" pitchFamily="34" charset="0"/>
                        </a:rPr>
                        <a:t>Large community, easy to develop on the device over SSH. </a:t>
                      </a:r>
                      <a:endParaRPr lang="en-US" sz="1400" b="0"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lnSpc>
                          <a:spcPct val="100000"/>
                        </a:lnSpc>
                        <a:buNone/>
                      </a:pPr>
                      <a:r>
                        <a:rPr lang="en-US" sz="1400" b="0" i="0" u="none" strike="noStrike">
                          <a:solidFill>
                            <a:schemeClr val="tx1"/>
                          </a:solidFill>
                          <a:effectLst/>
                          <a:latin typeface="Arial" panose="020B0604020202020204" pitchFamily="34" charset="0"/>
                          <a:cs typeface="Arial" panose="020B0604020202020204" pitchFamily="34" charset="0"/>
                        </a:rPr>
                        <a:t>8</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lnSpc>
                          <a:spcPct val="100000"/>
                        </a:lnSpc>
                        <a:buNone/>
                      </a:pPr>
                      <a:r>
                        <a:rPr lang="en-US" sz="1400">
                          <a:latin typeface="Arial" panose="020B0604020202020204" pitchFamily="34" charset="0"/>
                          <a:cs typeface="Arial" panose="020B0604020202020204" pitchFamily="34" charset="0"/>
                        </a:rPr>
                        <a:t>Vendor image and tools target the hardware directly.</a:t>
                      </a:r>
                      <a:endParaRPr lang="en-US" sz="1400" b="0"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lnSpc>
                          <a:spcPct val="100000"/>
                        </a:lnSpc>
                        <a:buNone/>
                      </a:pPr>
                      <a:r>
                        <a:rPr lang="en-US" sz="1400" b="0" i="0" u="none" strike="noStrike">
                          <a:solidFill>
                            <a:schemeClr val="tx1"/>
                          </a:solidFill>
                          <a:effectLst/>
                          <a:latin typeface="Arial" panose="020B0604020202020204" pitchFamily="34" charset="0"/>
                          <a:cs typeface="Arial" panose="020B0604020202020204" pitchFamily="34" charset="0"/>
                        </a:rPr>
                        <a:t>10</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extLst>
                  <a:ext uri="{0D108BD9-81ED-4DB2-BD59-A6C34878D82A}">
                    <a16:rowId xmlns:a16="http://schemas.microsoft.com/office/drawing/2014/main" val="2794867893"/>
                  </a:ext>
                </a:extLst>
              </a:tr>
              <a:tr h="0">
                <a:tc>
                  <a:txBody>
                    <a:bodyPr/>
                    <a:lstStyle/>
                    <a:p>
                      <a:pPr algn="ctr" fontAlgn="b">
                        <a:lnSpc>
                          <a:spcPct val="100000"/>
                        </a:lnSpc>
                        <a:buNone/>
                      </a:pPr>
                      <a:r>
                        <a:rPr lang="en-US" sz="1400" b="0" i="0" u="none" strike="noStrike">
                          <a:solidFill>
                            <a:schemeClr val="tx1"/>
                          </a:solidFill>
                          <a:effectLst/>
                          <a:latin typeface="Arial" panose="020B0604020202020204" pitchFamily="34" charset="0"/>
                          <a:cs typeface="Arial" panose="020B0604020202020204" pitchFamily="34" charset="0"/>
                        </a:rPr>
                        <a:t>Max Score</a:t>
                      </a:r>
                    </a:p>
                  </a:txBody>
                  <a:tcPr marL="6350" marR="6350" marT="6350" anchor="b">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lnSpc>
                          <a:spcPct val="100000"/>
                        </a:lnSpc>
                        <a:buNone/>
                      </a:pPr>
                      <a:r>
                        <a:rPr lang="en-US" sz="1400" b="0" i="0" u="none" strike="noStrike">
                          <a:solidFill>
                            <a:schemeClr val="tx1"/>
                          </a:solidFill>
                          <a:effectLst/>
                          <a:latin typeface="Arial" panose="020B0604020202020204" pitchFamily="34" charset="0"/>
                          <a:cs typeface="Arial" panose="020B0604020202020204" pitchFamily="34" charset="0"/>
                        </a:rPr>
                        <a:t>100</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gridSpan="2">
                  <a:txBody>
                    <a:bodyPr/>
                    <a:lstStyle/>
                    <a:p>
                      <a:pPr algn="ctr" fontAlgn="b">
                        <a:lnSpc>
                          <a:spcPct val="100000"/>
                        </a:lnSpc>
                        <a:buNone/>
                      </a:pPr>
                      <a:r>
                        <a:rPr lang="en-US" sz="1400" b="0" i="0" u="none" strike="noStrike">
                          <a:solidFill>
                            <a:schemeClr val="tx1"/>
                          </a:solidFill>
                          <a:effectLst/>
                          <a:latin typeface="Arial" panose="020B0604020202020204" pitchFamily="34" charset="0"/>
                          <a:cs typeface="Arial" panose="020B0604020202020204" pitchFamily="34" charset="0"/>
                        </a:rPr>
                        <a:t>86</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hMerge="1">
                  <a:txBody>
                    <a:bodyPr/>
                    <a:lstStyle/>
                    <a:p>
                      <a:pPr algn="ctr" fontAlgn="b">
                        <a:lnSpc>
                          <a:spcPct val="100000"/>
                        </a:lnSpc>
                        <a:buNone/>
                      </a:pPr>
                      <a:endParaRPr lang="en-US" sz="1400" b="0"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gridSpan="2">
                  <a:txBody>
                    <a:bodyPr/>
                    <a:lstStyle/>
                    <a:p>
                      <a:pPr algn="ctr" fontAlgn="b">
                        <a:lnSpc>
                          <a:spcPct val="100000"/>
                        </a:lnSpc>
                        <a:buNone/>
                      </a:pPr>
                      <a:r>
                        <a:rPr lang="en-US" sz="1400" b="0" i="0" u="none" strike="noStrike">
                          <a:solidFill>
                            <a:schemeClr val="tx1"/>
                          </a:solidFill>
                          <a:effectLst/>
                          <a:latin typeface="Arial" panose="020B0604020202020204" pitchFamily="34" charset="0"/>
                          <a:cs typeface="Arial" panose="020B0604020202020204" pitchFamily="34" charset="0"/>
                        </a:rPr>
                        <a:t>70</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hMerge="1">
                  <a:txBody>
                    <a:bodyPr/>
                    <a:lstStyle/>
                    <a:p>
                      <a:pPr algn="ctr" fontAlgn="b">
                        <a:lnSpc>
                          <a:spcPct val="100000"/>
                        </a:lnSpc>
                        <a:buNone/>
                      </a:pPr>
                      <a:endParaRPr lang="en-US" sz="1400" b="0"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gridSpan="2">
                  <a:txBody>
                    <a:bodyPr/>
                    <a:lstStyle/>
                    <a:p>
                      <a:pPr algn="ctr" fontAlgn="b">
                        <a:lnSpc>
                          <a:spcPct val="100000"/>
                        </a:lnSpc>
                        <a:buNone/>
                      </a:pPr>
                      <a:r>
                        <a:rPr lang="en-US" sz="1400" b="0" i="0" u="none" strike="noStrike">
                          <a:solidFill>
                            <a:schemeClr val="tx1"/>
                          </a:solidFill>
                          <a:effectLst/>
                          <a:latin typeface="Arial" panose="020B0604020202020204" pitchFamily="34" charset="0"/>
                          <a:cs typeface="Arial" panose="020B0604020202020204" pitchFamily="34" charset="0"/>
                        </a:rPr>
                        <a:t>54</a:t>
                      </a: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hMerge="1">
                  <a:txBody>
                    <a:bodyPr/>
                    <a:lstStyle/>
                    <a:p>
                      <a:pPr algn="ctr" fontAlgn="b">
                        <a:lnSpc>
                          <a:spcPct val="100000"/>
                        </a:lnSpc>
                        <a:buNone/>
                      </a:pPr>
                      <a:endParaRPr lang="en-US" sz="1400" b="0"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extLst>
                  <a:ext uri="{0D108BD9-81ED-4DB2-BD59-A6C34878D82A}">
                    <a16:rowId xmlns:a16="http://schemas.microsoft.com/office/drawing/2014/main" val="1011697383"/>
                  </a:ext>
                </a:extLst>
              </a:tr>
            </a:tbl>
          </a:graphicData>
        </a:graphic>
      </p:graphicFrame>
    </p:spTree>
    <p:extLst>
      <p:ext uri="{BB962C8B-B14F-4D97-AF65-F5344CB8AC3E}">
        <p14:creationId xmlns:p14="http://schemas.microsoft.com/office/powerpoint/2010/main" val="8202441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63296" y="390144"/>
            <a:ext cx="609600" cy="609600"/>
          </a:xfrm>
          <a:prstGeom prst="roundRect">
            <a:avLst>
              <a:gd name="adj" fmla="val 20000"/>
            </a:avLst>
          </a:prstGeom>
          <a:solidFill>
            <a:srgbClr val="C8900F"/>
          </a:solidFill>
          <a:ln w="12700">
            <a:solidFill>
              <a:srgbClr val="C8900F"/>
            </a:solidFill>
            <a:prstDash val="solid"/>
          </a:ln>
          <a:effectLst>
            <a:outerShdw blurRad="38100" dist="25400" dir="5400000" algn="bl" rotWithShape="0">
              <a:srgbClr val="000000">
                <a:alpha val="25000"/>
              </a:srgbClr>
            </a:outerShdw>
          </a:effectLst>
        </p:spPr>
        <p:txBody>
          <a:bodyPr/>
          <a:lstStyle/>
          <a:p>
            <a:endParaRPr lang="en-US" sz="2400"/>
          </a:p>
        </p:txBody>
      </p:sp>
      <p:sp>
        <p:nvSpPr>
          <p:cNvPr id="3" name="Shape 1"/>
          <p:cNvSpPr/>
          <p:nvPr/>
        </p:nvSpPr>
        <p:spPr>
          <a:xfrm>
            <a:off x="621792" y="536448"/>
            <a:ext cx="292608" cy="109728"/>
          </a:xfrm>
          <a:prstGeom prst="roundRect">
            <a:avLst>
              <a:gd name="adj" fmla="val 33333"/>
            </a:avLst>
          </a:prstGeom>
          <a:ln w="19050">
            <a:solidFill>
              <a:srgbClr val="FFFFFF"/>
            </a:solidFill>
            <a:prstDash val="solid"/>
          </a:ln>
        </p:spPr>
        <p:txBody>
          <a:bodyPr/>
          <a:lstStyle/>
          <a:p>
            <a:endParaRPr lang="en-US" sz="2400"/>
          </a:p>
        </p:txBody>
      </p:sp>
      <p:sp>
        <p:nvSpPr>
          <p:cNvPr id="4" name="Shape 2"/>
          <p:cNvSpPr/>
          <p:nvPr/>
        </p:nvSpPr>
        <p:spPr>
          <a:xfrm>
            <a:off x="621792" y="719328"/>
            <a:ext cx="121920" cy="109728"/>
          </a:xfrm>
          <a:prstGeom prst="roundRect">
            <a:avLst>
              <a:gd name="adj" fmla="val 33333"/>
            </a:avLst>
          </a:prstGeom>
          <a:ln w="19050">
            <a:solidFill>
              <a:srgbClr val="FFFFFF"/>
            </a:solidFill>
            <a:prstDash val="solid"/>
          </a:ln>
        </p:spPr>
        <p:txBody>
          <a:bodyPr/>
          <a:lstStyle/>
          <a:p>
            <a:endParaRPr lang="en-US" sz="2400"/>
          </a:p>
        </p:txBody>
      </p:sp>
      <p:sp>
        <p:nvSpPr>
          <p:cNvPr id="5" name="Shape 3"/>
          <p:cNvSpPr/>
          <p:nvPr/>
        </p:nvSpPr>
        <p:spPr>
          <a:xfrm>
            <a:off x="792480" y="719328"/>
            <a:ext cx="121920" cy="109728"/>
          </a:xfrm>
          <a:prstGeom prst="roundRect">
            <a:avLst>
              <a:gd name="adj" fmla="val 33333"/>
            </a:avLst>
          </a:prstGeom>
          <a:ln w="19050">
            <a:solidFill>
              <a:srgbClr val="FFFFFF"/>
            </a:solidFill>
            <a:prstDash val="solid"/>
          </a:ln>
        </p:spPr>
        <p:txBody>
          <a:bodyPr/>
          <a:lstStyle/>
          <a:p>
            <a:endParaRPr lang="en-US" sz="2400"/>
          </a:p>
        </p:txBody>
      </p:sp>
      <p:sp>
        <p:nvSpPr>
          <p:cNvPr id="6" name="Shape 4"/>
          <p:cNvSpPr/>
          <p:nvPr/>
        </p:nvSpPr>
        <p:spPr>
          <a:xfrm>
            <a:off x="10363200" y="463296"/>
            <a:ext cx="1377696" cy="329184"/>
          </a:xfrm>
          <a:prstGeom prst="roundRect">
            <a:avLst>
              <a:gd name="adj" fmla="val 48148"/>
            </a:avLst>
          </a:prstGeom>
          <a:solidFill>
            <a:srgbClr val="C8900F"/>
          </a:solidFill>
          <a:ln w="12700">
            <a:solidFill>
              <a:srgbClr val="C8900F"/>
            </a:solidFill>
            <a:prstDash val="solid"/>
          </a:ln>
        </p:spPr>
        <p:txBody>
          <a:bodyPr/>
          <a:lstStyle/>
          <a:p>
            <a:endParaRPr lang="en-US" sz="2400"/>
          </a:p>
        </p:txBody>
      </p:sp>
      <p:sp>
        <p:nvSpPr>
          <p:cNvPr id="7" name="Text 5"/>
          <p:cNvSpPr txBox="1"/>
          <p:nvPr/>
        </p:nvSpPr>
        <p:spPr>
          <a:xfrm>
            <a:off x="10363200" y="463296"/>
            <a:ext cx="1377696" cy="329184"/>
          </a:xfrm>
          <a:prstGeom prst="rect">
            <a:avLst/>
          </a:prstGeom>
          <a:noFill/>
          <a:ln/>
        </p:spPr>
        <p:txBody>
          <a:bodyPr wrap="square" lIns="0" tIns="0" rIns="0" bIns="0" rtlCol="0" anchor="ctr"/>
          <a:lstStyle/>
          <a:p>
            <a:pPr algn="ctr"/>
            <a:r>
              <a:rPr lang="en-US" sz="1200" b="1" kern="0" spc="200">
                <a:solidFill>
                  <a:srgbClr val="3A2A00"/>
                </a:solidFill>
                <a:latin typeface="Arial" pitchFamily="34" charset="0"/>
                <a:ea typeface="Arial" pitchFamily="34" charset="-122"/>
                <a:cs typeface="Arial" pitchFamily="34" charset="-120"/>
              </a:rPr>
              <a:t>Trade Studies</a:t>
            </a:r>
            <a:endParaRPr lang="en-US" sz="1200"/>
          </a:p>
        </p:txBody>
      </p:sp>
      <p:sp>
        <p:nvSpPr>
          <p:cNvPr id="8" name="Text 6"/>
          <p:cNvSpPr txBox="1"/>
          <p:nvPr/>
        </p:nvSpPr>
        <p:spPr>
          <a:xfrm>
            <a:off x="1280160" y="365760"/>
            <a:ext cx="8900160" cy="670560"/>
          </a:xfrm>
          <a:prstGeom prst="rect">
            <a:avLst/>
          </a:prstGeom>
          <a:noFill/>
          <a:ln/>
        </p:spPr>
        <p:txBody>
          <a:bodyPr wrap="square" lIns="0" tIns="0" rIns="0" bIns="0" rtlCol="0" anchor="ctr"/>
          <a:lstStyle/>
          <a:p>
            <a:r>
              <a:rPr lang="en-US" sz="3200" b="1" kern="0" spc="133">
                <a:solidFill>
                  <a:srgbClr val="262626"/>
                </a:solidFill>
                <a:latin typeface="Arial" pitchFamily="34" charset="0"/>
                <a:ea typeface="Arial" pitchFamily="34" charset="-122"/>
                <a:cs typeface="Arial" pitchFamily="34" charset="-120"/>
              </a:rPr>
              <a:t>Trade Analysis - Data Flow Methods</a:t>
            </a:r>
            <a:endParaRPr lang="en-US" sz="3200"/>
          </a:p>
        </p:txBody>
      </p:sp>
      <p:sp>
        <p:nvSpPr>
          <p:cNvPr id="9" name="Text 7"/>
          <p:cNvSpPr txBox="1"/>
          <p:nvPr/>
        </p:nvSpPr>
        <p:spPr>
          <a:xfrm>
            <a:off x="487680" y="1280160"/>
            <a:ext cx="5974080" cy="2377440"/>
          </a:xfrm>
          <a:prstGeom prst="rect">
            <a:avLst/>
          </a:prstGeom>
          <a:noFill/>
          <a:ln/>
        </p:spPr>
        <p:txBody>
          <a:bodyPr wrap="square" rtlCol="0" anchor="t"/>
          <a:lstStyle/>
          <a:p>
            <a:pPr marL="457189" indent="-457189">
              <a:spcAft>
                <a:spcPts val="400"/>
              </a:spcAft>
              <a:buSzPct val="100000"/>
              <a:buChar char="•"/>
            </a:pPr>
            <a:r>
              <a:rPr lang="en-US" sz="1600">
                <a:solidFill>
                  <a:srgbClr val="000000"/>
                </a:solidFill>
                <a:latin typeface="Arial" pitchFamily="34" charset="0"/>
                <a:ea typeface="Arial" pitchFamily="34" charset="-122"/>
                <a:cs typeface="Arial" pitchFamily="34" charset="-120"/>
              </a:rPr>
              <a:t>Methods: Decoupled, Centralized</a:t>
            </a:r>
            <a:endParaRPr lang="en-US" sz="1600"/>
          </a:p>
          <a:p>
            <a:pPr marL="457189" indent="-457189">
              <a:spcAft>
                <a:spcPts val="400"/>
              </a:spcAft>
              <a:buSzPct val="100000"/>
              <a:buChar char="•"/>
            </a:pPr>
            <a:r>
              <a:rPr lang="en-US" sz="1600">
                <a:solidFill>
                  <a:srgbClr val="000000"/>
                </a:solidFill>
                <a:latin typeface="Arial" pitchFamily="34" charset="0"/>
                <a:ea typeface="Arial" pitchFamily="34" charset="-122"/>
                <a:cs typeface="Arial" pitchFamily="34" charset="-120"/>
              </a:rPr>
              <a:t>Primary Criteria: Manual Override Ability, Bandwidth</a:t>
            </a:r>
            <a:endParaRPr lang="en-US" sz="1600"/>
          </a:p>
          <a:p>
            <a:pPr marL="457189" indent="-457189">
              <a:spcAft>
                <a:spcPts val="400"/>
              </a:spcAft>
              <a:buSzPct val="100000"/>
              <a:buChar char="•"/>
            </a:pPr>
            <a:r>
              <a:rPr lang="en-US" sz="1600">
                <a:solidFill>
                  <a:srgbClr val="000000"/>
                </a:solidFill>
                <a:latin typeface="Arial" pitchFamily="34" charset="0"/>
                <a:ea typeface="Arial" pitchFamily="34" charset="-122"/>
                <a:cs typeface="Arial" pitchFamily="34" charset="-120"/>
              </a:rPr>
              <a:t>Override and bandwidth weighted highest since the FC must stay in control if the OC fails</a:t>
            </a:r>
            <a:endParaRPr lang="en-US" sz="1600"/>
          </a:p>
          <a:p>
            <a:pPr marL="457189" indent="-457189">
              <a:spcAft>
                <a:spcPts val="400"/>
              </a:spcAft>
              <a:buSzPct val="100000"/>
              <a:buChar char="•"/>
            </a:pPr>
            <a:r>
              <a:rPr lang="en-US" sz="1600">
                <a:solidFill>
                  <a:srgbClr val="000000"/>
                </a:solidFill>
                <a:latin typeface="Arial" pitchFamily="34" charset="0"/>
                <a:ea typeface="Arial" pitchFamily="34" charset="-122"/>
                <a:cs typeface="Arial" pitchFamily="34" charset="-120"/>
              </a:rPr>
              <a:t>Decoupled won 100% of Monte Carlo trials: independent FC, lower latency, simpler wiring</a:t>
            </a:r>
            <a:endParaRPr lang="en-US" sz="1600"/>
          </a:p>
        </p:txBody>
      </p:sp>
      <p:pic>
        <p:nvPicPr>
          <p:cNvPr id="11" name="Image 1" descr="oat_df.png"/>
          <p:cNvPicPr>
            <a:picLocks noChangeAspect="1"/>
          </p:cNvPicPr>
          <p:nvPr/>
        </p:nvPicPr>
        <p:blipFill>
          <a:blip r:embed="rId3"/>
          <a:stretch>
            <a:fillRect/>
          </a:stretch>
        </p:blipFill>
        <p:spPr>
          <a:xfrm>
            <a:off x="6522720" y="2164080"/>
            <a:ext cx="5242560" cy="2743200"/>
          </a:xfrm>
          <a:prstGeom prst="rect">
            <a:avLst/>
          </a:prstGeom>
        </p:spPr>
      </p:pic>
      <p:pic>
        <p:nvPicPr>
          <p:cNvPr id="13" name="Image 0" descr="mc_df.png">
            <a:extLst>
              <a:ext uri="{FF2B5EF4-FFF2-40B4-BE49-F238E27FC236}">
                <a16:creationId xmlns:a16="http://schemas.microsoft.com/office/drawing/2014/main" id="{C9EFA670-E3FB-029C-191F-FF1C696F6FDA}"/>
              </a:ext>
            </a:extLst>
          </p:cNvPr>
          <p:cNvPicPr>
            <a:picLocks noChangeAspect="1"/>
          </p:cNvPicPr>
          <p:nvPr/>
        </p:nvPicPr>
        <p:blipFill>
          <a:blip r:embed="rId4"/>
          <a:stretch>
            <a:fillRect/>
          </a:stretch>
        </p:blipFill>
        <p:spPr>
          <a:xfrm>
            <a:off x="621792" y="3368040"/>
            <a:ext cx="4576723" cy="2953512"/>
          </a:xfrm>
          <a:prstGeom prst="rect">
            <a:avLst/>
          </a:prstGeom>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D4326-8A38-6E31-EAF7-B441883E4F3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788DCCC-54DC-27B1-950E-EB0DF0C8F370}"/>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74321050-28D7-8D84-6BE1-F5A51327B0C4}"/>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FD297CA8-D87D-8712-4630-04CA09F7DECE}"/>
              </a:ext>
            </a:extLst>
          </p:cNvPr>
          <p:cNvSpPr txBox="1"/>
          <p:nvPr/>
        </p:nvSpPr>
        <p:spPr>
          <a:xfrm>
            <a:off x="1281748" y="353648"/>
            <a:ext cx="7680960" cy="658368"/>
          </a:xfrm>
          <a:prstGeom prst="rect">
            <a:avLst/>
          </a:prstGeom>
          <a:noFill/>
          <a:ln/>
        </p:spPr>
        <p:txBody>
          <a:bodyPr wrap="square" lIns="0" tIns="0" rIns="0" bIns="0" rtlCol="0" anchor="ctr"/>
          <a:lstStyle/>
          <a:p>
            <a:r>
              <a:rPr lang="en-US" sz="2800" b="1" kern="0" spc="100">
                <a:solidFill>
                  <a:srgbClr val="2B2A28"/>
                </a:solidFill>
                <a:latin typeface="Arial"/>
                <a:cs typeface="Arial"/>
              </a:rPr>
              <a:t>Summary of Critical Trade Results</a:t>
            </a:r>
          </a:p>
        </p:txBody>
      </p:sp>
      <p:sp>
        <p:nvSpPr>
          <p:cNvPr id="5" name="Shape 2">
            <a:extLst>
              <a:ext uri="{FF2B5EF4-FFF2-40B4-BE49-F238E27FC236}">
                <a16:creationId xmlns:a16="http://schemas.microsoft.com/office/drawing/2014/main" id="{0206445B-3F69-9704-04F4-6A47AB96989D}"/>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1D88A0AC-7DF7-DFDD-D717-58B4D2457CAA}"/>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13" name="Text 9">
            <a:extLst>
              <a:ext uri="{FF2B5EF4-FFF2-40B4-BE49-F238E27FC236}">
                <a16:creationId xmlns:a16="http://schemas.microsoft.com/office/drawing/2014/main" id="{464AFBEE-E462-F60C-FE40-41B873811ED6}"/>
              </a:ext>
            </a:extLst>
          </p:cNvPr>
          <p:cNvSpPr txBox="1"/>
          <p:nvPr/>
        </p:nvSpPr>
        <p:spPr>
          <a:xfrm>
            <a:off x="11367580" y="6492240"/>
            <a:ext cx="365760" cy="274320"/>
          </a:xfrm>
          <a:prstGeom prst="rect">
            <a:avLst/>
          </a:prstGeom>
          <a:noFill/>
          <a:ln/>
        </p:spPr>
        <p:txBody>
          <a:bodyPr wrap="square" lIns="0" tIns="0" rIns="0" bIns="0" rtlCol="0" anchor="ctr"/>
          <a:lstStyle/>
          <a:p>
            <a:pPr marL="0" indent="0" algn="r">
              <a:buNone/>
            </a:pPr>
            <a:r>
              <a:rPr lang="en-US" sz="900">
                <a:solidFill>
                  <a:srgbClr val="8A857C"/>
                </a:solidFill>
                <a:latin typeface="Arial" pitchFamily="34" charset="0"/>
                <a:ea typeface="Arial" pitchFamily="34" charset="-122"/>
                <a:cs typeface="Arial" pitchFamily="34" charset="-120"/>
              </a:rPr>
              <a:t>4</a:t>
            </a:r>
            <a:endParaRPr lang="en-US" sz="900"/>
          </a:p>
        </p:txBody>
      </p:sp>
      <p:graphicFrame>
        <p:nvGraphicFramePr>
          <p:cNvPr id="9" name="Table 8">
            <a:extLst>
              <a:ext uri="{FF2B5EF4-FFF2-40B4-BE49-F238E27FC236}">
                <a16:creationId xmlns:a16="http://schemas.microsoft.com/office/drawing/2014/main" id="{496524AA-4F29-36DE-D310-9EDE8AF02F5D}"/>
              </a:ext>
            </a:extLst>
          </p:cNvPr>
          <p:cNvGraphicFramePr>
            <a:graphicFrameLocks noGrp="1"/>
          </p:cNvGraphicFramePr>
          <p:nvPr/>
        </p:nvGraphicFramePr>
        <p:xfrm>
          <a:off x="941591" y="1479664"/>
          <a:ext cx="10405859" cy="4095750"/>
        </p:xfrm>
        <a:graphic>
          <a:graphicData uri="http://schemas.openxmlformats.org/drawingml/2006/table">
            <a:tbl>
              <a:tblPr firstRow="1" bandRow="1">
                <a:tableStyleId>{5C22544A-7EE6-4342-B048-85BDC9FD1C3A}</a:tableStyleId>
              </a:tblPr>
              <a:tblGrid>
                <a:gridCol w="2597150">
                  <a:extLst>
                    <a:ext uri="{9D8B030D-6E8A-4147-A177-3AD203B41FA5}">
                      <a16:colId xmlns:a16="http://schemas.microsoft.com/office/drawing/2014/main" val="3616859838"/>
                    </a:ext>
                  </a:extLst>
                </a:gridCol>
                <a:gridCol w="1100301">
                  <a:extLst>
                    <a:ext uri="{9D8B030D-6E8A-4147-A177-3AD203B41FA5}">
                      <a16:colId xmlns:a16="http://schemas.microsoft.com/office/drawing/2014/main" val="1391556661"/>
                    </a:ext>
                  </a:extLst>
                </a:gridCol>
                <a:gridCol w="2401059">
                  <a:extLst>
                    <a:ext uri="{9D8B030D-6E8A-4147-A177-3AD203B41FA5}">
                      <a16:colId xmlns:a16="http://schemas.microsoft.com/office/drawing/2014/main" val="3241563168"/>
                    </a:ext>
                  </a:extLst>
                </a:gridCol>
                <a:gridCol w="655292">
                  <a:extLst>
                    <a:ext uri="{9D8B030D-6E8A-4147-A177-3AD203B41FA5}">
                      <a16:colId xmlns:a16="http://schemas.microsoft.com/office/drawing/2014/main" val="3290688747"/>
                    </a:ext>
                  </a:extLst>
                </a:gridCol>
                <a:gridCol w="2858307">
                  <a:extLst>
                    <a:ext uri="{9D8B030D-6E8A-4147-A177-3AD203B41FA5}">
                      <a16:colId xmlns:a16="http://schemas.microsoft.com/office/drawing/2014/main" val="1650367212"/>
                    </a:ext>
                  </a:extLst>
                </a:gridCol>
                <a:gridCol w="793750">
                  <a:extLst>
                    <a:ext uri="{9D8B030D-6E8A-4147-A177-3AD203B41FA5}">
                      <a16:colId xmlns:a16="http://schemas.microsoft.com/office/drawing/2014/main" val="2744186319"/>
                    </a:ext>
                  </a:extLst>
                </a:gridCol>
              </a:tblGrid>
              <a:tr h="0">
                <a:tc gridSpan="6">
                  <a:txBody>
                    <a:bodyPr/>
                    <a:lstStyle/>
                    <a:p>
                      <a:pPr algn="ctr" fontAlgn="b">
                        <a:buNone/>
                      </a:pPr>
                      <a:r>
                        <a:rPr lang="en-US" sz="1400" b="1" i="0" u="none" strike="noStrike">
                          <a:solidFill>
                            <a:schemeClr val="bg1"/>
                          </a:solidFill>
                          <a:effectLst/>
                          <a:latin typeface="Arial" panose="020B0604020202020204" pitchFamily="34" charset="0"/>
                          <a:cs typeface="Arial" panose="020B0604020202020204" pitchFamily="34" charset="0"/>
                        </a:rPr>
                        <a:t>Data Flow Methods</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tcPr>
                </a:tc>
                <a:tc hMerge="1">
                  <a:txBody>
                    <a:bodyPr/>
                    <a:lstStyle/>
                    <a:p>
                      <a:pPr algn="ctr" fontAlgn="b">
                        <a:buNone/>
                      </a:pP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tcPr>
                </a:tc>
                <a:tc hMerge="1">
                  <a:txBody>
                    <a:bodyPr/>
                    <a:lstStyle/>
                    <a:p>
                      <a:pPr algn="ctr" fontAlgn="b">
                        <a:buNone/>
                      </a:pP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tcPr>
                </a:tc>
                <a:tc hMerge="1">
                  <a:txBody>
                    <a:bodyPr/>
                    <a:lstStyle/>
                    <a:p>
                      <a:pPr algn="ctr" fontAlgn="b">
                        <a:buNone/>
                      </a:pP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tcPr>
                </a:tc>
                <a:tc hMerge="1">
                  <a:txBody>
                    <a:bodyPr/>
                    <a:lstStyle/>
                    <a:p>
                      <a:pPr algn="ctr" fontAlgn="b">
                        <a:buNone/>
                      </a:pP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tcPr>
                </a:tc>
                <a:tc hMerge="1">
                  <a:txBody>
                    <a:bodyPr/>
                    <a:lstStyle/>
                    <a:p>
                      <a:pPr algn="ctr" fontAlgn="b">
                        <a:buNone/>
                      </a:pP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280268544"/>
                  </a:ext>
                </a:extLst>
              </a:tr>
              <a:tr h="0">
                <a:tc>
                  <a:txBody>
                    <a:bodyPr/>
                    <a:lstStyle/>
                    <a:p>
                      <a:pPr algn="ctr" fontAlgn="b">
                        <a:buNone/>
                      </a:pPr>
                      <a:r>
                        <a:rPr lang="en-US" sz="1400" b="1" i="0" u="none" strike="noStrike">
                          <a:solidFill>
                            <a:schemeClr val="tx1"/>
                          </a:solidFill>
                          <a:effectLst/>
                          <a:latin typeface="Arial" panose="020B0604020202020204" pitchFamily="34" charset="0"/>
                          <a:cs typeface="Arial" panose="020B0604020202020204" pitchFamily="34" charset="0"/>
                        </a:rPr>
                        <a:t>Criteria</a:t>
                      </a:r>
                    </a:p>
                  </a:txBody>
                  <a:tcPr marL="6350" marR="6350" marT="6350" anchor="b">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accent1">
                        <a:lumMod val="20000"/>
                        <a:lumOff val="80000"/>
                      </a:schemeClr>
                    </a:solidFill>
                  </a:tcPr>
                </a:tc>
                <a:tc>
                  <a:txBody>
                    <a:bodyPr/>
                    <a:lstStyle/>
                    <a:p>
                      <a:pPr algn="ctr" fontAlgn="b">
                        <a:buNone/>
                      </a:pPr>
                      <a:r>
                        <a:rPr lang="en-US" sz="1400" b="1" i="0" u="none" strike="noStrike">
                          <a:solidFill>
                            <a:schemeClr val="tx1"/>
                          </a:solidFill>
                          <a:effectLst/>
                          <a:latin typeface="Arial" panose="020B0604020202020204" pitchFamily="34" charset="0"/>
                          <a:cs typeface="Arial" panose="020B0604020202020204" pitchFamily="34" charset="0"/>
                        </a:rPr>
                        <a:t>Weight</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accent1">
                        <a:lumMod val="20000"/>
                        <a:lumOff val="80000"/>
                      </a:schemeClr>
                    </a:solidFill>
                  </a:tcPr>
                </a:tc>
                <a:tc gridSpan="2">
                  <a:txBody>
                    <a:bodyPr/>
                    <a:lstStyle/>
                    <a:p>
                      <a:pPr algn="ctr" fontAlgn="b">
                        <a:buNone/>
                      </a:pPr>
                      <a:r>
                        <a:rPr lang="en-US" sz="1400" b="1" i="0" u="none" strike="noStrike">
                          <a:solidFill>
                            <a:schemeClr val="tx1"/>
                          </a:solidFill>
                          <a:effectLst/>
                          <a:latin typeface="Arial" panose="020B0604020202020204" pitchFamily="34" charset="0"/>
                          <a:cs typeface="Arial" panose="020B0604020202020204" pitchFamily="34" charset="0"/>
                        </a:rPr>
                        <a:t>Decoupled</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accent1">
                        <a:lumMod val="20000"/>
                        <a:lumOff val="80000"/>
                      </a:schemeClr>
                    </a:solidFill>
                  </a:tcPr>
                </a:tc>
                <a:tc hMerge="1">
                  <a:txBody>
                    <a:bodyPr/>
                    <a:lstStyle/>
                    <a:p>
                      <a:pPr algn="ctr" fontAlgn="b">
                        <a:buNone/>
                      </a:pPr>
                      <a:endParaRPr lang="en-US" sz="1400" b="1"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accent1">
                        <a:lumMod val="60000"/>
                        <a:lumOff val="40000"/>
                      </a:schemeClr>
                    </a:solidFill>
                  </a:tcPr>
                </a:tc>
                <a:tc gridSpan="2">
                  <a:txBody>
                    <a:bodyPr/>
                    <a:lstStyle/>
                    <a:p>
                      <a:pPr algn="ctr" fontAlgn="b">
                        <a:buNone/>
                      </a:pPr>
                      <a:r>
                        <a:rPr lang="en-US" sz="1400" b="1" i="0" u="none" strike="noStrike">
                          <a:solidFill>
                            <a:schemeClr val="tx1"/>
                          </a:solidFill>
                          <a:effectLst/>
                          <a:latin typeface="Arial" panose="020B0604020202020204" pitchFamily="34" charset="0"/>
                          <a:cs typeface="Arial" panose="020B0604020202020204" pitchFamily="34" charset="0"/>
                        </a:rPr>
                        <a:t>Centralized</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fontAlgn="b">
                        <a:buNone/>
                      </a:pPr>
                      <a:endParaRPr lang="en-US" sz="1400" b="1"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accent1">
                        <a:lumMod val="60000"/>
                        <a:lumOff val="40000"/>
                      </a:schemeClr>
                    </a:solidFill>
                  </a:tcPr>
                </a:tc>
                <a:extLst>
                  <a:ext uri="{0D108BD9-81ED-4DB2-BD59-A6C34878D82A}">
                    <a16:rowId xmlns:a16="http://schemas.microsoft.com/office/drawing/2014/main" val="2676214266"/>
                  </a:ext>
                </a:extLst>
              </a:tr>
              <a:tr h="0">
                <a:tc>
                  <a:txBody>
                    <a:bodyPr/>
                    <a:lstStyle/>
                    <a:p>
                      <a:pPr algn="ctr" fontAlgn="b">
                        <a:buNone/>
                      </a:pPr>
                      <a:r>
                        <a:rPr lang="en-US" sz="1400" b="1" i="0" u="none" strike="noStrike">
                          <a:solidFill>
                            <a:schemeClr val="tx1"/>
                          </a:solidFill>
                          <a:effectLst/>
                          <a:latin typeface="Arial" panose="020B0604020202020204" pitchFamily="34" charset="0"/>
                          <a:cs typeface="Arial" panose="020B0604020202020204" pitchFamily="34" charset="0"/>
                        </a:rPr>
                        <a:t> </a:t>
                      </a:r>
                    </a:p>
                  </a:txBody>
                  <a:tcPr marL="6350" marR="6350" marT="6350" anchor="b">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buNone/>
                      </a:pPr>
                      <a:r>
                        <a:rPr lang="en-US" sz="1400" b="1" i="0" u="none" strike="noStrike">
                          <a:solidFill>
                            <a:schemeClr val="tx1"/>
                          </a:solidFill>
                          <a:effectLst/>
                          <a:latin typeface="Arial" panose="020B0604020202020204" pitchFamily="34" charset="0"/>
                          <a:cs typeface="Arial" panose="020B0604020202020204" pitchFamily="34" charset="0"/>
                        </a:rPr>
                        <a:t>(Total = 100)</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buNone/>
                      </a:pPr>
                      <a:r>
                        <a:rPr lang="en-US" sz="1400" b="1" i="0" u="none" strike="noStrike">
                          <a:solidFill>
                            <a:schemeClr val="tx1"/>
                          </a:solidFill>
                          <a:effectLst/>
                          <a:latin typeface="Arial" panose="020B0604020202020204" pitchFamily="34" charset="0"/>
                          <a:cs typeface="Arial" panose="020B0604020202020204" pitchFamily="34" charset="0"/>
                        </a:rPr>
                        <a:t>Value</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buNone/>
                      </a:pPr>
                      <a:r>
                        <a:rPr lang="en-US" sz="1400" b="1" i="0" u="none" strike="noStrike">
                          <a:solidFill>
                            <a:schemeClr val="tx1"/>
                          </a:solidFill>
                          <a:effectLst/>
                          <a:latin typeface="Arial" panose="020B0604020202020204" pitchFamily="34" charset="0"/>
                          <a:cs typeface="Arial" panose="020B0604020202020204" pitchFamily="34" charset="0"/>
                        </a:rPr>
                        <a:t>Score (x/10)</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buNone/>
                      </a:pPr>
                      <a:r>
                        <a:rPr lang="en-US" sz="1400" b="1" i="0" u="none" strike="noStrike">
                          <a:solidFill>
                            <a:schemeClr val="tx1"/>
                          </a:solidFill>
                          <a:effectLst/>
                          <a:latin typeface="Arial" panose="020B0604020202020204" pitchFamily="34" charset="0"/>
                          <a:cs typeface="Arial" panose="020B0604020202020204" pitchFamily="34" charset="0"/>
                        </a:rPr>
                        <a:t>Value</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US" sz="1400" b="1" i="0" u="none" strike="noStrike">
                          <a:solidFill>
                            <a:schemeClr val="tx1"/>
                          </a:solidFill>
                          <a:effectLst/>
                          <a:latin typeface="Arial" panose="020B0604020202020204" pitchFamily="34" charset="0"/>
                          <a:cs typeface="Arial" panose="020B0604020202020204" pitchFamily="34" charset="0"/>
                        </a:rPr>
                        <a:t>Score (x/10)</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extLst>
                  <a:ext uri="{0D108BD9-81ED-4DB2-BD59-A6C34878D82A}">
                    <a16:rowId xmlns:a16="http://schemas.microsoft.com/office/drawing/2014/main" val="1622177528"/>
                  </a:ext>
                </a:extLst>
              </a:tr>
              <a:tr h="0">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Manual Override Ability</a:t>
                      </a:r>
                    </a:p>
                  </a:txBody>
                  <a:tcPr marL="6350" marR="6350" marT="6350" anchor="b">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25</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Flight controller can operate independently even if our OC fails</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10</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a:solidFill>
                            <a:srgbClr val="000000"/>
                          </a:solidFill>
                          <a:latin typeface="Arial" pitchFamily="34" charset="0"/>
                          <a:ea typeface="Arial" pitchFamily="34" charset="-122"/>
                          <a:cs typeface="Arial" pitchFamily="34" charset="-120"/>
                        </a:rPr>
                        <a:t>Flight control depends on OC; OC failure blocks override</a:t>
                      </a:r>
                      <a:endParaRPr lang="en-US" sz="1400">
                        <a:latin typeface="Arial" charset="0"/>
                        <a:ea typeface="Arial" charset="0"/>
                        <a:cs typeface="Arial" charset="0"/>
                      </a:endParaRP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4</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extLst>
                  <a:ext uri="{0D108BD9-81ED-4DB2-BD59-A6C34878D82A}">
                    <a16:rowId xmlns:a16="http://schemas.microsoft.com/office/drawing/2014/main" val="4166714718"/>
                  </a:ext>
                </a:extLst>
              </a:tr>
              <a:tr h="0">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Bandwidth</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25</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Offloads OC by distributing data</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8</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Introduces saturation risks from putting all data through OC</a:t>
                      </a: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6</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extLst>
                  <a:ext uri="{0D108BD9-81ED-4DB2-BD59-A6C34878D82A}">
                    <a16:rowId xmlns:a16="http://schemas.microsoft.com/office/drawing/2014/main" val="3597120456"/>
                  </a:ext>
                </a:extLst>
              </a:tr>
              <a:tr h="174355">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Sensor Latency</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20</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Deterministic sensors go straight to FC for quicker latency</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10</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Data must unnecessarily pass through OC</a:t>
                      </a: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8</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extLst>
                  <a:ext uri="{0D108BD9-81ED-4DB2-BD59-A6C34878D82A}">
                    <a16:rowId xmlns:a16="http://schemas.microsoft.com/office/drawing/2014/main" val="3938116395"/>
                  </a:ext>
                </a:extLst>
              </a:tr>
              <a:tr h="362927">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Architecture Complexity</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15</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Clear seperation of duties</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10</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Passing everything through OC adds redundancy </a:t>
                      </a: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4</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extLst>
                  <a:ext uri="{0D108BD9-81ED-4DB2-BD59-A6C34878D82A}">
                    <a16:rowId xmlns:a16="http://schemas.microsoft.com/office/drawing/2014/main" val="789170633"/>
                  </a:ext>
                </a:extLst>
              </a:tr>
              <a:tr h="243440">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Cabling Complexity</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15</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Minimizes wires travelling between FC and OC</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8</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More unnecessary cabling</a:t>
                      </a: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4</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extLst>
                  <a:ext uri="{0D108BD9-81ED-4DB2-BD59-A6C34878D82A}">
                    <a16:rowId xmlns:a16="http://schemas.microsoft.com/office/drawing/2014/main" val="2794867893"/>
                  </a:ext>
                </a:extLst>
              </a:tr>
              <a:tr h="0">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Max Score</a:t>
                      </a:r>
                    </a:p>
                  </a:txBody>
                  <a:tcPr marL="6350" marR="6350" marT="6350" anchor="b">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100</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gridSpan="2">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92</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gridSpan="2">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53</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extLst>
                  <a:ext uri="{0D108BD9-81ED-4DB2-BD59-A6C34878D82A}">
                    <a16:rowId xmlns:a16="http://schemas.microsoft.com/office/drawing/2014/main" val="1011697383"/>
                  </a:ext>
                </a:extLst>
              </a:tr>
            </a:tbl>
          </a:graphicData>
        </a:graphic>
      </p:graphicFrame>
    </p:spTree>
    <p:extLst>
      <p:ext uri="{BB962C8B-B14F-4D97-AF65-F5344CB8AC3E}">
        <p14:creationId xmlns:p14="http://schemas.microsoft.com/office/powerpoint/2010/main" val="283358764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63296" y="390144"/>
            <a:ext cx="609600" cy="609600"/>
          </a:xfrm>
          <a:prstGeom prst="roundRect">
            <a:avLst>
              <a:gd name="adj" fmla="val 20000"/>
            </a:avLst>
          </a:prstGeom>
          <a:solidFill>
            <a:srgbClr val="C8900F"/>
          </a:solidFill>
          <a:ln w="12700">
            <a:solidFill>
              <a:srgbClr val="C8900F"/>
            </a:solidFill>
            <a:prstDash val="solid"/>
          </a:ln>
          <a:effectLst>
            <a:outerShdw blurRad="38100" dist="25400" dir="5400000" algn="bl" rotWithShape="0">
              <a:srgbClr val="000000">
                <a:alpha val="25000"/>
              </a:srgbClr>
            </a:outerShdw>
          </a:effectLst>
        </p:spPr>
        <p:txBody>
          <a:bodyPr/>
          <a:lstStyle/>
          <a:p>
            <a:endParaRPr lang="en-US" sz="2400"/>
          </a:p>
        </p:txBody>
      </p:sp>
      <p:sp>
        <p:nvSpPr>
          <p:cNvPr id="3" name="Shape 1"/>
          <p:cNvSpPr/>
          <p:nvPr/>
        </p:nvSpPr>
        <p:spPr>
          <a:xfrm>
            <a:off x="621792" y="536448"/>
            <a:ext cx="292608" cy="109728"/>
          </a:xfrm>
          <a:prstGeom prst="roundRect">
            <a:avLst>
              <a:gd name="adj" fmla="val 33333"/>
            </a:avLst>
          </a:prstGeom>
          <a:ln w="19050">
            <a:solidFill>
              <a:srgbClr val="FFFFFF"/>
            </a:solidFill>
            <a:prstDash val="solid"/>
          </a:ln>
        </p:spPr>
        <p:txBody>
          <a:bodyPr/>
          <a:lstStyle/>
          <a:p>
            <a:endParaRPr lang="en-US" sz="2400"/>
          </a:p>
        </p:txBody>
      </p:sp>
      <p:sp>
        <p:nvSpPr>
          <p:cNvPr id="4" name="Shape 2"/>
          <p:cNvSpPr/>
          <p:nvPr/>
        </p:nvSpPr>
        <p:spPr>
          <a:xfrm>
            <a:off x="621792" y="719328"/>
            <a:ext cx="121920" cy="109728"/>
          </a:xfrm>
          <a:prstGeom prst="roundRect">
            <a:avLst>
              <a:gd name="adj" fmla="val 33333"/>
            </a:avLst>
          </a:prstGeom>
          <a:ln w="19050">
            <a:solidFill>
              <a:srgbClr val="FFFFFF"/>
            </a:solidFill>
            <a:prstDash val="solid"/>
          </a:ln>
        </p:spPr>
        <p:txBody>
          <a:bodyPr/>
          <a:lstStyle/>
          <a:p>
            <a:endParaRPr lang="en-US" sz="2400"/>
          </a:p>
        </p:txBody>
      </p:sp>
      <p:sp>
        <p:nvSpPr>
          <p:cNvPr id="5" name="Shape 3"/>
          <p:cNvSpPr/>
          <p:nvPr/>
        </p:nvSpPr>
        <p:spPr>
          <a:xfrm>
            <a:off x="792480" y="719328"/>
            <a:ext cx="121920" cy="109728"/>
          </a:xfrm>
          <a:prstGeom prst="roundRect">
            <a:avLst>
              <a:gd name="adj" fmla="val 33333"/>
            </a:avLst>
          </a:prstGeom>
          <a:ln w="19050">
            <a:solidFill>
              <a:srgbClr val="FFFFFF"/>
            </a:solidFill>
            <a:prstDash val="solid"/>
          </a:ln>
        </p:spPr>
        <p:txBody>
          <a:bodyPr/>
          <a:lstStyle/>
          <a:p>
            <a:endParaRPr lang="en-US" sz="2400"/>
          </a:p>
        </p:txBody>
      </p:sp>
      <p:sp>
        <p:nvSpPr>
          <p:cNvPr id="6" name="Shape 4"/>
          <p:cNvSpPr/>
          <p:nvPr/>
        </p:nvSpPr>
        <p:spPr>
          <a:xfrm>
            <a:off x="10363200" y="463296"/>
            <a:ext cx="1377696" cy="329184"/>
          </a:xfrm>
          <a:prstGeom prst="roundRect">
            <a:avLst>
              <a:gd name="adj" fmla="val 48148"/>
            </a:avLst>
          </a:prstGeom>
          <a:solidFill>
            <a:srgbClr val="C8900F"/>
          </a:solidFill>
          <a:ln w="12700">
            <a:solidFill>
              <a:srgbClr val="C8900F"/>
            </a:solidFill>
            <a:prstDash val="solid"/>
          </a:ln>
        </p:spPr>
        <p:txBody>
          <a:bodyPr/>
          <a:lstStyle/>
          <a:p>
            <a:endParaRPr lang="en-US" sz="2400"/>
          </a:p>
        </p:txBody>
      </p:sp>
      <p:sp>
        <p:nvSpPr>
          <p:cNvPr id="7" name="Text 5"/>
          <p:cNvSpPr txBox="1"/>
          <p:nvPr/>
        </p:nvSpPr>
        <p:spPr>
          <a:xfrm>
            <a:off x="10363200" y="463296"/>
            <a:ext cx="1377696" cy="329184"/>
          </a:xfrm>
          <a:prstGeom prst="rect">
            <a:avLst/>
          </a:prstGeom>
          <a:noFill/>
          <a:ln/>
        </p:spPr>
        <p:txBody>
          <a:bodyPr wrap="square" lIns="0" tIns="0" rIns="0" bIns="0" rtlCol="0" anchor="ctr"/>
          <a:lstStyle/>
          <a:p>
            <a:pPr algn="ctr"/>
            <a:r>
              <a:rPr lang="en-US" sz="1200" b="1" kern="0" spc="200">
                <a:solidFill>
                  <a:srgbClr val="3A2A00"/>
                </a:solidFill>
                <a:latin typeface="Arial" pitchFamily="34" charset="0"/>
                <a:ea typeface="Arial" pitchFamily="34" charset="-122"/>
                <a:cs typeface="Arial" pitchFamily="34" charset="-120"/>
              </a:rPr>
              <a:t>Trade Studies</a:t>
            </a:r>
            <a:endParaRPr lang="en-US" sz="1200"/>
          </a:p>
        </p:txBody>
      </p:sp>
      <p:sp>
        <p:nvSpPr>
          <p:cNvPr id="8" name="Text 6"/>
          <p:cNvSpPr txBox="1"/>
          <p:nvPr/>
        </p:nvSpPr>
        <p:spPr>
          <a:xfrm>
            <a:off x="1280160" y="365760"/>
            <a:ext cx="8900160" cy="670560"/>
          </a:xfrm>
          <a:prstGeom prst="rect">
            <a:avLst/>
          </a:prstGeom>
          <a:noFill/>
          <a:ln/>
        </p:spPr>
        <p:txBody>
          <a:bodyPr wrap="square" lIns="0" tIns="0" rIns="0" bIns="0" rtlCol="0" anchor="ctr"/>
          <a:lstStyle/>
          <a:p>
            <a:r>
              <a:rPr lang="en-US" sz="2667" b="1" kern="0" spc="133">
                <a:solidFill>
                  <a:srgbClr val="262626"/>
                </a:solidFill>
                <a:latin typeface="Arial" pitchFamily="34" charset="0"/>
                <a:ea typeface="Arial" pitchFamily="34" charset="-122"/>
                <a:cs typeface="Arial" pitchFamily="34" charset="-120"/>
              </a:rPr>
              <a:t>Trade Analysis - Manual Override / RC Failsafe</a:t>
            </a:r>
            <a:endParaRPr lang="en-US" sz="2667"/>
          </a:p>
        </p:txBody>
      </p:sp>
      <p:sp>
        <p:nvSpPr>
          <p:cNvPr id="9" name="Text 7"/>
          <p:cNvSpPr txBox="1"/>
          <p:nvPr/>
        </p:nvSpPr>
        <p:spPr>
          <a:xfrm>
            <a:off x="487680" y="1280160"/>
            <a:ext cx="5974080" cy="2377440"/>
          </a:xfrm>
          <a:prstGeom prst="rect">
            <a:avLst/>
          </a:prstGeom>
          <a:noFill/>
          <a:ln/>
        </p:spPr>
        <p:txBody>
          <a:bodyPr wrap="square" rtlCol="0" anchor="t"/>
          <a:lstStyle/>
          <a:p>
            <a:pPr marL="457189" indent="-457189">
              <a:spcAft>
                <a:spcPts val="400"/>
              </a:spcAft>
              <a:buSzPct val="100000"/>
              <a:buChar char="•"/>
            </a:pPr>
            <a:r>
              <a:rPr lang="en-US" sz="1600">
                <a:solidFill>
                  <a:srgbClr val="000000"/>
                </a:solidFill>
                <a:latin typeface="Arial" pitchFamily="34" charset="0"/>
                <a:ea typeface="Arial" pitchFamily="34" charset="-122"/>
                <a:cs typeface="Arial" pitchFamily="34" charset="-120"/>
              </a:rPr>
              <a:t>Methods: Separate Radio, Wi-Fi Controller, GCS Software Interrupt</a:t>
            </a:r>
            <a:endParaRPr lang="en-US" sz="1600"/>
          </a:p>
          <a:p>
            <a:pPr marL="457189" indent="-457189">
              <a:spcAft>
                <a:spcPts val="400"/>
              </a:spcAft>
              <a:buSzPct val="100000"/>
              <a:buChar char="•"/>
            </a:pPr>
            <a:r>
              <a:rPr lang="en-US" sz="1600">
                <a:solidFill>
                  <a:srgbClr val="000000"/>
                </a:solidFill>
                <a:latin typeface="Arial" pitchFamily="34" charset="0"/>
                <a:ea typeface="Arial" pitchFamily="34" charset="-122"/>
                <a:cs typeface="Arial" pitchFamily="34" charset="-120"/>
              </a:rPr>
              <a:t>Primary Criteria: Reliability, Latency</a:t>
            </a:r>
            <a:endParaRPr lang="en-US" sz="1600"/>
          </a:p>
          <a:p>
            <a:pPr marL="457189" indent="-457189">
              <a:spcAft>
                <a:spcPts val="400"/>
              </a:spcAft>
              <a:buSzPct val="100000"/>
              <a:buChar char="•"/>
            </a:pPr>
            <a:r>
              <a:rPr lang="en-US" sz="1600">
                <a:solidFill>
                  <a:srgbClr val="000000"/>
                </a:solidFill>
                <a:latin typeface="Arial" pitchFamily="34" charset="0"/>
                <a:ea typeface="Arial" pitchFamily="34" charset="-122"/>
                <a:cs typeface="Arial" pitchFamily="34" charset="-120"/>
              </a:rPr>
              <a:t>Reliability weighted highest since override must work when other links fail</a:t>
            </a:r>
            <a:endParaRPr lang="en-US" sz="1600"/>
          </a:p>
          <a:p>
            <a:pPr marL="457189" indent="-457189">
              <a:spcAft>
                <a:spcPts val="400"/>
              </a:spcAft>
              <a:buSzPct val="100000"/>
              <a:buChar char="•"/>
            </a:pPr>
            <a:r>
              <a:rPr lang="en-US" sz="1600">
                <a:solidFill>
                  <a:srgbClr val="000000"/>
                </a:solidFill>
                <a:latin typeface="Arial" pitchFamily="34" charset="0"/>
                <a:ea typeface="Arial" pitchFamily="34" charset="-122"/>
                <a:cs typeface="Arial" pitchFamily="34" charset="-120"/>
              </a:rPr>
              <a:t>Separate radio won 99% of Monte Carlo trials: independent link, lowest latency, hardware failsafe</a:t>
            </a:r>
            <a:endParaRPr lang="en-US" sz="1600"/>
          </a:p>
        </p:txBody>
      </p:sp>
      <p:pic>
        <p:nvPicPr>
          <p:cNvPr id="11" name="Image 1" descr="oat_mo.png"/>
          <p:cNvPicPr>
            <a:picLocks noChangeAspect="1"/>
          </p:cNvPicPr>
          <p:nvPr/>
        </p:nvPicPr>
        <p:blipFill>
          <a:blip r:embed="rId3"/>
          <a:stretch>
            <a:fillRect/>
          </a:stretch>
        </p:blipFill>
        <p:spPr>
          <a:xfrm>
            <a:off x="6522720" y="2164080"/>
            <a:ext cx="5242560" cy="2743200"/>
          </a:xfrm>
          <a:prstGeom prst="rect">
            <a:avLst/>
          </a:prstGeom>
        </p:spPr>
      </p:pic>
      <p:pic>
        <p:nvPicPr>
          <p:cNvPr id="13" name="Image 0" descr="mc_mo.png">
            <a:extLst>
              <a:ext uri="{FF2B5EF4-FFF2-40B4-BE49-F238E27FC236}">
                <a16:creationId xmlns:a16="http://schemas.microsoft.com/office/drawing/2014/main" id="{CE77E3E9-82A3-622B-8FC5-A4E816293276}"/>
              </a:ext>
            </a:extLst>
          </p:cNvPr>
          <p:cNvPicPr>
            <a:picLocks noChangeAspect="1"/>
          </p:cNvPicPr>
          <p:nvPr/>
        </p:nvPicPr>
        <p:blipFill>
          <a:blip r:embed="rId4"/>
          <a:stretch>
            <a:fillRect/>
          </a:stretch>
        </p:blipFill>
        <p:spPr>
          <a:xfrm>
            <a:off x="621792" y="3514344"/>
            <a:ext cx="4576723" cy="2953512"/>
          </a:xfrm>
          <a:prstGeom prst="rect">
            <a:avLst/>
          </a:prstGeom>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1F680-CD15-6554-8BA0-006CA9E2A85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C631AB4-19E2-C9DC-B97B-15A69A8B9534}"/>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385B208C-7768-1332-009A-A0601522C90E}"/>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6296D25A-7BAE-D271-1A06-262C6EFB7E90}"/>
              </a:ext>
            </a:extLst>
          </p:cNvPr>
          <p:cNvSpPr txBox="1"/>
          <p:nvPr/>
        </p:nvSpPr>
        <p:spPr>
          <a:xfrm>
            <a:off x="1281748" y="353648"/>
            <a:ext cx="7680960" cy="658368"/>
          </a:xfrm>
          <a:prstGeom prst="rect">
            <a:avLst/>
          </a:prstGeom>
          <a:noFill/>
          <a:ln/>
        </p:spPr>
        <p:txBody>
          <a:bodyPr wrap="square" lIns="0" tIns="0" rIns="0" bIns="0" rtlCol="0" anchor="ctr"/>
          <a:lstStyle/>
          <a:p>
            <a:r>
              <a:rPr lang="en-US" sz="2800" b="1" kern="0" spc="100">
                <a:solidFill>
                  <a:srgbClr val="2B2A28"/>
                </a:solidFill>
                <a:latin typeface="Arial"/>
                <a:cs typeface="Arial"/>
              </a:rPr>
              <a:t>Summary of Critical Trade Results</a:t>
            </a:r>
          </a:p>
        </p:txBody>
      </p:sp>
      <p:sp>
        <p:nvSpPr>
          <p:cNvPr id="5" name="Shape 2">
            <a:extLst>
              <a:ext uri="{FF2B5EF4-FFF2-40B4-BE49-F238E27FC236}">
                <a16:creationId xmlns:a16="http://schemas.microsoft.com/office/drawing/2014/main" id="{2B8F7B72-F8C8-1665-4B6F-1089813CD7A7}"/>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D9541312-D687-79DD-3D35-3FE6A446234E}"/>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7" name="Text 4">
            <a:extLst>
              <a:ext uri="{FF2B5EF4-FFF2-40B4-BE49-F238E27FC236}">
                <a16:creationId xmlns:a16="http://schemas.microsoft.com/office/drawing/2014/main" id="{BB496428-5886-DBCC-A130-C0658B02D6F0}"/>
              </a:ext>
            </a:extLst>
          </p:cNvPr>
          <p:cNvSpPr txBox="1"/>
          <p:nvPr/>
        </p:nvSpPr>
        <p:spPr>
          <a:xfrm>
            <a:off x="762297" y="5689714"/>
            <a:ext cx="9863121" cy="951596"/>
          </a:xfrm>
          <a:prstGeom prst="rect">
            <a:avLst/>
          </a:prstGeom>
          <a:noFill/>
          <a:ln/>
        </p:spPr>
        <p:txBody>
          <a:bodyPr wrap="square" lIns="0" tIns="0" rIns="0" bIns="0" rtlCol="0" anchor="t"/>
          <a:lstStyle/>
          <a:p>
            <a:pPr marL="342900" indent="-342900">
              <a:lnSpc>
                <a:spcPct val="105000"/>
              </a:lnSpc>
              <a:spcAft>
                <a:spcPts val="600"/>
              </a:spcAft>
              <a:buSzPct val="100000"/>
              <a:buChar char="•"/>
            </a:pPr>
            <a:endParaRPr lang="en-US" sz="1200">
              <a:solidFill>
                <a:srgbClr val="FF0000"/>
              </a:solidFill>
              <a:latin typeface="Arial"/>
              <a:ea typeface="Calibri"/>
              <a:cs typeface="Arial"/>
            </a:endParaRPr>
          </a:p>
        </p:txBody>
      </p:sp>
      <p:sp>
        <p:nvSpPr>
          <p:cNvPr id="13" name="Text 9">
            <a:extLst>
              <a:ext uri="{FF2B5EF4-FFF2-40B4-BE49-F238E27FC236}">
                <a16:creationId xmlns:a16="http://schemas.microsoft.com/office/drawing/2014/main" id="{1DE3B93F-DCF2-2089-2864-2EA0BBF671F9}"/>
              </a:ext>
            </a:extLst>
          </p:cNvPr>
          <p:cNvSpPr txBox="1"/>
          <p:nvPr/>
        </p:nvSpPr>
        <p:spPr>
          <a:xfrm>
            <a:off x="11367580" y="6492240"/>
            <a:ext cx="365760" cy="274320"/>
          </a:xfrm>
          <a:prstGeom prst="rect">
            <a:avLst/>
          </a:prstGeom>
          <a:noFill/>
          <a:ln/>
        </p:spPr>
        <p:txBody>
          <a:bodyPr wrap="square" lIns="0" tIns="0" rIns="0" bIns="0" rtlCol="0" anchor="ctr"/>
          <a:lstStyle/>
          <a:p>
            <a:pPr marL="0" indent="0" algn="r">
              <a:buNone/>
            </a:pPr>
            <a:r>
              <a:rPr lang="en-US" sz="900">
                <a:solidFill>
                  <a:srgbClr val="8A857C"/>
                </a:solidFill>
                <a:latin typeface="Arial" pitchFamily="34" charset="0"/>
                <a:ea typeface="Arial" pitchFamily="34" charset="-122"/>
                <a:cs typeface="Arial" pitchFamily="34" charset="-120"/>
              </a:rPr>
              <a:t>4</a:t>
            </a:r>
            <a:endParaRPr lang="en-US" sz="900"/>
          </a:p>
        </p:txBody>
      </p:sp>
      <p:graphicFrame>
        <p:nvGraphicFramePr>
          <p:cNvPr id="9" name="Table 8">
            <a:extLst>
              <a:ext uri="{FF2B5EF4-FFF2-40B4-BE49-F238E27FC236}">
                <a16:creationId xmlns:a16="http://schemas.microsoft.com/office/drawing/2014/main" id="{4A86FEB4-5B9C-88BA-71EC-CC724E120851}"/>
              </a:ext>
            </a:extLst>
          </p:cNvPr>
          <p:cNvGraphicFramePr>
            <a:graphicFrameLocks noGrp="1"/>
          </p:cNvGraphicFramePr>
          <p:nvPr/>
        </p:nvGraphicFramePr>
        <p:xfrm>
          <a:off x="458660" y="1108253"/>
          <a:ext cx="11325640" cy="5001260"/>
        </p:xfrm>
        <a:graphic>
          <a:graphicData uri="http://schemas.openxmlformats.org/drawingml/2006/table">
            <a:tbl>
              <a:tblPr firstRow="1" bandRow="1">
                <a:tableStyleId>{5C22544A-7EE6-4342-B048-85BDC9FD1C3A}</a:tableStyleId>
              </a:tblPr>
              <a:tblGrid>
                <a:gridCol w="1956118">
                  <a:extLst>
                    <a:ext uri="{9D8B030D-6E8A-4147-A177-3AD203B41FA5}">
                      <a16:colId xmlns:a16="http://schemas.microsoft.com/office/drawing/2014/main" val="3616859838"/>
                    </a:ext>
                  </a:extLst>
                </a:gridCol>
                <a:gridCol w="770404">
                  <a:extLst>
                    <a:ext uri="{9D8B030D-6E8A-4147-A177-3AD203B41FA5}">
                      <a16:colId xmlns:a16="http://schemas.microsoft.com/office/drawing/2014/main" val="1391556661"/>
                    </a:ext>
                  </a:extLst>
                </a:gridCol>
                <a:gridCol w="2231368">
                  <a:extLst>
                    <a:ext uri="{9D8B030D-6E8A-4147-A177-3AD203B41FA5}">
                      <a16:colId xmlns:a16="http://schemas.microsoft.com/office/drawing/2014/main" val="3241563168"/>
                    </a:ext>
                  </a:extLst>
                </a:gridCol>
                <a:gridCol w="635000">
                  <a:extLst>
                    <a:ext uri="{9D8B030D-6E8A-4147-A177-3AD203B41FA5}">
                      <a16:colId xmlns:a16="http://schemas.microsoft.com/office/drawing/2014/main" val="3829890775"/>
                    </a:ext>
                  </a:extLst>
                </a:gridCol>
                <a:gridCol w="2043478">
                  <a:extLst>
                    <a:ext uri="{9D8B030D-6E8A-4147-A177-3AD203B41FA5}">
                      <a16:colId xmlns:a16="http://schemas.microsoft.com/office/drawing/2014/main" val="1650367212"/>
                    </a:ext>
                  </a:extLst>
                </a:gridCol>
                <a:gridCol w="657974">
                  <a:extLst>
                    <a:ext uri="{9D8B030D-6E8A-4147-A177-3AD203B41FA5}">
                      <a16:colId xmlns:a16="http://schemas.microsoft.com/office/drawing/2014/main" val="2744186319"/>
                    </a:ext>
                  </a:extLst>
                </a:gridCol>
                <a:gridCol w="2377832">
                  <a:extLst>
                    <a:ext uri="{9D8B030D-6E8A-4147-A177-3AD203B41FA5}">
                      <a16:colId xmlns:a16="http://schemas.microsoft.com/office/drawing/2014/main" val="322221954"/>
                    </a:ext>
                  </a:extLst>
                </a:gridCol>
                <a:gridCol w="653466">
                  <a:extLst>
                    <a:ext uri="{9D8B030D-6E8A-4147-A177-3AD203B41FA5}">
                      <a16:colId xmlns:a16="http://schemas.microsoft.com/office/drawing/2014/main" val="3467864539"/>
                    </a:ext>
                  </a:extLst>
                </a:gridCol>
              </a:tblGrid>
              <a:tr h="0">
                <a:tc gridSpan="8">
                  <a:txBody>
                    <a:bodyPr/>
                    <a:lstStyle/>
                    <a:p>
                      <a:pPr algn="ctr" fontAlgn="b">
                        <a:buNone/>
                      </a:pPr>
                      <a:r>
                        <a:rPr lang="en-US" sz="1400" b="1" i="0" u="none" strike="noStrike">
                          <a:solidFill>
                            <a:schemeClr val="bg1"/>
                          </a:solidFill>
                          <a:effectLst/>
                          <a:latin typeface="Arial" panose="020B0604020202020204" pitchFamily="34" charset="0"/>
                          <a:cs typeface="Arial" panose="020B0604020202020204" pitchFamily="34" charset="0"/>
                        </a:rPr>
                        <a:t>Manual Override / RC Failsafe Support</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tcPr>
                </a:tc>
                <a:tc hMerge="1">
                  <a:txBody>
                    <a:bodyPr/>
                    <a:lstStyle/>
                    <a:p>
                      <a:pPr algn="ctr" fontAlgn="b">
                        <a:buNone/>
                      </a:pP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tcPr>
                </a:tc>
                <a:tc hMerge="1">
                  <a:txBody>
                    <a:bodyPr/>
                    <a:lstStyle/>
                    <a:p>
                      <a:pPr algn="ctr" fontAlgn="b">
                        <a:buNone/>
                      </a:pP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tcPr>
                </a:tc>
                <a:tc hMerge="1">
                  <a:txBody>
                    <a:bodyPr/>
                    <a:lstStyle/>
                    <a:p>
                      <a:pPr algn="ctr" fontAlgn="b">
                        <a:buNone/>
                      </a:pP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tcPr>
                </a:tc>
                <a:tc hMerge="1">
                  <a:txBody>
                    <a:bodyPr/>
                    <a:lstStyle/>
                    <a:p>
                      <a:pPr algn="ctr" fontAlgn="b">
                        <a:buNone/>
                      </a:pP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tcPr>
                </a:tc>
                <a:tc hMerge="1">
                  <a:txBody>
                    <a:bodyPr/>
                    <a:lstStyle/>
                    <a:p>
                      <a:pPr algn="ctr" fontAlgn="b">
                        <a:buNone/>
                      </a:pP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tcPr>
                </a:tc>
                <a:tc hMerge="1">
                  <a:txBody>
                    <a:bodyPr/>
                    <a:lstStyle/>
                    <a:p>
                      <a:pPr algn="ctr" fontAlgn="b">
                        <a:buNone/>
                      </a:pP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tcPr>
                </a:tc>
                <a:tc hMerge="1">
                  <a:txBody>
                    <a:bodyPr/>
                    <a:lstStyle/>
                    <a:p>
                      <a:pPr algn="ctr" fontAlgn="b">
                        <a:buNone/>
                      </a:pP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280268544"/>
                  </a:ext>
                </a:extLst>
              </a:tr>
              <a:tr h="0">
                <a:tc>
                  <a:txBody>
                    <a:bodyPr/>
                    <a:lstStyle/>
                    <a:p>
                      <a:pPr algn="ctr" fontAlgn="b">
                        <a:buNone/>
                      </a:pPr>
                      <a:r>
                        <a:rPr lang="en-US" sz="1400" b="1" i="0" u="none" strike="noStrike">
                          <a:solidFill>
                            <a:schemeClr val="tx1"/>
                          </a:solidFill>
                          <a:effectLst/>
                          <a:latin typeface="Arial" panose="020B0604020202020204" pitchFamily="34" charset="0"/>
                          <a:cs typeface="Arial" panose="020B0604020202020204" pitchFamily="34" charset="0"/>
                        </a:rPr>
                        <a:t>Criteria</a:t>
                      </a:r>
                    </a:p>
                  </a:txBody>
                  <a:tcPr marL="6350" marR="6350" marT="6350" anchor="b">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accent1">
                        <a:lumMod val="20000"/>
                        <a:lumOff val="80000"/>
                      </a:schemeClr>
                    </a:solidFill>
                  </a:tcPr>
                </a:tc>
                <a:tc>
                  <a:txBody>
                    <a:bodyPr/>
                    <a:lstStyle/>
                    <a:p>
                      <a:pPr algn="ctr" fontAlgn="b">
                        <a:buNone/>
                      </a:pPr>
                      <a:r>
                        <a:rPr lang="en-US" sz="1400" b="1" i="0" u="none" strike="noStrike">
                          <a:solidFill>
                            <a:schemeClr val="tx1"/>
                          </a:solidFill>
                          <a:effectLst/>
                          <a:latin typeface="Arial" panose="020B0604020202020204" pitchFamily="34" charset="0"/>
                          <a:cs typeface="Arial" panose="020B0604020202020204" pitchFamily="34" charset="0"/>
                        </a:rPr>
                        <a:t>Weight</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accent1">
                        <a:lumMod val="20000"/>
                        <a:lumOff val="80000"/>
                      </a:schemeClr>
                    </a:solidFill>
                  </a:tcPr>
                </a:tc>
                <a:tc gridSpan="2">
                  <a:txBody>
                    <a:bodyPr/>
                    <a:lstStyle/>
                    <a:p>
                      <a:pPr algn="ctr" fontAlgn="b">
                        <a:buNone/>
                      </a:pPr>
                      <a:r>
                        <a:rPr lang="en-US" sz="1400" b="1" i="0" u="none" strike="noStrike">
                          <a:solidFill>
                            <a:schemeClr val="tx1"/>
                          </a:solidFill>
                          <a:effectLst/>
                          <a:latin typeface="Arial" panose="020B0604020202020204" pitchFamily="34" charset="0"/>
                          <a:cs typeface="Arial" panose="020B0604020202020204" pitchFamily="34" charset="0"/>
                        </a:rPr>
                        <a:t>Separate radio</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accent1">
                        <a:lumMod val="20000"/>
                        <a:lumOff val="80000"/>
                      </a:schemeClr>
                    </a:solidFill>
                  </a:tcPr>
                </a:tc>
                <a:tc hMerge="1">
                  <a:txBody>
                    <a:bodyPr/>
                    <a:lstStyle/>
                    <a:p>
                      <a:endParaRPr lang="en-US"/>
                    </a:p>
                  </a:txBody>
                  <a:tcPr/>
                </a:tc>
                <a:tc gridSpan="2">
                  <a:txBody>
                    <a:bodyPr/>
                    <a:lstStyle/>
                    <a:p>
                      <a:pPr algn="ctr" fontAlgn="b">
                        <a:buNone/>
                      </a:pPr>
                      <a:r>
                        <a:rPr lang="en-US" sz="1400" b="1" i="0" u="none" strike="noStrike">
                          <a:solidFill>
                            <a:schemeClr val="tx1"/>
                          </a:solidFill>
                          <a:effectLst/>
                          <a:latin typeface="Arial" panose="020B0604020202020204" pitchFamily="34" charset="0"/>
                          <a:cs typeface="Arial" panose="020B0604020202020204" pitchFamily="34" charset="0"/>
                        </a:rPr>
                        <a:t>WIFI controller</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tcPr>
                </a:tc>
                <a:tc gridSpan="2">
                  <a:txBody>
                    <a:bodyPr/>
                    <a:lstStyle/>
                    <a:p>
                      <a:pPr algn="ctr" fontAlgn="b">
                        <a:buNone/>
                      </a:pPr>
                      <a:r>
                        <a:rPr lang="en-US" sz="1400" b="1" i="0" u="none" strike="noStrike">
                          <a:solidFill>
                            <a:schemeClr val="tx1"/>
                          </a:solidFill>
                          <a:effectLst/>
                          <a:latin typeface="Arial" panose="020B0604020202020204" pitchFamily="34" charset="0"/>
                          <a:cs typeface="Arial" panose="020B0604020202020204" pitchFamily="34" charset="0"/>
                        </a:rPr>
                        <a:t>GCS software interrupt</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accent1">
                        <a:lumMod val="20000"/>
                        <a:lumOff val="8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tcPr>
                </a:tc>
                <a:extLst>
                  <a:ext uri="{0D108BD9-81ED-4DB2-BD59-A6C34878D82A}">
                    <a16:rowId xmlns:a16="http://schemas.microsoft.com/office/drawing/2014/main" val="3643067883"/>
                  </a:ext>
                </a:extLst>
              </a:tr>
              <a:tr h="0">
                <a:tc>
                  <a:txBody>
                    <a:bodyPr/>
                    <a:lstStyle/>
                    <a:p>
                      <a:pPr algn="ctr" fontAlgn="b">
                        <a:buNone/>
                      </a:pPr>
                      <a:r>
                        <a:rPr lang="en-US" sz="1400" b="1" i="0" u="none" strike="noStrike">
                          <a:solidFill>
                            <a:schemeClr val="tx1"/>
                          </a:solidFill>
                          <a:effectLst/>
                          <a:latin typeface="Arial" panose="020B0604020202020204" pitchFamily="34" charset="0"/>
                          <a:cs typeface="Arial" panose="020B0604020202020204" pitchFamily="34" charset="0"/>
                        </a:rPr>
                        <a:t> </a:t>
                      </a:r>
                    </a:p>
                  </a:txBody>
                  <a:tcPr marL="6350" marR="6350" marT="6350" anchor="b">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buNone/>
                      </a:pPr>
                      <a:r>
                        <a:rPr lang="en-US" sz="1400" b="1" i="0" u="none" strike="noStrike">
                          <a:solidFill>
                            <a:schemeClr val="tx1"/>
                          </a:solidFill>
                          <a:effectLst/>
                          <a:latin typeface="Arial" panose="020B0604020202020204" pitchFamily="34" charset="0"/>
                          <a:cs typeface="Arial" panose="020B0604020202020204" pitchFamily="34" charset="0"/>
                        </a:rPr>
                        <a:t>(Total = 100)</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buNone/>
                      </a:pPr>
                      <a:r>
                        <a:rPr lang="en-US" sz="1400" b="1" i="0" u="none" strike="noStrike">
                          <a:solidFill>
                            <a:schemeClr val="tx1"/>
                          </a:solidFill>
                          <a:effectLst/>
                          <a:latin typeface="Arial" panose="020B0604020202020204" pitchFamily="34" charset="0"/>
                          <a:cs typeface="Arial" panose="020B0604020202020204" pitchFamily="34" charset="0"/>
                        </a:rPr>
                        <a:t>Value</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buNone/>
                      </a:pPr>
                      <a:r>
                        <a:rPr lang="en-US" sz="1400" b="1" i="0" u="none" strike="noStrike">
                          <a:solidFill>
                            <a:schemeClr val="tx1"/>
                          </a:solidFill>
                          <a:effectLst/>
                          <a:latin typeface="Arial" panose="020B0604020202020204" pitchFamily="34" charset="0"/>
                          <a:cs typeface="Arial" panose="020B0604020202020204" pitchFamily="34" charset="0"/>
                        </a:rPr>
                        <a:t>Score (x/10)</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US" sz="1400" b="1" i="0" u="none" strike="noStrike">
                          <a:solidFill>
                            <a:schemeClr val="tx1"/>
                          </a:solidFill>
                          <a:effectLst/>
                          <a:latin typeface="Arial" panose="020B0604020202020204" pitchFamily="34" charset="0"/>
                          <a:cs typeface="Arial" panose="020B0604020202020204" pitchFamily="34" charset="0"/>
                        </a:rPr>
                        <a:t>Value</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US" sz="1400" b="1" i="0" u="none" strike="noStrike">
                          <a:solidFill>
                            <a:schemeClr val="tx1"/>
                          </a:solidFill>
                          <a:effectLst/>
                          <a:latin typeface="Arial" panose="020B0604020202020204" pitchFamily="34" charset="0"/>
                          <a:cs typeface="Arial" panose="020B0604020202020204" pitchFamily="34" charset="0"/>
                        </a:rPr>
                        <a:t>Score (x/10)</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buNone/>
                      </a:pPr>
                      <a:r>
                        <a:rPr lang="en-US" sz="1400" b="1" i="0" u="none" strike="noStrike">
                          <a:solidFill>
                            <a:schemeClr val="tx1"/>
                          </a:solidFill>
                          <a:effectLst/>
                          <a:latin typeface="Arial" panose="020B0604020202020204" pitchFamily="34" charset="0"/>
                          <a:cs typeface="Arial" panose="020B0604020202020204" pitchFamily="34" charset="0"/>
                        </a:rPr>
                        <a:t>Value</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buNone/>
                      </a:pPr>
                      <a:r>
                        <a:rPr lang="en-US" sz="1400" b="1" i="0" u="none" strike="noStrike">
                          <a:solidFill>
                            <a:schemeClr val="tx1"/>
                          </a:solidFill>
                          <a:effectLst/>
                          <a:latin typeface="Arial" panose="020B0604020202020204" pitchFamily="34" charset="0"/>
                          <a:cs typeface="Arial" panose="020B0604020202020204" pitchFamily="34" charset="0"/>
                        </a:rPr>
                        <a:t>Score (x/10)</a:t>
                      </a: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extLst>
                  <a:ext uri="{0D108BD9-81ED-4DB2-BD59-A6C34878D82A}">
                    <a16:rowId xmlns:a16="http://schemas.microsoft.com/office/drawing/2014/main" val="1666414507"/>
                  </a:ext>
                </a:extLst>
              </a:tr>
              <a:tr h="0">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Latency/ responsiveness</a:t>
                      </a:r>
                    </a:p>
                  </a:txBody>
                  <a:tcPr marL="6350" marR="6350" marT="6350" anchor="b">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15</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buNone/>
                      </a:pPr>
                      <a:r>
                        <a:rPr lang="en-US" sz="1400">
                          <a:latin typeface="Arial" panose="020B0604020202020204" pitchFamily="34" charset="0"/>
                          <a:cs typeface="Arial" panose="020B0604020202020204" pitchFamily="34" charset="0"/>
                        </a:rPr>
                        <a:t>Direct link with very low latency.</a:t>
                      </a:r>
                      <a:endParaRPr lang="en-US" sz="1400" b="0"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10</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US" sz="1400">
                          <a:latin typeface="Arial" panose="020B0604020202020204" pitchFamily="34" charset="0"/>
                          <a:cs typeface="Arial" panose="020B0604020202020204" pitchFamily="34" charset="0"/>
                        </a:rPr>
                        <a:t>Latency changes with network traffic.</a:t>
                      </a:r>
                      <a:endParaRPr lang="en-US" sz="1400" b="0"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6</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buNone/>
                      </a:pPr>
                      <a:r>
                        <a:rPr lang="en-US" sz="1400">
                          <a:latin typeface="Arial" panose="020B0604020202020204" pitchFamily="34" charset="0"/>
                          <a:cs typeface="Arial" panose="020B0604020202020204" pitchFamily="34" charset="0"/>
                        </a:rPr>
                        <a:t>Low latency, passes through GCS software and telemetry.</a:t>
                      </a:r>
                      <a:endParaRPr lang="en-US" sz="1400" b="0"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8</a:t>
                      </a: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extLst>
                  <a:ext uri="{0D108BD9-81ED-4DB2-BD59-A6C34878D82A}">
                    <a16:rowId xmlns:a16="http://schemas.microsoft.com/office/drawing/2014/main" val="405198612"/>
                  </a:ext>
                </a:extLst>
              </a:tr>
              <a:tr h="0">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Reliability/</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35</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a:latin typeface="Arial" panose="020B0604020202020204" pitchFamily="34" charset="0"/>
                          <a:cs typeface="Arial" panose="020B0604020202020204" pitchFamily="34" charset="0"/>
                        </a:rPr>
                        <a:t>Its own dedicated link, with failsafe built into the flight controller hardware.</a:t>
                      </a:r>
                      <a:endParaRPr lang="en-US" sz="1400" b="0"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10</a:t>
                      </a: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US" sz="1400">
                          <a:latin typeface="Arial" panose="020B0604020202020204" pitchFamily="34" charset="0"/>
                          <a:cs typeface="Arial" panose="020B0604020202020204" pitchFamily="34" charset="0"/>
                        </a:rPr>
                        <a:t>Shares the Wi-Fi link, so it can drop out from interference or congestion.</a:t>
                      </a:r>
                      <a:endParaRPr lang="en-US" sz="1400" b="0"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4</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a:latin typeface="Arial" panose="020B0604020202020204" pitchFamily="34" charset="0"/>
                          <a:cs typeface="Arial" panose="020B0604020202020204" pitchFamily="34" charset="0"/>
                        </a:rPr>
                        <a:t>Depends on telemetry link and the GCS software staying up. </a:t>
                      </a:r>
                      <a:endParaRPr lang="en-US" sz="1400" b="0"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6</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extLst>
                  <a:ext uri="{0D108BD9-81ED-4DB2-BD59-A6C34878D82A}">
                    <a16:rowId xmlns:a16="http://schemas.microsoft.com/office/drawing/2014/main" val="3597120456"/>
                  </a:ext>
                </a:extLst>
              </a:tr>
              <a:tr h="174355">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Integration Ease / Compatability</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15</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a:latin typeface="Arial" panose="020B0604020202020204" pitchFamily="34" charset="0"/>
                          <a:cs typeface="Arial" panose="020B0604020202020204" pitchFamily="34" charset="0"/>
                        </a:rPr>
                        <a:t>Needs receiver wiring and channel mapping.</a:t>
                      </a:r>
                      <a:endParaRPr lang="en-US" sz="1400" b="0"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6</a:t>
                      </a: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US" sz="1400">
                          <a:latin typeface="Arial" panose="020B0604020202020204" pitchFamily="34" charset="0"/>
                          <a:cs typeface="Arial" panose="020B0604020202020204" pitchFamily="34" charset="0"/>
                        </a:rPr>
                        <a:t>Runs over the existing Wi-Fi network. </a:t>
                      </a:r>
                      <a:endParaRPr lang="en-US" sz="1400" b="0"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8</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a:latin typeface="Arial" panose="020B0604020202020204" pitchFamily="34" charset="0"/>
                          <a:cs typeface="Arial" panose="020B0604020202020204" pitchFamily="34" charset="0"/>
                        </a:rPr>
                        <a:t>Already built into QGC and Mission Planner. </a:t>
                      </a:r>
                      <a:endParaRPr lang="en-US" sz="1400" b="0"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10</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extLst>
                  <a:ext uri="{0D108BD9-81ED-4DB2-BD59-A6C34878D82A}">
                    <a16:rowId xmlns:a16="http://schemas.microsoft.com/office/drawing/2014/main" val="3938116395"/>
                  </a:ext>
                </a:extLst>
              </a:tr>
              <a:tr h="362927">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Ease of Implementation</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15</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a:latin typeface="Arial" panose="020B0604020202020204" pitchFamily="34" charset="0"/>
                          <a:cs typeface="Arial" panose="020B0604020202020204" pitchFamily="34" charset="0"/>
                        </a:rPr>
                        <a:t>Needs binding, calibration and failsafe setup.</a:t>
                      </a:r>
                      <a:endParaRPr lang="en-US" sz="1400" b="0"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4</a:t>
                      </a: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US" sz="1400">
                          <a:latin typeface="Arial" panose="020B0604020202020204" pitchFamily="34" charset="0"/>
                          <a:cs typeface="Arial" panose="020B0604020202020204" pitchFamily="34" charset="0"/>
                        </a:rPr>
                        <a:t>Needs a custom bridge to turn controller input into </a:t>
                      </a:r>
                      <a:r>
                        <a:rPr lang="en-US" sz="1400" err="1">
                          <a:latin typeface="Arial" panose="020B0604020202020204" pitchFamily="34" charset="0"/>
                          <a:cs typeface="Arial" panose="020B0604020202020204" pitchFamily="34" charset="0"/>
                        </a:rPr>
                        <a:t>MAVLink</a:t>
                      </a:r>
                      <a:r>
                        <a:rPr lang="en-US" sz="1400">
                          <a:latin typeface="Arial" panose="020B0604020202020204" pitchFamily="34" charset="0"/>
                          <a:cs typeface="Arial" panose="020B0604020202020204" pitchFamily="34" charset="0"/>
                        </a:rPr>
                        <a:t> commands.</a:t>
                      </a:r>
                      <a:endParaRPr lang="en-US" sz="1400" b="0"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6</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a:latin typeface="Arial" panose="020B0604020202020204" pitchFamily="34" charset="0"/>
                          <a:cs typeface="Arial" panose="020B0604020202020204" pitchFamily="34" charset="0"/>
                        </a:rPr>
                        <a:t>Mostly configuration, little new code. </a:t>
                      </a:r>
                      <a:endParaRPr lang="en-US" sz="1400" b="0"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8</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extLst>
                  <a:ext uri="{0D108BD9-81ED-4DB2-BD59-A6C34878D82A}">
                    <a16:rowId xmlns:a16="http://schemas.microsoft.com/office/drawing/2014/main" val="789170633"/>
                  </a:ext>
                </a:extLst>
              </a:tr>
              <a:tr h="243440">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Operator ergonomics</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10</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a:latin typeface="Arial" panose="020B0604020202020204" pitchFamily="34" charset="0"/>
                          <a:cs typeface="Arial" panose="020B0604020202020204" pitchFamily="34" charset="0"/>
                        </a:rPr>
                        <a:t>Dedicated transmitter with a learning curve.</a:t>
                      </a:r>
                      <a:endParaRPr lang="en-US" sz="1400" b="0"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6</a:t>
                      </a: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US" sz="1400">
                          <a:latin typeface="Arial" panose="020B0604020202020204" pitchFamily="34" charset="0"/>
                          <a:cs typeface="Arial" panose="020B0604020202020204" pitchFamily="34" charset="0"/>
                        </a:rPr>
                        <a:t>Familiar gamepad controls.</a:t>
                      </a:r>
                      <a:endParaRPr lang="en-US" sz="1400" b="0"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10</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a:latin typeface="Arial" panose="020B0604020202020204" pitchFamily="34" charset="0"/>
                          <a:cs typeface="Arial" panose="020B0604020202020204" pitchFamily="34" charset="0"/>
                        </a:rPr>
                        <a:t>One click from the GCS screen.</a:t>
                      </a:r>
                      <a:endParaRPr lang="en-US" sz="1400" b="0"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10</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extLst>
                  <a:ext uri="{0D108BD9-81ED-4DB2-BD59-A6C34878D82A}">
                    <a16:rowId xmlns:a16="http://schemas.microsoft.com/office/drawing/2014/main" val="2794867893"/>
                  </a:ext>
                </a:extLst>
              </a:tr>
              <a:tr h="389504">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Size, weight, power</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10</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a:latin typeface="Arial" panose="020B0604020202020204" pitchFamily="34" charset="0"/>
                          <a:cs typeface="Arial" panose="020B0604020202020204" pitchFamily="34" charset="0"/>
                        </a:rPr>
                        <a:t>Receiver is small and light and draws little power. </a:t>
                      </a:r>
                      <a:endParaRPr lang="en-US" sz="1400" b="0"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10</a:t>
                      </a: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US" sz="1400">
                          <a:latin typeface="Arial" panose="020B0604020202020204" pitchFamily="34" charset="0"/>
                          <a:cs typeface="Arial" panose="020B0604020202020204" pitchFamily="34" charset="0"/>
                        </a:rPr>
                        <a:t>Uses the onboard Wi-Fi module, with a small power cost.</a:t>
                      </a:r>
                      <a:endParaRPr lang="en-US" sz="1400" b="0"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8</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a:latin typeface="Arial" panose="020B0604020202020204" pitchFamily="34" charset="0"/>
                          <a:cs typeface="Arial" panose="020B0604020202020204" pitchFamily="34" charset="0"/>
                        </a:rPr>
                        <a:t>Needs a laptop or ground station running the whole time. </a:t>
                      </a:r>
                      <a:endParaRPr lang="en-US" sz="1400" b="0" i="0" u="none" strike="noStrike">
                        <a:solidFill>
                          <a:schemeClr val="tx1"/>
                        </a:solidFill>
                        <a:effectLst/>
                        <a:latin typeface="Arial" panose="020B0604020202020204" pitchFamily="34" charset="0"/>
                        <a:cs typeface="Arial" panose="020B0604020202020204" pitchFamily="34" charset="0"/>
                      </a:endParaRP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4</a:t>
                      </a:r>
                    </a:p>
                  </a:txBody>
                  <a:tcPr marL="6350" marR="6350" marT="6350" anchor="b">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extLst>
                  <a:ext uri="{0D108BD9-81ED-4DB2-BD59-A6C34878D82A}">
                    <a16:rowId xmlns:a16="http://schemas.microsoft.com/office/drawing/2014/main" val="2427073728"/>
                  </a:ext>
                </a:extLst>
              </a:tr>
              <a:tr h="0">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Max Score</a:t>
                      </a:r>
                    </a:p>
                  </a:txBody>
                  <a:tcPr marL="6350" marR="6350" marT="6350" anchor="b">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100</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gridSpan="2">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81</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hMerge="1">
                  <a:txBody>
                    <a:bodyPr/>
                    <a:lstStyle/>
                    <a:p>
                      <a:endParaRPr lang="en-US"/>
                    </a:p>
                  </a:txBody>
                  <a:tcPr/>
                </a:tc>
                <a:tc gridSpan="2">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62</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gridSpan="2">
                  <a:txBody>
                    <a:bodyPr/>
                    <a:lstStyle/>
                    <a:p>
                      <a:pPr algn="ctr" fontAlgn="b">
                        <a:buNone/>
                      </a:pPr>
                      <a:r>
                        <a:rPr lang="en-US" sz="1400" b="0" i="0" u="none" strike="noStrike">
                          <a:solidFill>
                            <a:schemeClr val="tx1"/>
                          </a:solidFill>
                          <a:effectLst/>
                          <a:latin typeface="Arial" panose="020B0604020202020204" pitchFamily="34" charset="0"/>
                          <a:cs typeface="Arial" panose="020B0604020202020204" pitchFamily="34" charset="0"/>
                        </a:rPr>
                        <a:t>74</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extLst>
                  <a:ext uri="{0D108BD9-81ED-4DB2-BD59-A6C34878D82A}">
                    <a16:rowId xmlns:a16="http://schemas.microsoft.com/office/drawing/2014/main" val="1011697383"/>
                  </a:ext>
                </a:extLst>
              </a:tr>
            </a:tbl>
          </a:graphicData>
        </a:graphic>
      </p:graphicFrame>
    </p:spTree>
    <p:extLst>
      <p:ext uri="{BB962C8B-B14F-4D97-AF65-F5344CB8AC3E}">
        <p14:creationId xmlns:p14="http://schemas.microsoft.com/office/powerpoint/2010/main" val="114528053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hape 0"/>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p:cNvPicPr>
            <a:picLocks noChangeAspect="1"/>
          </p:cNvPicPr>
          <p:nvPr/>
        </p:nvPicPr>
        <p:blipFill>
          <a:blip r:embed="rId3"/>
          <a:stretch>
            <a:fillRect/>
          </a:stretch>
        </p:blipFill>
        <p:spPr>
          <a:xfrm>
            <a:off x="579489" y="504749"/>
            <a:ext cx="362102" cy="362102"/>
          </a:xfrm>
          <a:prstGeom prst="rect">
            <a:avLst/>
          </a:prstGeom>
        </p:spPr>
      </p:pic>
      <p:sp>
        <p:nvSpPr>
          <p:cNvPr id="4" name="Text 1"/>
          <p:cNvSpPr txBox="1"/>
          <p:nvPr/>
        </p:nvSpPr>
        <p:spPr>
          <a:xfrm>
            <a:off x="1281748" y="365760"/>
            <a:ext cx="7680960" cy="658368"/>
          </a:xfrm>
          <a:prstGeom prst="rect">
            <a:avLst/>
          </a:prstGeom>
          <a:noFill/>
          <a:ln/>
        </p:spPr>
        <p:txBody>
          <a:bodyPr wrap="square" lIns="0" tIns="0" rIns="0" bIns="0" rtlCol="0" anchor="ctr"/>
          <a:lstStyle/>
          <a:p>
            <a:r>
              <a:rPr lang="en-US" sz="2800" b="1" kern="0" spc="100">
                <a:solidFill>
                  <a:srgbClr val="2B2A28"/>
                </a:solidFill>
                <a:latin typeface="Arial"/>
                <a:ea typeface="Arial" pitchFamily="34" charset="-122"/>
                <a:cs typeface="Arial"/>
              </a:rPr>
              <a:t>Optional Two-Column (add more if needed)/ Comparison Slide of Various Trades</a:t>
            </a:r>
            <a:endParaRPr lang="en-US" sz="2800"/>
          </a:p>
        </p:txBody>
      </p:sp>
      <p:sp>
        <p:nvSpPr>
          <p:cNvPr id="5" name="Shape 2"/>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TEMPLATE</a:t>
            </a:r>
            <a:endParaRPr lang="en-US" sz="1000"/>
          </a:p>
        </p:txBody>
      </p:sp>
      <p:sp>
        <p:nvSpPr>
          <p:cNvPr id="7" name="Shape 4"/>
          <p:cNvSpPr/>
          <p:nvPr/>
        </p:nvSpPr>
        <p:spPr>
          <a:xfrm>
            <a:off x="458788" y="1554480"/>
            <a:ext cx="5404104" cy="4160520"/>
          </a:xfrm>
          <a:prstGeom prst="roundRect">
            <a:avLst>
              <a:gd name="adj" fmla="val 3077"/>
            </a:avLst>
          </a:prstGeom>
          <a:solidFill>
            <a:srgbClr val="FBF4E7"/>
          </a:solidFill>
          <a:ln w="12700">
            <a:solidFill>
              <a:srgbClr val="E4D7BC"/>
            </a:solidFill>
            <a:prstDash val="solid"/>
          </a:ln>
        </p:spPr>
        <p:txBody>
          <a:bodyPr/>
          <a:lstStyle/>
          <a:p>
            <a:endParaRPr lang="en-US" sz="1800"/>
          </a:p>
        </p:txBody>
      </p:sp>
      <p:sp>
        <p:nvSpPr>
          <p:cNvPr id="8" name="Shape 5"/>
          <p:cNvSpPr/>
          <p:nvPr/>
        </p:nvSpPr>
        <p:spPr>
          <a:xfrm>
            <a:off x="778828" y="1920240"/>
            <a:ext cx="457200" cy="54864"/>
          </a:xfrm>
          <a:prstGeom prst="rect">
            <a:avLst/>
          </a:prstGeom>
          <a:solidFill>
            <a:srgbClr val="2E9BC4"/>
          </a:solidFill>
          <a:ln/>
        </p:spPr>
        <p:txBody>
          <a:bodyPr/>
          <a:lstStyle/>
          <a:p>
            <a:endParaRPr lang="en-US" sz="1800"/>
          </a:p>
        </p:txBody>
      </p:sp>
      <p:sp>
        <p:nvSpPr>
          <p:cNvPr id="9" name="Text 6"/>
          <p:cNvSpPr txBox="1"/>
          <p:nvPr/>
        </p:nvSpPr>
        <p:spPr>
          <a:xfrm>
            <a:off x="778828" y="2103120"/>
            <a:ext cx="4764024" cy="502920"/>
          </a:xfrm>
          <a:prstGeom prst="rect">
            <a:avLst/>
          </a:prstGeom>
          <a:noFill/>
          <a:ln/>
        </p:spPr>
        <p:txBody>
          <a:bodyPr wrap="square" lIns="0" tIns="0" rIns="0" bIns="0" rtlCol="0" anchor="ctr"/>
          <a:lstStyle/>
          <a:p>
            <a:pPr marL="0" indent="0">
              <a:buNone/>
            </a:pPr>
            <a:r>
              <a:rPr lang="en-US" sz="1200" b="1">
                <a:solidFill>
                  <a:srgbClr val="2B2A28"/>
                </a:solidFill>
                <a:latin typeface="Arial"/>
                <a:ea typeface="Calibri"/>
                <a:cs typeface="Arial"/>
              </a:rPr>
              <a:t>Option A / Left</a:t>
            </a:r>
            <a:endParaRPr lang="en-US" sz="1200">
              <a:latin typeface="Arial"/>
              <a:ea typeface="Calibri"/>
              <a:cs typeface="Arial"/>
            </a:endParaRPr>
          </a:p>
        </p:txBody>
      </p:sp>
      <p:sp>
        <p:nvSpPr>
          <p:cNvPr id="10" name="Text 7"/>
          <p:cNvSpPr txBox="1"/>
          <p:nvPr/>
        </p:nvSpPr>
        <p:spPr>
          <a:xfrm>
            <a:off x="778828" y="2834640"/>
            <a:ext cx="4764024" cy="2606040"/>
          </a:xfrm>
          <a:prstGeom prst="rect">
            <a:avLst/>
          </a:prstGeom>
          <a:noFill/>
          <a:ln/>
        </p:spPr>
        <p:txBody>
          <a:bodyPr wrap="square" lIns="0" tIns="0" rIns="0" bIns="0" rtlCol="0" anchor="t"/>
          <a:lstStyle/>
          <a:p>
            <a:pPr marL="342900" indent="-342900" algn="l">
              <a:lnSpc>
                <a:spcPct val="105000"/>
              </a:lnSpc>
              <a:spcAft>
                <a:spcPts val="600"/>
              </a:spcAft>
              <a:buSzPct val="100000"/>
              <a:buChar char="•"/>
            </a:pPr>
            <a:r>
              <a:rPr lang="en-US" sz="1200" i="1">
                <a:solidFill>
                  <a:srgbClr val="8A857C"/>
                </a:solidFill>
                <a:latin typeface="Arial"/>
                <a:ea typeface="Calibri"/>
                <a:cs typeface="Arial"/>
              </a:rPr>
              <a:t>First point for this column.</a:t>
            </a:r>
            <a:endParaRPr lang="en-US" sz="1200">
              <a:latin typeface="Arial"/>
              <a:ea typeface="Calibri"/>
              <a:cs typeface="Arial"/>
            </a:endParaRPr>
          </a:p>
          <a:p>
            <a:pPr marL="342900" indent="-342900" algn="l">
              <a:lnSpc>
                <a:spcPct val="105000"/>
              </a:lnSpc>
              <a:spcAft>
                <a:spcPts val="600"/>
              </a:spcAft>
              <a:buSzPct val="100000"/>
              <a:buChar char="•"/>
            </a:pPr>
            <a:r>
              <a:rPr lang="en-US" sz="1200" i="1">
                <a:solidFill>
                  <a:srgbClr val="8A857C"/>
                </a:solidFill>
                <a:latin typeface="Arial"/>
                <a:ea typeface="Calibri"/>
                <a:cs typeface="Arial"/>
              </a:rPr>
              <a:t>Second point.</a:t>
            </a:r>
            <a:endParaRPr lang="en-US" sz="1200">
              <a:latin typeface="Arial"/>
              <a:ea typeface="Calibri"/>
              <a:cs typeface="Arial"/>
            </a:endParaRPr>
          </a:p>
          <a:p>
            <a:pPr marL="342900" indent="-342900" algn="l">
              <a:lnSpc>
                <a:spcPct val="105000"/>
              </a:lnSpc>
              <a:spcAft>
                <a:spcPts val="600"/>
              </a:spcAft>
              <a:buSzPct val="100000"/>
              <a:buChar char="•"/>
            </a:pPr>
            <a:r>
              <a:rPr lang="en-US" sz="1200" i="1">
                <a:solidFill>
                  <a:srgbClr val="8A857C"/>
                </a:solidFill>
                <a:latin typeface="Arial"/>
                <a:ea typeface="Calibri"/>
                <a:cs typeface="Arial"/>
              </a:rPr>
              <a:t>Third point.</a:t>
            </a:r>
            <a:endParaRPr lang="en-US" sz="1200">
              <a:latin typeface="Arial"/>
              <a:ea typeface="Calibri"/>
              <a:cs typeface="Arial"/>
            </a:endParaRPr>
          </a:p>
        </p:txBody>
      </p:sp>
      <p:sp>
        <p:nvSpPr>
          <p:cNvPr id="11" name="Shape 8"/>
          <p:cNvSpPr/>
          <p:nvPr/>
        </p:nvSpPr>
        <p:spPr>
          <a:xfrm>
            <a:off x="6329236" y="1554480"/>
            <a:ext cx="5404104" cy="4160520"/>
          </a:xfrm>
          <a:prstGeom prst="roundRect">
            <a:avLst>
              <a:gd name="adj" fmla="val 3077"/>
            </a:avLst>
          </a:prstGeom>
          <a:solidFill>
            <a:srgbClr val="FBF4E7"/>
          </a:solidFill>
          <a:ln w="12700">
            <a:solidFill>
              <a:srgbClr val="E4D7BC"/>
            </a:solidFill>
            <a:prstDash val="solid"/>
          </a:ln>
        </p:spPr>
        <p:txBody>
          <a:bodyPr/>
          <a:lstStyle/>
          <a:p>
            <a:endParaRPr lang="en-US" sz="1800"/>
          </a:p>
        </p:txBody>
      </p:sp>
      <p:sp>
        <p:nvSpPr>
          <p:cNvPr id="12" name="Shape 9"/>
          <p:cNvSpPr/>
          <p:nvPr/>
        </p:nvSpPr>
        <p:spPr>
          <a:xfrm>
            <a:off x="6649276" y="1920240"/>
            <a:ext cx="457200" cy="54864"/>
          </a:xfrm>
          <a:prstGeom prst="rect">
            <a:avLst/>
          </a:prstGeom>
          <a:solidFill>
            <a:srgbClr val="C6890F"/>
          </a:solidFill>
          <a:ln/>
        </p:spPr>
        <p:txBody>
          <a:bodyPr/>
          <a:lstStyle/>
          <a:p>
            <a:endParaRPr lang="en-US" sz="1800"/>
          </a:p>
        </p:txBody>
      </p:sp>
      <p:sp>
        <p:nvSpPr>
          <p:cNvPr id="13" name="Text 10"/>
          <p:cNvSpPr txBox="1"/>
          <p:nvPr/>
        </p:nvSpPr>
        <p:spPr>
          <a:xfrm>
            <a:off x="6649276" y="2103120"/>
            <a:ext cx="4764024" cy="502920"/>
          </a:xfrm>
          <a:prstGeom prst="rect">
            <a:avLst/>
          </a:prstGeom>
          <a:noFill/>
          <a:ln/>
        </p:spPr>
        <p:txBody>
          <a:bodyPr wrap="square" lIns="0" tIns="0" rIns="0" bIns="0" rtlCol="0" anchor="ctr"/>
          <a:lstStyle/>
          <a:p>
            <a:pPr marL="0" indent="0">
              <a:buNone/>
            </a:pPr>
            <a:r>
              <a:rPr lang="en-US" sz="1200" b="1">
                <a:solidFill>
                  <a:srgbClr val="2B2A28"/>
                </a:solidFill>
                <a:latin typeface="Arial"/>
                <a:ea typeface="Calibri"/>
                <a:cs typeface="Arial"/>
              </a:rPr>
              <a:t>Option B / Right</a:t>
            </a:r>
            <a:endParaRPr lang="en-US" sz="1200">
              <a:latin typeface="Arial"/>
              <a:ea typeface="Calibri"/>
              <a:cs typeface="Arial"/>
            </a:endParaRPr>
          </a:p>
        </p:txBody>
      </p:sp>
      <p:sp>
        <p:nvSpPr>
          <p:cNvPr id="14" name="Text 11"/>
          <p:cNvSpPr txBox="1"/>
          <p:nvPr/>
        </p:nvSpPr>
        <p:spPr>
          <a:xfrm>
            <a:off x="6649276" y="2834640"/>
            <a:ext cx="4764024" cy="2606040"/>
          </a:xfrm>
          <a:prstGeom prst="rect">
            <a:avLst/>
          </a:prstGeom>
          <a:noFill/>
          <a:ln/>
        </p:spPr>
        <p:txBody>
          <a:bodyPr wrap="square" lIns="0" tIns="0" rIns="0" bIns="0" rtlCol="0" anchor="t"/>
          <a:lstStyle/>
          <a:p>
            <a:pPr marL="342900" indent="-342900" algn="l">
              <a:lnSpc>
                <a:spcPct val="105000"/>
              </a:lnSpc>
              <a:spcAft>
                <a:spcPts val="600"/>
              </a:spcAft>
              <a:buSzPct val="100000"/>
              <a:buChar char="•"/>
            </a:pPr>
            <a:r>
              <a:rPr lang="en-US" sz="1200" i="1">
                <a:solidFill>
                  <a:srgbClr val="8A857C"/>
                </a:solidFill>
                <a:latin typeface="Arial"/>
                <a:ea typeface="Calibri"/>
                <a:cs typeface="Arial"/>
              </a:rPr>
              <a:t>First point for this column.</a:t>
            </a:r>
            <a:endParaRPr lang="en-US" sz="1200">
              <a:latin typeface="Arial"/>
              <a:ea typeface="Calibri"/>
              <a:cs typeface="Arial"/>
            </a:endParaRPr>
          </a:p>
          <a:p>
            <a:pPr marL="342900" indent="-342900" algn="l">
              <a:lnSpc>
                <a:spcPct val="105000"/>
              </a:lnSpc>
              <a:spcAft>
                <a:spcPts val="600"/>
              </a:spcAft>
              <a:buSzPct val="100000"/>
              <a:buChar char="•"/>
            </a:pPr>
            <a:r>
              <a:rPr lang="en-US" sz="1200" i="1">
                <a:solidFill>
                  <a:srgbClr val="8A857C"/>
                </a:solidFill>
                <a:latin typeface="Arial"/>
                <a:ea typeface="Calibri"/>
                <a:cs typeface="Arial"/>
              </a:rPr>
              <a:t>Second point.</a:t>
            </a:r>
            <a:endParaRPr lang="en-US" sz="1200">
              <a:latin typeface="Arial"/>
              <a:ea typeface="Calibri"/>
              <a:cs typeface="Arial"/>
            </a:endParaRPr>
          </a:p>
          <a:p>
            <a:pPr marL="342900" indent="-342900" algn="l">
              <a:lnSpc>
                <a:spcPct val="105000"/>
              </a:lnSpc>
              <a:spcAft>
                <a:spcPts val="600"/>
              </a:spcAft>
              <a:buSzPct val="100000"/>
              <a:buChar char="•"/>
            </a:pPr>
            <a:r>
              <a:rPr lang="en-US" sz="1200" i="1">
                <a:solidFill>
                  <a:srgbClr val="8A857C"/>
                </a:solidFill>
                <a:latin typeface="Arial"/>
                <a:ea typeface="Calibri"/>
                <a:cs typeface="Arial"/>
              </a:rPr>
              <a:t>Third point.</a:t>
            </a:r>
            <a:endParaRPr lang="en-US" sz="1200">
              <a:latin typeface="Arial"/>
              <a:ea typeface="Calibri"/>
              <a:cs typeface="Arial"/>
            </a:endParaRPr>
          </a:p>
        </p:txBody>
      </p:sp>
      <p:sp>
        <p:nvSpPr>
          <p:cNvPr id="16" name="Text 13"/>
          <p:cNvSpPr txBox="1"/>
          <p:nvPr/>
        </p:nvSpPr>
        <p:spPr>
          <a:xfrm>
            <a:off x="11367580" y="6492240"/>
            <a:ext cx="365760" cy="274320"/>
          </a:xfrm>
          <a:prstGeom prst="rect">
            <a:avLst/>
          </a:prstGeom>
          <a:noFill/>
          <a:ln/>
        </p:spPr>
        <p:txBody>
          <a:bodyPr wrap="square" lIns="0" tIns="0" rIns="0" bIns="0" rtlCol="0" anchor="ctr"/>
          <a:lstStyle/>
          <a:p>
            <a:pPr marL="0" indent="0" algn="r">
              <a:buNone/>
            </a:pPr>
            <a:r>
              <a:rPr lang="en-US" sz="900">
                <a:solidFill>
                  <a:srgbClr val="8A857C"/>
                </a:solidFill>
                <a:latin typeface="Arial" pitchFamily="34" charset="0"/>
                <a:ea typeface="Arial" pitchFamily="34" charset="-122"/>
                <a:cs typeface="Arial" pitchFamily="34" charset="-120"/>
              </a:rPr>
              <a:t>5</a:t>
            </a:r>
            <a:endParaRPr lang="en-US" sz="900"/>
          </a:p>
        </p:txBody>
      </p:sp>
    </p:spTree>
    <p:extLst>
      <p:ext uri="{BB962C8B-B14F-4D97-AF65-F5344CB8AC3E}">
        <p14:creationId xmlns:p14="http://schemas.microsoft.com/office/powerpoint/2010/main" val="32900860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25792-D598-9D4D-F875-0FA18193843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28E1B18-D169-ADE0-8115-67A8C726B63D}"/>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40C9F258-8A10-461B-B005-1A6276C08542}"/>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BF106CF8-23C9-14D8-C41E-E9466A9710AD}"/>
              </a:ext>
            </a:extLst>
          </p:cNvPr>
          <p:cNvSpPr txBox="1"/>
          <p:nvPr/>
        </p:nvSpPr>
        <p:spPr>
          <a:xfrm>
            <a:off x="1281749" y="368854"/>
            <a:ext cx="9094965" cy="627956"/>
          </a:xfrm>
          <a:prstGeom prst="rect">
            <a:avLst/>
          </a:prstGeom>
          <a:noFill/>
          <a:ln/>
        </p:spPr>
        <p:txBody>
          <a:bodyPr wrap="square" lIns="0" tIns="0" rIns="0" bIns="0" rtlCol="0" anchor="ctr"/>
          <a:lstStyle/>
          <a:p>
            <a:r>
              <a:rPr lang="en-US" sz="2800" b="1" kern="0" spc="100">
                <a:solidFill>
                  <a:srgbClr val="2B2A28"/>
                </a:solidFill>
                <a:latin typeface="Arial"/>
                <a:cs typeface="Arial"/>
              </a:rPr>
              <a:t>Manual override method</a:t>
            </a:r>
            <a:endParaRPr lang="en-US"/>
          </a:p>
        </p:txBody>
      </p:sp>
      <p:sp>
        <p:nvSpPr>
          <p:cNvPr id="5" name="Shape 2">
            <a:extLst>
              <a:ext uri="{FF2B5EF4-FFF2-40B4-BE49-F238E27FC236}">
                <a16:creationId xmlns:a16="http://schemas.microsoft.com/office/drawing/2014/main" id="{7557B14D-C5AA-6115-4833-38FAF6CD5389}"/>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D3F30EBE-9A37-8B5E-5052-A69142C129EC}"/>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13" name="Text 9">
            <a:extLst>
              <a:ext uri="{FF2B5EF4-FFF2-40B4-BE49-F238E27FC236}">
                <a16:creationId xmlns:a16="http://schemas.microsoft.com/office/drawing/2014/main" id="{C94F0686-C6B5-27B1-514A-98FFFFCF9D44}"/>
              </a:ext>
            </a:extLst>
          </p:cNvPr>
          <p:cNvSpPr txBox="1"/>
          <p:nvPr/>
        </p:nvSpPr>
        <p:spPr>
          <a:xfrm>
            <a:off x="11367580" y="6492240"/>
            <a:ext cx="365760" cy="274320"/>
          </a:xfrm>
          <a:prstGeom prst="rect">
            <a:avLst/>
          </a:prstGeom>
          <a:noFill/>
          <a:ln/>
        </p:spPr>
        <p:txBody>
          <a:bodyPr wrap="square" lIns="0" tIns="0" rIns="0" bIns="0" rtlCol="0" anchor="ctr"/>
          <a:lstStyle/>
          <a:p>
            <a:pPr marL="0" indent="0" algn="r">
              <a:buNone/>
            </a:pPr>
            <a:r>
              <a:rPr lang="en-US" sz="900">
                <a:solidFill>
                  <a:srgbClr val="8A857C"/>
                </a:solidFill>
                <a:latin typeface="Arial" pitchFamily="34" charset="0"/>
                <a:ea typeface="Arial" pitchFamily="34" charset="-122"/>
                <a:cs typeface="Arial" pitchFamily="34" charset="-120"/>
              </a:rPr>
              <a:t>4</a:t>
            </a:r>
            <a:endParaRPr lang="en-US" sz="900"/>
          </a:p>
        </p:txBody>
      </p:sp>
      <p:pic>
        <p:nvPicPr>
          <p:cNvPr id="12" name="Picture 11">
            <a:extLst>
              <a:ext uri="{FF2B5EF4-FFF2-40B4-BE49-F238E27FC236}">
                <a16:creationId xmlns:a16="http://schemas.microsoft.com/office/drawing/2014/main" id="{E6493890-3333-3866-1A73-397BDA9EEED4}"/>
              </a:ext>
            </a:extLst>
          </p:cNvPr>
          <p:cNvPicPr>
            <a:picLocks noChangeAspect="1"/>
          </p:cNvPicPr>
          <p:nvPr/>
        </p:nvPicPr>
        <p:blipFill>
          <a:blip r:embed="rId4"/>
          <a:stretch>
            <a:fillRect/>
          </a:stretch>
        </p:blipFill>
        <p:spPr>
          <a:xfrm>
            <a:off x="6648289" y="1094970"/>
            <a:ext cx="4726661" cy="2672651"/>
          </a:xfrm>
          <a:prstGeom prst="rect">
            <a:avLst/>
          </a:prstGeom>
        </p:spPr>
      </p:pic>
      <p:pic>
        <p:nvPicPr>
          <p:cNvPr id="14" name="Picture 13">
            <a:extLst>
              <a:ext uri="{FF2B5EF4-FFF2-40B4-BE49-F238E27FC236}">
                <a16:creationId xmlns:a16="http://schemas.microsoft.com/office/drawing/2014/main" id="{814F5FE9-1EC4-E59B-CA56-5CC64525E448}"/>
              </a:ext>
            </a:extLst>
          </p:cNvPr>
          <p:cNvPicPr>
            <a:picLocks noChangeAspect="1"/>
          </p:cNvPicPr>
          <p:nvPr/>
        </p:nvPicPr>
        <p:blipFill>
          <a:blip r:embed="rId5"/>
          <a:stretch>
            <a:fillRect/>
          </a:stretch>
        </p:blipFill>
        <p:spPr>
          <a:xfrm>
            <a:off x="6815864" y="3758985"/>
            <a:ext cx="4385052" cy="2381573"/>
          </a:xfrm>
          <a:prstGeom prst="rect">
            <a:avLst/>
          </a:prstGeom>
        </p:spPr>
      </p:pic>
      <p:pic>
        <p:nvPicPr>
          <p:cNvPr id="16" name="Picture 15">
            <a:extLst>
              <a:ext uri="{FF2B5EF4-FFF2-40B4-BE49-F238E27FC236}">
                <a16:creationId xmlns:a16="http://schemas.microsoft.com/office/drawing/2014/main" id="{FA1F338F-CDCB-5DBD-F302-A51F5648BA33}"/>
              </a:ext>
            </a:extLst>
          </p:cNvPr>
          <p:cNvPicPr>
            <a:picLocks noChangeAspect="1"/>
          </p:cNvPicPr>
          <p:nvPr/>
        </p:nvPicPr>
        <p:blipFill>
          <a:blip r:embed="rId6"/>
          <a:stretch>
            <a:fillRect/>
          </a:stretch>
        </p:blipFill>
        <p:spPr>
          <a:xfrm>
            <a:off x="232475" y="1347996"/>
            <a:ext cx="6418882" cy="1081719"/>
          </a:xfrm>
          <a:prstGeom prst="rect">
            <a:avLst/>
          </a:prstGeom>
        </p:spPr>
      </p:pic>
      <p:graphicFrame>
        <p:nvGraphicFramePr>
          <p:cNvPr id="20" name="Table 19">
            <a:extLst>
              <a:ext uri="{FF2B5EF4-FFF2-40B4-BE49-F238E27FC236}">
                <a16:creationId xmlns:a16="http://schemas.microsoft.com/office/drawing/2014/main" id="{744F4A6F-70CD-AB59-E35F-AF55CDE2E184}"/>
              </a:ext>
            </a:extLst>
          </p:cNvPr>
          <p:cNvGraphicFramePr>
            <a:graphicFrameLocks noGrp="1"/>
          </p:cNvGraphicFramePr>
          <p:nvPr/>
        </p:nvGraphicFramePr>
        <p:xfrm>
          <a:off x="116237" y="2770322"/>
          <a:ext cx="6656607" cy="3642360"/>
        </p:xfrm>
        <a:graphic>
          <a:graphicData uri="http://schemas.openxmlformats.org/drawingml/2006/table">
            <a:tbl>
              <a:tblPr bandRow="1">
                <a:tableStyleId>{5C22544A-7EE6-4342-B048-85BDC9FD1C3A}</a:tableStyleId>
              </a:tblPr>
              <a:tblGrid>
                <a:gridCol w="2227881">
                  <a:extLst>
                    <a:ext uri="{9D8B030D-6E8A-4147-A177-3AD203B41FA5}">
                      <a16:colId xmlns:a16="http://schemas.microsoft.com/office/drawing/2014/main" val="2264130828"/>
                    </a:ext>
                  </a:extLst>
                </a:gridCol>
                <a:gridCol w="2214363">
                  <a:extLst>
                    <a:ext uri="{9D8B030D-6E8A-4147-A177-3AD203B41FA5}">
                      <a16:colId xmlns:a16="http://schemas.microsoft.com/office/drawing/2014/main" val="2919967681"/>
                    </a:ext>
                  </a:extLst>
                </a:gridCol>
                <a:gridCol w="2214363">
                  <a:extLst>
                    <a:ext uri="{9D8B030D-6E8A-4147-A177-3AD203B41FA5}">
                      <a16:colId xmlns:a16="http://schemas.microsoft.com/office/drawing/2014/main" val="2845493886"/>
                    </a:ext>
                  </a:extLst>
                </a:gridCol>
              </a:tblGrid>
              <a:tr h="185171">
                <a:tc>
                  <a:txBody>
                    <a:bodyPr/>
                    <a:lstStyle/>
                    <a:p>
                      <a:pPr>
                        <a:buNone/>
                      </a:pPr>
                      <a:r>
                        <a:rPr lang="en-US" sz="1100">
                          <a:effectLst/>
                        </a:rPr>
                        <a:t>Risk</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a:effectLst/>
                        </a:rPr>
                        <a:t>Likelihood</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a:effectLst/>
                        </a:rPr>
                        <a:t>Mitigation</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202786586"/>
                  </a:ext>
                </a:extLst>
              </a:tr>
              <a:tr h="427320">
                <a:tc>
                  <a:txBody>
                    <a:bodyPr/>
                    <a:lstStyle/>
                    <a:p>
                      <a:pPr>
                        <a:buNone/>
                      </a:pPr>
                      <a:r>
                        <a:rPr lang="en-US" sz="1100" err="1">
                          <a:effectLst/>
                        </a:rPr>
                        <a:t>ExpressLRS</a:t>
                      </a:r>
                      <a:r>
                        <a:rPr lang="en-US" sz="1100">
                          <a:effectLst/>
                        </a:rPr>
                        <a:t> and </a:t>
                      </a:r>
                      <a:r>
                        <a:rPr lang="en-US" sz="1100" err="1">
                          <a:effectLst/>
                        </a:rPr>
                        <a:t>WiFi</a:t>
                      </a:r>
                      <a:r>
                        <a:rPr lang="en-US" sz="1100">
                          <a:effectLst/>
                        </a:rPr>
                        <a:t> radios both default to 2.4 GHz and can interfere with each other onboard the same airframe</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a:effectLst/>
                        </a:rPr>
                        <a:t>Medium</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a:effectLst/>
                        </a:rPr>
                        <a:t>Run the WiFi comms network on 5 GHz, or select the ExpressLRS 900 MHz variant, to put the two links in separate bands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447551028"/>
                  </a:ext>
                </a:extLst>
              </a:tr>
              <a:tr h="306246">
                <a:tc>
                  <a:txBody>
                    <a:bodyPr/>
                    <a:lstStyle/>
                    <a:p>
                      <a:pPr>
                        <a:buNone/>
                      </a:pPr>
                      <a:r>
                        <a:rPr lang="en-US" sz="1100">
                          <a:effectLst/>
                        </a:rPr>
                        <a:t>Receiver wiring/mounting takes longer than planned</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a:effectLst/>
                        </a:rPr>
                        <a:t>Low-Medium</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a:effectLst/>
                        </a:rPr>
                        <a:t>COTS receivers use standard CRSF/SBUS connectors; budget 1-2 lab sessions for mounting, binding, and failsafe configuration</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79733502"/>
                  </a:ext>
                </a:extLst>
              </a:tr>
              <a:tr h="427320">
                <a:tc>
                  <a:txBody>
                    <a:bodyPr/>
                    <a:lstStyle/>
                    <a:p>
                      <a:pPr>
                        <a:buNone/>
                      </a:pPr>
                      <a:r>
                        <a:rPr lang="en-US" sz="1100">
                          <a:effectLst/>
                        </a:rPr>
                        <a:t>Parts backordered close to a deadline</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a:effectLst/>
                        </a:rPr>
                        <a:t>Low</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a:effectLst/>
                        </a:rPr>
                        <a:t>COTS hobby-RC parts (below) are stocked by multiple US retailers with 3-5 business day shipping; order early in the semester regardless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746970249"/>
                  </a:ext>
                </a:extLst>
              </a:tr>
              <a:tr h="306246">
                <a:tc>
                  <a:txBody>
                    <a:bodyPr/>
                    <a:lstStyle/>
                    <a:p>
                      <a:pPr>
                        <a:buNone/>
                      </a:pPr>
                      <a:r>
                        <a:rPr lang="en-US" sz="1100">
                          <a:effectLst/>
                        </a:rPr>
                        <a:t>Interrupt input is mapped to the wrong flight mode/channel during testing</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a:effectLst/>
                        </a:rPr>
                        <a:t>Low</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a:effectLst/>
                        </a:rPr>
                        <a:t>Bench-test the override on the ground (props off) before any flight test, per standard RC-failsafe practice</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152113943"/>
                  </a:ext>
                </a:extLst>
              </a:tr>
            </a:tbl>
          </a:graphicData>
        </a:graphic>
      </p:graphicFrame>
    </p:spTree>
    <p:extLst>
      <p:ext uri="{BB962C8B-B14F-4D97-AF65-F5344CB8AC3E}">
        <p14:creationId xmlns:p14="http://schemas.microsoft.com/office/powerpoint/2010/main" val="54301345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2B2A27"/>
        </a:solidFill>
        <a:effectLst/>
      </p:bgPr>
    </p:bg>
    <p:spTree>
      <p:nvGrpSpPr>
        <p:cNvPr id="1" name="">
          <a:extLst>
            <a:ext uri="{FF2B5EF4-FFF2-40B4-BE49-F238E27FC236}">
              <a16:creationId xmlns:a16="http://schemas.microsoft.com/office/drawing/2014/main" id="{2C6F6EF3-D883-4C9A-D2C6-4697E643748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78BE3D0-DFE3-1A88-E03B-1D2ADC8B1FB7}"/>
              </a:ext>
            </a:extLst>
          </p:cNvPr>
          <p:cNvSpPr/>
          <p:nvPr/>
        </p:nvSpPr>
        <p:spPr>
          <a:xfrm>
            <a:off x="9648508" y="4754880"/>
            <a:ext cx="408920" cy="408920"/>
          </a:xfrm>
          <a:prstGeom prst="rect">
            <a:avLst/>
          </a:prstGeom>
          <a:ln w="12700">
            <a:solidFill>
              <a:srgbClr val="C6890F">
                <a:alpha val="14000"/>
              </a:srgbClr>
            </a:solidFill>
            <a:prstDash val="solid"/>
          </a:ln>
        </p:spPr>
        <p:txBody>
          <a:bodyPr/>
          <a:lstStyle/>
          <a:p>
            <a:endParaRPr lang="en-US" sz="1800"/>
          </a:p>
        </p:txBody>
      </p:sp>
      <p:sp>
        <p:nvSpPr>
          <p:cNvPr id="3" name="Shape 1">
            <a:extLst>
              <a:ext uri="{FF2B5EF4-FFF2-40B4-BE49-F238E27FC236}">
                <a16:creationId xmlns:a16="http://schemas.microsoft.com/office/drawing/2014/main" id="{8BE16F4B-29FE-03C5-C92D-3FC854538FBB}"/>
              </a:ext>
            </a:extLst>
          </p:cNvPr>
          <p:cNvSpPr/>
          <p:nvPr/>
        </p:nvSpPr>
        <p:spPr>
          <a:xfrm>
            <a:off x="10123996" y="4754880"/>
            <a:ext cx="408920" cy="408920"/>
          </a:xfrm>
          <a:prstGeom prst="rect">
            <a:avLst/>
          </a:prstGeom>
          <a:ln w="12700">
            <a:solidFill>
              <a:srgbClr val="C6890F">
                <a:alpha val="14000"/>
              </a:srgbClr>
            </a:solidFill>
            <a:prstDash val="solid"/>
          </a:ln>
        </p:spPr>
        <p:txBody>
          <a:bodyPr/>
          <a:lstStyle/>
          <a:p>
            <a:endParaRPr lang="en-US" sz="1800"/>
          </a:p>
        </p:txBody>
      </p:sp>
      <p:sp>
        <p:nvSpPr>
          <p:cNvPr id="4" name="Shape 2">
            <a:extLst>
              <a:ext uri="{FF2B5EF4-FFF2-40B4-BE49-F238E27FC236}">
                <a16:creationId xmlns:a16="http://schemas.microsoft.com/office/drawing/2014/main" id="{EFB37332-4594-91CA-C486-4853018100BD}"/>
              </a:ext>
            </a:extLst>
          </p:cNvPr>
          <p:cNvSpPr/>
          <p:nvPr/>
        </p:nvSpPr>
        <p:spPr>
          <a:xfrm>
            <a:off x="10599484" y="4754880"/>
            <a:ext cx="408920" cy="408920"/>
          </a:xfrm>
          <a:prstGeom prst="rect">
            <a:avLst/>
          </a:prstGeom>
          <a:ln w="12700">
            <a:solidFill>
              <a:srgbClr val="C6890F">
                <a:alpha val="14000"/>
              </a:srgbClr>
            </a:solidFill>
            <a:prstDash val="solid"/>
          </a:ln>
        </p:spPr>
        <p:txBody>
          <a:bodyPr/>
          <a:lstStyle/>
          <a:p>
            <a:endParaRPr lang="en-US" sz="1800"/>
          </a:p>
        </p:txBody>
      </p:sp>
      <p:sp>
        <p:nvSpPr>
          <p:cNvPr id="5" name="Shape 3">
            <a:extLst>
              <a:ext uri="{FF2B5EF4-FFF2-40B4-BE49-F238E27FC236}">
                <a16:creationId xmlns:a16="http://schemas.microsoft.com/office/drawing/2014/main" id="{C7722C6F-5D8E-A6D1-CEF6-F8CB879D08A3}"/>
              </a:ext>
            </a:extLst>
          </p:cNvPr>
          <p:cNvSpPr/>
          <p:nvPr/>
        </p:nvSpPr>
        <p:spPr>
          <a:xfrm>
            <a:off x="11074972" y="4754880"/>
            <a:ext cx="408920" cy="408920"/>
          </a:xfrm>
          <a:prstGeom prst="rect">
            <a:avLst/>
          </a:prstGeom>
          <a:ln w="12700">
            <a:solidFill>
              <a:srgbClr val="C6890F">
                <a:alpha val="14000"/>
              </a:srgbClr>
            </a:solidFill>
            <a:prstDash val="solid"/>
          </a:ln>
        </p:spPr>
        <p:txBody>
          <a:bodyPr/>
          <a:lstStyle/>
          <a:p>
            <a:endParaRPr lang="en-US" sz="1800"/>
          </a:p>
        </p:txBody>
      </p:sp>
      <p:sp>
        <p:nvSpPr>
          <p:cNvPr id="6" name="Shape 4">
            <a:extLst>
              <a:ext uri="{FF2B5EF4-FFF2-40B4-BE49-F238E27FC236}">
                <a16:creationId xmlns:a16="http://schemas.microsoft.com/office/drawing/2014/main" id="{AD51BE8A-01AD-62AD-40C9-74000AF7C6B3}"/>
              </a:ext>
            </a:extLst>
          </p:cNvPr>
          <p:cNvSpPr/>
          <p:nvPr/>
        </p:nvSpPr>
        <p:spPr>
          <a:xfrm>
            <a:off x="9648508" y="5230368"/>
            <a:ext cx="408920" cy="408920"/>
          </a:xfrm>
          <a:prstGeom prst="rect">
            <a:avLst/>
          </a:prstGeom>
          <a:ln w="12700">
            <a:solidFill>
              <a:srgbClr val="C6890F">
                <a:alpha val="14000"/>
              </a:srgbClr>
            </a:solidFill>
            <a:prstDash val="solid"/>
          </a:ln>
        </p:spPr>
        <p:txBody>
          <a:bodyPr/>
          <a:lstStyle/>
          <a:p>
            <a:endParaRPr lang="en-US" sz="1800"/>
          </a:p>
        </p:txBody>
      </p:sp>
      <p:sp>
        <p:nvSpPr>
          <p:cNvPr id="7" name="Shape 5">
            <a:extLst>
              <a:ext uri="{FF2B5EF4-FFF2-40B4-BE49-F238E27FC236}">
                <a16:creationId xmlns:a16="http://schemas.microsoft.com/office/drawing/2014/main" id="{25EDC41A-C586-8051-3F8F-E87156DA5264}"/>
              </a:ext>
            </a:extLst>
          </p:cNvPr>
          <p:cNvSpPr/>
          <p:nvPr/>
        </p:nvSpPr>
        <p:spPr>
          <a:xfrm>
            <a:off x="10123996" y="5230368"/>
            <a:ext cx="408920" cy="408920"/>
          </a:xfrm>
          <a:prstGeom prst="rect">
            <a:avLst/>
          </a:prstGeom>
          <a:ln w="12700">
            <a:solidFill>
              <a:srgbClr val="C6890F">
                <a:alpha val="14000"/>
              </a:srgbClr>
            </a:solidFill>
            <a:prstDash val="solid"/>
          </a:ln>
        </p:spPr>
        <p:txBody>
          <a:bodyPr/>
          <a:lstStyle/>
          <a:p>
            <a:endParaRPr lang="en-US" sz="1800"/>
          </a:p>
        </p:txBody>
      </p:sp>
      <p:sp>
        <p:nvSpPr>
          <p:cNvPr id="8" name="Shape 6">
            <a:extLst>
              <a:ext uri="{FF2B5EF4-FFF2-40B4-BE49-F238E27FC236}">
                <a16:creationId xmlns:a16="http://schemas.microsoft.com/office/drawing/2014/main" id="{863A98EF-8F43-E1C7-D21F-8472DC6AC613}"/>
              </a:ext>
            </a:extLst>
          </p:cNvPr>
          <p:cNvSpPr/>
          <p:nvPr/>
        </p:nvSpPr>
        <p:spPr>
          <a:xfrm>
            <a:off x="10599484" y="5230368"/>
            <a:ext cx="408920" cy="408920"/>
          </a:xfrm>
          <a:prstGeom prst="rect">
            <a:avLst/>
          </a:prstGeom>
          <a:ln w="12700">
            <a:solidFill>
              <a:srgbClr val="C6890F">
                <a:alpha val="14000"/>
              </a:srgbClr>
            </a:solidFill>
            <a:prstDash val="solid"/>
          </a:ln>
        </p:spPr>
        <p:txBody>
          <a:bodyPr/>
          <a:lstStyle/>
          <a:p>
            <a:endParaRPr lang="en-US" sz="1800"/>
          </a:p>
        </p:txBody>
      </p:sp>
      <p:sp>
        <p:nvSpPr>
          <p:cNvPr id="9" name="Shape 7">
            <a:extLst>
              <a:ext uri="{FF2B5EF4-FFF2-40B4-BE49-F238E27FC236}">
                <a16:creationId xmlns:a16="http://schemas.microsoft.com/office/drawing/2014/main" id="{EF1DD1F7-8CEA-1280-E815-EB78C0C08593}"/>
              </a:ext>
            </a:extLst>
          </p:cNvPr>
          <p:cNvSpPr/>
          <p:nvPr/>
        </p:nvSpPr>
        <p:spPr>
          <a:xfrm>
            <a:off x="11074972" y="5230368"/>
            <a:ext cx="408920" cy="408920"/>
          </a:xfrm>
          <a:prstGeom prst="rect">
            <a:avLst/>
          </a:prstGeom>
          <a:ln w="12700">
            <a:solidFill>
              <a:srgbClr val="C6890F">
                <a:alpha val="14000"/>
              </a:srgbClr>
            </a:solidFill>
            <a:prstDash val="solid"/>
          </a:ln>
        </p:spPr>
        <p:txBody>
          <a:bodyPr/>
          <a:lstStyle/>
          <a:p>
            <a:endParaRPr lang="en-US" sz="1800"/>
          </a:p>
        </p:txBody>
      </p:sp>
      <p:sp>
        <p:nvSpPr>
          <p:cNvPr id="10" name="Shape 8">
            <a:extLst>
              <a:ext uri="{FF2B5EF4-FFF2-40B4-BE49-F238E27FC236}">
                <a16:creationId xmlns:a16="http://schemas.microsoft.com/office/drawing/2014/main" id="{03D768F8-B09E-96D9-0030-A110E3E9353E}"/>
              </a:ext>
            </a:extLst>
          </p:cNvPr>
          <p:cNvSpPr/>
          <p:nvPr/>
        </p:nvSpPr>
        <p:spPr>
          <a:xfrm>
            <a:off x="9648508" y="5705856"/>
            <a:ext cx="408920" cy="408920"/>
          </a:xfrm>
          <a:prstGeom prst="rect">
            <a:avLst/>
          </a:prstGeom>
          <a:ln w="12700">
            <a:solidFill>
              <a:srgbClr val="C6890F">
                <a:alpha val="14000"/>
              </a:srgbClr>
            </a:solidFill>
            <a:prstDash val="solid"/>
          </a:ln>
        </p:spPr>
        <p:txBody>
          <a:bodyPr/>
          <a:lstStyle/>
          <a:p>
            <a:endParaRPr lang="en-US" sz="1800"/>
          </a:p>
        </p:txBody>
      </p:sp>
      <p:sp>
        <p:nvSpPr>
          <p:cNvPr id="11" name="Shape 9">
            <a:extLst>
              <a:ext uri="{FF2B5EF4-FFF2-40B4-BE49-F238E27FC236}">
                <a16:creationId xmlns:a16="http://schemas.microsoft.com/office/drawing/2014/main" id="{567476E3-E4B5-8C32-B182-DBF179707835}"/>
              </a:ext>
            </a:extLst>
          </p:cNvPr>
          <p:cNvSpPr/>
          <p:nvPr/>
        </p:nvSpPr>
        <p:spPr>
          <a:xfrm>
            <a:off x="10123996" y="5705856"/>
            <a:ext cx="408920" cy="408920"/>
          </a:xfrm>
          <a:prstGeom prst="rect">
            <a:avLst/>
          </a:prstGeom>
          <a:ln w="12700">
            <a:solidFill>
              <a:srgbClr val="C6890F">
                <a:alpha val="14000"/>
              </a:srgbClr>
            </a:solidFill>
            <a:prstDash val="solid"/>
          </a:ln>
        </p:spPr>
        <p:txBody>
          <a:bodyPr/>
          <a:lstStyle/>
          <a:p>
            <a:endParaRPr lang="en-US" sz="1800"/>
          </a:p>
        </p:txBody>
      </p:sp>
      <p:sp>
        <p:nvSpPr>
          <p:cNvPr id="12" name="Shape 10">
            <a:extLst>
              <a:ext uri="{FF2B5EF4-FFF2-40B4-BE49-F238E27FC236}">
                <a16:creationId xmlns:a16="http://schemas.microsoft.com/office/drawing/2014/main" id="{B93ECAA1-3755-44F3-B657-DBF110D02B2E}"/>
              </a:ext>
            </a:extLst>
          </p:cNvPr>
          <p:cNvSpPr/>
          <p:nvPr/>
        </p:nvSpPr>
        <p:spPr>
          <a:xfrm>
            <a:off x="10599484" y="5705856"/>
            <a:ext cx="408920" cy="408920"/>
          </a:xfrm>
          <a:prstGeom prst="rect">
            <a:avLst/>
          </a:prstGeom>
          <a:ln w="12700">
            <a:solidFill>
              <a:srgbClr val="C6890F">
                <a:alpha val="14000"/>
              </a:srgbClr>
            </a:solidFill>
            <a:prstDash val="solid"/>
          </a:ln>
        </p:spPr>
        <p:txBody>
          <a:bodyPr/>
          <a:lstStyle/>
          <a:p>
            <a:endParaRPr lang="en-US" sz="1800"/>
          </a:p>
        </p:txBody>
      </p:sp>
      <p:sp>
        <p:nvSpPr>
          <p:cNvPr id="13" name="Shape 11">
            <a:extLst>
              <a:ext uri="{FF2B5EF4-FFF2-40B4-BE49-F238E27FC236}">
                <a16:creationId xmlns:a16="http://schemas.microsoft.com/office/drawing/2014/main" id="{20E44FDD-F25B-94FC-06AB-A4DE37D617CD}"/>
              </a:ext>
            </a:extLst>
          </p:cNvPr>
          <p:cNvSpPr/>
          <p:nvPr/>
        </p:nvSpPr>
        <p:spPr>
          <a:xfrm>
            <a:off x="11074972" y="5705856"/>
            <a:ext cx="408920" cy="408920"/>
          </a:xfrm>
          <a:prstGeom prst="rect">
            <a:avLst/>
          </a:prstGeom>
          <a:ln w="12700">
            <a:solidFill>
              <a:srgbClr val="C6890F">
                <a:alpha val="14000"/>
              </a:srgbClr>
            </a:solidFill>
            <a:prstDash val="solid"/>
          </a:ln>
        </p:spPr>
        <p:txBody>
          <a:bodyPr/>
          <a:lstStyle/>
          <a:p>
            <a:endParaRPr lang="en-US" sz="1800"/>
          </a:p>
        </p:txBody>
      </p:sp>
      <p:sp>
        <p:nvSpPr>
          <p:cNvPr id="14" name="Shape 12">
            <a:extLst>
              <a:ext uri="{FF2B5EF4-FFF2-40B4-BE49-F238E27FC236}">
                <a16:creationId xmlns:a16="http://schemas.microsoft.com/office/drawing/2014/main" id="{CFF775F5-0D53-42A6-84EF-67F03330CDC8}"/>
              </a:ext>
            </a:extLst>
          </p:cNvPr>
          <p:cNvSpPr/>
          <p:nvPr/>
        </p:nvSpPr>
        <p:spPr>
          <a:xfrm>
            <a:off x="9785668"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5" name="Shape 13">
            <a:extLst>
              <a:ext uri="{FF2B5EF4-FFF2-40B4-BE49-F238E27FC236}">
                <a16:creationId xmlns:a16="http://schemas.microsoft.com/office/drawing/2014/main" id="{9D89F09A-CBC7-A9B1-51DC-AB40C2973556}"/>
              </a:ext>
            </a:extLst>
          </p:cNvPr>
          <p:cNvSpPr/>
          <p:nvPr/>
        </p:nvSpPr>
        <p:spPr>
          <a:xfrm>
            <a:off x="9944408" y="798820"/>
            <a:ext cx="249448" cy="249448"/>
          </a:xfrm>
          <a:prstGeom prst="ellipse">
            <a:avLst/>
          </a:prstGeom>
          <a:ln w="28575">
            <a:solidFill>
              <a:srgbClr val="C6890F">
                <a:alpha val="85000"/>
              </a:srgbClr>
            </a:solidFill>
            <a:prstDash val="solid"/>
          </a:ln>
        </p:spPr>
        <p:txBody>
          <a:bodyPr/>
          <a:lstStyle/>
          <a:p>
            <a:endParaRPr lang="en-US" sz="1800"/>
          </a:p>
        </p:txBody>
      </p:sp>
      <p:sp>
        <p:nvSpPr>
          <p:cNvPr id="16" name="Shape 14">
            <a:extLst>
              <a:ext uri="{FF2B5EF4-FFF2-40B4-BE49-F238E27FC236}">
                <a16:creationId xmlns:a16="http://schemas.microsoft.com/office/drawing/2014/main" id="{CC18F591-3C4F-40D4-7A28-E0890DBD4DC5}"/>
              </a:ext>
            </a:extLst>
          </p:cNvPr>
          <p:cNvSpPr/>
          <p:nvPr/>
        </p:nvSpPr>
        <p:spPr>
          <a:xfrm>
            <a:off x="10511336"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7" name="Shape 15">
            <a:extLst>
              <a:ext uri="{FF2B5EF4-FFF2-40B4-BE49-F238E27FC236}">
                <a16:creationId xmlns:a16="http://schemas.microsoft.com/office/drawing/2014/main" id="{9BFE3700-1BAB-80FC-EB64-510CC5355AEF}"/>
              </a:ext>
            </a:extLst>
          </p:cNvPr>
          <p:cNvSpPr/>
          <p:nvPr/>
        </p:nvSpPr>
        <p:spPr>
          <a:xfrm>
            <a:off x="10670076" y="798820"/>
            <a:ext cx="249448" cy="249448"/>
          </a:xfrm>
          <a:prstGeom prst="ellipse">
            <a:avLst/>
          </a:prstGeom>
          <a:ln w="28575">
            <a:solidFill>
              <a:srgbClr val="C6890F">
                <a:alpha val="85000"/>
              </a:srgbClr>
            </a:solidFill>
            <a:prstDash val="solid"/>
          </a:ln>
        </p:spPr>
        <p:txBody>
          <a:bodyPr/>
          <a:lstStyle/>
          <a:p>
            <a:endParaRPr lang="en-US" sz="1800"/>
          </a:p>
        </p:txBody>
      </p:sp>
      <p:sp>
        <p:nvSpPr>
          <p:cNvPr id="18" name="Shape 16">
            <a:extLst>
              <a:ext uri="{FF2B5EF4-FFF2-40B4-BE49-F238E27FC236}">
                <a16:creationId xmlns:a16="http://schemas.microsoft.com/office/drawing/2014/main" id="{A3F01EB4-885E-7A28-FAEC-0F4BABF1B7D3}"/>
              </a:ext>
            </a:extLst>
          </p:cNvPr>
          <p:cNvSpPr/>
          <p:nvPr/>
        </p:nvSpPr>
        <p:spPr>
          <a:xfrm>
            <a:off x="10749446" y="878190"/>
            <a:ext cx="90708" cy="90708"/>
          </a:xfrm>
          <a:prstGeom prst="ellipse">
            <a:avLst/>
          </a:prstGeom>
          <a:solidFill>
            <a:srgbClr val="2E9BC4">
              <a:alpha val="85000"/>
            </a:srgbClr>
          </a:solidFill>
          <a:ln/>
        </p:spPr>
        <p:txBody>
          <a:bodyPr/>
          <a:lstStyle/>
          <a:p>
            <a:endParaRPr lang="en-US" sz="1800"/>
          </a:p>
        </p:txBody>
      </p:sp>
      <p:sp>
        <p:nvSpPr>
          <p:cNvPr id="22" name="Text 20">
            <a:extLst>
              <a:ext uri="{FF2B5EF4-FFF2-40B4-BE49-F238E27FC236}">
                <a16:creationId xmlns:a16="http://schemas.microsoft.com/office/drawing/2014/main" id="{2ABBFFF4-EB2F-7746-2095-5C2BA070D78E}"/>
              </a:ext>
            </a:extLst>
          </p:cNvPr>
          <p:cNvSpPr txBox="1"/>
          <p:nvPr/>
        </p:nvSpPr>
        <p:spPr>
          <a:xfrm>
            <a:off x="605092" y="2651760"/>
            <a:ext cx="10515600" cy="1097280"/>
          </a:xfrm>
          <a:prstGeom prst="rect">
            <a:avLst/>
          </a:prstGeom>
          <a:noFill/>
          <a:ln/>
        </p:spPr>
        <p:txBody>
          <a:bodyPr wrap="square" lIns="0" tIns="0" rIns="0" bIns="0" rtlCol="0" anchor="ctr"/>
          <a:lstStyle/>
          <a:p>
            <a:r>
              <a:rPr lang="en-US" sz="5000" b="1">
                <a:solidFill>
                  <a:srgbClr val="C6890F"/>
                </a:solidFill>
                <a:latin typeface="Arial"/>
                <a:cs typeface="Arial"/>
              </a:rPr>
              <a:t>Backup Slides (Propulsion)</a:t>
            </a:r>
          </a:p>
        </p:txBody>
      </p:sp>
      <p:sp>
        <p:nvSpPr>
          <p:cNvPr id="23" name="Shape 21">
            <a:extLst>
              <a:ext uri="{FF2B5EF4-FFF2-40B4-BE49-F238E27FC236}">
                <a16:creationId xmlns:a16="http://schemas.microsoft.com/office/drawing/2014/main" id="{27E8C143-4E7A-7D3A-1A1F-A90A42799B1E}"/>
              </a:ext>
            </a:extLst>
          </p:cNvPr>
          <p:cNvSpPr/>
          <p:nvPr/>
        </p:nvSpPr>
        <p:spPr>
          <a:xfrm>
            <a:off x="659956" y="3886200"/>
            <a:ext cx="3108960" cy="0"/>
          </a:xfrm>
          <a:prstGeom prst="line">
            <a:avLst/>
          </a:prstGeom>
          <a:noFill/>
          <a:ln w="25400">
            <a:solidFill>
              <a:srgbClr val="C6890F"/>
            </a:solidFill>
            <a:prstDash val="solid"/>
          </a:ln>
        </p:spPr>
        <p:txBody>
          <a:bodyPr/>
          <a:lstStyle/>
          <a:p>
            <a:endParaRPr lang="en-US" sz="1800"/>
          </a:p>
        </p:txBody>
      </p:sp>
      <p:sp>
        <p:nvSpPr>
          <p:cNvPr id="19" name="Text 19">
            <a:extLst>
              <a:ext uri="{FF2B5EF4-FFF2-40B4-BE49-F238E27FC236}">
                <a16:creationId xmlns:a16="http://schemas.microsoft.com/office/drawing/2014/main" id="{3A8A0569-7F87-1D37-F31D-CFB66AF17591}"/>
              </a:ext>
            </a:extLst>
          </p:cNvPr>
          <p:cNvSpPr txBox="1"/>
          <p:nvPr/>
        </p:nvSpPr>
        <p:spPr>
          <a:xfrm>
            <a:off x="641500" y="2194881"/>
            <a:ext cx="8227457" cy="36566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kern="0" spc="300">
                <a:solidFill>
                  <a:srgbClr val="2E9BC4"/>
                </a:solidFill>
                <a:latin typeface="Arial"/>
                <a:ea typeface="Arial" pitchFamily="34" charset="-122"/>
                <a:cs typeface="Arial"/>
              </a:rPr>
              <a:t>ASEN 4018-013</a:t>
            </a:r>
            <a:endParaRPr lang="en-US" sz="1400">
              <a:latin typeface="Arial"/>
              <a:cs typeface="Arial"/>
            </a:endParaRPr>
          </a:p>
        </p:txBody>
      </p:sp>
    </p:spTree>
    <p:extLst>
      <p:ext uri="{BB962C8B-B14F-4D97-AF65-F5344CB8AC3E}">
        <p14:creationId xmlns:p14="http://schemas.microsoft.com/office/powerpoint/2010/main" val="299280364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0AF19-6BC4-B1A4-0F53-E1F8AB670DB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48B2861-6ECC-4A62-C597-71B804583768}"/>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A63B446C-DD98-483B-4E4F-1645AD1BE189}"/>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C5B59E93-262E-975D-1622-0ACC33E3E9F8}"/>
              </a:ext>
            </a:extLst>
          </p:cNvPr>
          <p:cNvSpPr txBox="1"/>
          <p:nvPr/>
        </p:nvSpPr>
        <p:spPr>
          <a:xfrm>
            <a:off x="1281749" y="368854"/>
            <a:ext cx="9094965" cy="627956"/>
          </a:xfrm>
          <a:prstGeom prst="rect">
            <a:avLst/>
          </a:prstGeom>
          <a:noFill/>
          <a:ln/>
        </p:spPr>
        <p:txBody>
          <a:bodyPr wrap="square" lIns="0" tIns="0" rIns="0" bIns="0" rtlCol="0" anchor="ctr"/>
          <a:lstStyle/>
          <a:p>
            <a:r>
              <a:rPr lang="en-US" sz="2800" b="1" kern="0" spc="100">
                <a:solidFill>
                  <a:srgbClr val="2B2A28"/>
                </a:solidFill>
                <a:latin typeface="Arial"/>
                <a:cs typeface="Arial"/>
              </a:rPr>
              <a:t># Rotors(moot because already decided quad-X)</a:t>
            </a:r>
          </a:p>
        </p:txBody>
      </p:sp>
      <p:sp>
        <p:nvSpPr>
          <p:cNvPr id="5" name="Shape 2">
            <a:extLst>
              <a:ext uri="{FF2B5EF4-FFF2-40B4-BE49-F238E27FC236}">
                <a16:creationId xmlns:a16="http://schemas.microsoft.com/office/drawing/2014/main" id="{B631FA3A-E296-8C9A-1DDF-86B302CB39EA}"/>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5AF2929E-D6E1-7D36-B9D9-E8FF0D24805C}"/>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13" name="Text 9">
            <a:extLst>
              <a:ext uri="{FF2B5EF4-FFF2-40B4-BE49-F238E27FC236}">
                <a16:creationId xmlns:a16="http://schemas.microsoft.com/office/drawing/2014/main" id="{2452498F-338D-BE34-51D0-5F040561639F}"/>
              </a:ext>
            </a:extLst>
          </p:cNvPr>
          <p:cNvSpPr txBox="1"/>
          <p:nvPr/>
        </p:nvSpPr>
        <p:spPr>
          <a:xfrm>
            <a:off x="11367580" y="6492240"/>
            <a:ext cx="365760" cy="274320"/>
          </a:xfrm>
          <a:prstGeom prst="rect">
            <a:avLst/>
          </a:prstGeom>
          <a:noFill/>
          <a:ln/>
        </p:spPr>
        <p:txBody>
          <a:bodyPr wrap="square" lIns="0" tIns="0" rIns="0" bIns="0" rtlCol="0" anchor="ctr"/>
          <a:lstStyle/>
          <a:p>
            <a:pPr marL="0" indent="0" algn="r">
              <a:buNone/>
            </a:pPr>
            <a:r>
              <a:rPr lang="en-US" sz="900">
                <a:solidFill>
                  <a:srgbClr val="8A857C"/>
                </a:solidFill>
                <a:latin typeface="Arial" pitchFamily="34" charset="0"/>
                <a:ea typeface="Arial" pitchFamily="34" charset="-122"/>
                <a:cs typeface="Arial" pitchFamily="34" charset="-120"/>
              </a:rPr>
              <a:t>4</a:t>
            </a:r>
            <a:endParaRPr lang="en-US" sz="900"/>
          </a:p>
        </p:txBody>
      </p:sp>
      <p:pic>
        <p:nvPicPr>
          <p:cNvPr id="7" name="Picture 6">
            <a:extLst>
              <a:ext uri="{FF2B5EF4-FFF2-40B4-BE49-F238E27FC236}">
                <a16:creationId xmlns:a16="http://schemas.microsoft.com/office/drawing/2014/main" id="{41EAA208-AF51-13FD-D3D4-614343CF701A}"/>
              </a:ext>
            </a:extLst>
          </p:cNvPr>
          <p:cNvPicPr>
            <a:picLocks noChangeAspect="1"/>
          </p:cNvPicPr>
          <p:nvPr/>
        </p:nvPicPr>
        <p:blipFill>
          <a:blip r:embed="rId4"/>
          <a:stretch>
            <a:fillRect/>
          </a:stretch>
        </p:blipFill>
        <p:spPr>
          <a:xfrm>
            <a:off x="461050" y="1717040"/>
            <a:ext cx="5326299" cy="3484880"/>
          </a:xfrm>
          <a:prstGeom prst="rect">
            <a:avLst/>
          </a:prstGeom>
        </p:spPr>
      </p:pic>
      <p:pic>
        <p:nvPicPr>
          <p:cNvPr id="10" name="Picture 9">
            <a:extLst>
              <a:ext uri="{FF2B5EF4-FFF2-40B4-BE49-F238E27FC236}">
                <a16:creationId xmlns:a16="http://schemas.microsoft.com/office/drawing/2014/main" id="{9C4DF09C-475C-C124-EAB7-056C66223045}"/>
              </a:ext>
            </a:extLst>
          </p:cNvPr>
          <p:cNvPicPr>
            <a:picLocks noChangeAspect="1"/>
          </p:cNvPicPr>
          <p:nvPr/>
        </p:nvPicPr>
        <p:blipFill>
          <a:blip r:embed="rId5"/>
          <a:srcRect t="190" r="50439" b="217"/>
          <a:stretch>
            <a:fillRect/>
          </a:stretch>
        </p:blipFill>
        <p:spPr>
          <a:xfrm>
            <a:off x="6259870" y="1713251"/>
            <a:ext cx="5615806" cy="4324828"/>
          </a:xfrm>
          <a:prstGeom prst="rect">
            <a:avLst/>
          </a:prstGeom>
        </p:spPr>
      </p:pic>
    </p:spTree>
    <p:extLst>
      <p:ext uri="{BB962C8B-B14F-4D97-AF65-F5344CB8AC3E}">
        <p14:creationId xmlns:p14="http://schemas.microsoft.com/office/powerpoint/2010/main" val="257722194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B4AD8-2617-9A20-4821-EEEA2C41B61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6B5AF0E-3F95-AEDA-270E-C8847523AD29}"/>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F2242C13-8113-0AAD-4B35-80AE44917556}"/>
              </a:ext>
            </a:extLst>
          </p:cNvPr>
          <p:cNvPicPr>
            <a:picLocks noChangeAspect="1"/>
          </p:cNvPicPr>
          <p:nvPr/>
        </p:nvPicPr>
        <p:blipFill>
          <a:blip r:embed="rId3"/>
          <a:stretch>
            <a:fillRect/>
          </a:stretch>
        </p:blipFill>
        <p:spPr>
          <a:xfrm>
            <a:off x="579489" y="504749"/>
            <a:ext cx="362102" cy="362102"/>
          </a:xfrm>
          <a:prstGeom prst="rect">
            <a:avLst/>
          </a:prstGeom>
        </p:spPr>
      </p:pic>
      <p:sp>
        <p:nvSpPr>
          <p:cNvPr id="5" name="Shape 2">
            <a:extLst>
              <a:ext uri="{FF2B5EF4-FFF2-40B4-BE49-F238E27FC236}">
                <a16:creationId xmlns:a16="http://schemas.microsoft.com/office/drawing/2014/main" id="{43C14643-2425-B240-D5B7-3BAEE5D6AF69}"/>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0844FD40-B967-37EE-6DC8-C8D879D8AED3}"/>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13" name="Text 9">
            <a:extLst>
              <a:ext uri="{FF2B5EF4-FFF2-40B4-BE49-F238E27FC236}">
                <a16:creationId xmlns:a16="http://schemas.microsoft.com/office/drawing/2014/main" id="{1D41DB3D-C148-D6B8-8868-38283A70BC6B}"/>
              </a:ext>
            </a:extLst>
          </p:cNvPr>
          <p:cNvSpPr txBox="1"/>
          <p:nvPr/>
        </p:nvSpPr>
        <p:spPr>
          <a:xfrm>
            <a:off x="11367580" y="6492240"/>
            <a:ext cx="365760" cy="274320"/>
          </a:xfrm>
          <a:prstGeom prst="rect">
            <a:avLst/>
          </a:prstGeom>
          <a:noFill/>
          <a:ln/>
        </p:spPr>
        <p:txBody>
          <a:bodyPr wrap="square" lIns="0" tIns="0" rIns="0" bIns="0" rtlCol="0" anchor="ctr"/>
          <a:lstStyle/>
          <a:p>
            <a:pPr marL="0" indent="0" algn="r">
              <a:buNone/>
            </a:pPr>
            <a:r>
              <a:rPr lang="en-US" sz="900">
                <a:solidFill>
                  <a:srgbClr val="8A857C"/>
                </a:solidFill>
                <a:latin typeface="Arial" pitchFamily="34" charset="0"/>
                <a:ea typeface="Arial" pitchFamily="34" charset="-122"/>
                <a:cs typeface="Arial" pitchFamily="34" charset="-120"/>
              </a:rPr>
              <a:t>4</a:t>
            </a:r>
            <a:endParaRPr lang="en-US" sz="900"/>
          </a:p>
        </p:txBody>
      </p:sp>
      <p:sp>
        <p:nvSpPr>
          <p:cNvPr id="11" name="Text 1">
            <a:extLst>
              <a:ext uri="{FF2B5EF4-FFF2-40B4-BE49-F238E27FC236}">
                <a16:creationId xmlns:a16="http://schemas.microsoft.com/office/drawing/2014/main" id="{F05C32A0-DD44-40DB-AF16-CD5CED5D09D7}"/>
              </a:ext>
            </a:extLst>
          </p:cNvPr>
          <p:cNvSpPr txBox="1"/>
          <p:nvPr/>
        </p:nvSpPr>
        <p:spPr>
          <a:xfrm>
            <a:off x="1271589" y="379014"/>
            <a:ext cx="9094965" cy="627956"/>
          </a:xfrm>
          <a:prstGeom prst="rect">
            <a:avLst/>
          </a:prstGeom>
          <a:noFill/>
          <a:ln/>
        </p:spPr>
        <p:txBody>
          <a:bodyPr wrap="square" lIns="0" tIns="0" rIns="0" bIns="0" rtlCol="0" anchor="ctr"/>
          <a:lstStyle/>
          <a:p>
            <a:r>
              <a:rPr lang="en-US" sz="2800" b="1" kern="0" spc="100">
                <a:solidFill>
                  <a:srgbClr val="2B2A28"/>
                </a:solidFill>
                <a:latin typeface="Arial"/>
                <a:cs typeface="Arial"/>
              </a:rPr>
              <a:t>Propeller Diameter</a:t>
            </a:r>
          </a:p>
        </p:txBody>
      </p:sp>
      <p:sp>
        <p:nvSpPr>
          <p:cNvPr id="16" name="TextBox 15">
            <a:extLst>
              <a:ext uri="{FF2B5EF4-FFF2-40B4-BE49-F238E27FC236}">
                <a16:creationId xmlns:a16="http://schemas.microsoft.com/office/drawing/2014/main" id="{E3793799-FE07-6E2E-4671-7D08B1BB7057}"/>
              </a:ext>
            </a:extLst>
          </p:cNvPr>
          <p:cNvSpPr txBox="1"/>
          <p:nvPr/>
        </p:nvSpPr>
        <p:spPr>
          <a:xfrm>
            <a:off x="454851" y="1364553"/>
            <a:ext cx="2099999"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 information to be provided to the structures to justify why allocating us the maximum diameter for our propellers is beneficial for the entire UAS performance</a:t>
            </a:r>
            <a:endParaRPr lang="en-US"/>
          </a:p>
        </p:txBody>
      </p:sp>
      <p:pic>
        <p:nvPicPr>
          <p:cNvPr id="4" name="Picture 3">
            <a:extLst>
              <a:ext uri="{FF2B5EF4-FFF2-40B4-BE49-F238E27FC236}">
                <a16:creationId xmlns:a16="http://schemas.microsoft.com/office/drawing/2014/main" id="{045FBD7B-D307-473D-031E-5C160A5B1903}"/>
              </a:ext>
            </a:extLst>
          </p:cNvPr>
          <p:cNvPicPr>
            <a:picLocks noChangeAspect="1"/>
          </p:cNvPicPr>
          <p:nvPr/>
        </p:nvPicPr>
        <p:blipFill>
          <a:blip r:embed="rId4"/>
          <a:stretch>
            <a:fillRect/>
          </a:stretch>
        </p:blipFill>
        <p:spPr>
          <a:xfrm>
            <a:off x="4393927" y="1361440"/>
            <a:ext cx="7579906" cy="5130800"/>
          </a:xfrm>
          <a:prstGeom prst="rect">
            <a:avLst/>
          </a:prstGeom>
        </p:spPr>
      </p:pic>
      <p:pic>
        <p:nvPicPr>
          <p:cNvPr id="7" name="Picture 6">
            <a:extLst>
              <a:ext uri="{FF2B5EF4-FFF2-40B4-BE49-F238E27FC236}">
                <a16:creationId xmlns:a16="http://schemas.microsoft.com/office/drawing/2014/main" id="{064F6BE4-9217-0559-B693-246762700CA7}"/>
              </a:ext>
            </a:extLst>
          </p:cNvPr>
          <p:cNvPicPr>
            <a:picLocks noChangeAspect="1"/>
          </p:cNvPicPr>
          <p:nvPr/>
        </p:nvPicPr>
        <p:blipFill>
          <a:blip r:embed="rId5"/>
          <a:stretch>
            <a:fillRect/>
          </a:stretch>
        </p:blipFill>
        <p:spPr>
          <a:xfrm>
            <a:off x="2920991" y="1554480"/>
            <a:ext cx="8920499" cy="5242560"/>
          </a:xfrm>
          <a:prstGeom prst="rect">
            <a:avLst/>
          </a:prstGeom>
        </p:spPr>
      </p:pic>
    </p:spTree>
    <p:extLst>
      <p:ext uri="{BB962C8B-B14F-4D97-AF65-F5344CB8AC3E}">
        <p14:creationId xmlns:p14="http://schemas.microsoft.com/office/powerpoint/2010/main" val="138935507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04E14-B982-0DC4-5ACE-EA7ECFC6998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21D1EFD-9FC3-AFB5-4D4D-2192F344548F}"/>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334A1FBA-D4F3-26D1-4687-C5899B358F97}"/>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FDAFA58F-6CFF-B8F4-33F9-A6DA9812D85A}"/>
              </a:ext>
            </a:extLst>
          </p:cNvPr>
          <p:cNvSpPr txBox="1"/>
          <p:nvPr/>
        </p:nvSpPr>
        <p:spPr>
          <a:xfrm>
            <a:off x="1281749" y="368854"/>
            <a:ext cx="9094965" cy="627956"/>
          </a:xfrm>
          <a:prstGeom prst="rect">
            <a:avLst/>
          </a:prstGeom>
          <a:noFill/>
          <a:ln/>
        </p:spPr>
        <p:txBody>
          <a:bodyPr wrap="square" lIns="0" tIns="0" rIns="0" bIns="0" rtlCol="0" anchor="ctr"/>
          <a:lstStyle/>
          <a:p>
            <a:r>
              <a:rPr lang="en-US" sz="2800" b="1" kern="0" spc="100">
                <a:solidFill>
                  <a:srgbClr val="2B2A28"/>
                </a:solidFill>
                <a:latin typeface="Arial"/>
                <a:cs typeface="Arial"/>
              </a:rPr>
              <a:t>Propeller Geometry – Chord and Twist/Pitch</a:t>
            </a:r>
            <a:endParaRPr lang="en-US"/>
          </a:p>
        </p:txBody>
      </p:sp>
      <p:sp>
        <p:nvSpPr>
          <p:cNvPr id="5" name="Shape 2">
            <a:extLst>
              <a:ext uri="{FF2B5EF4-FFF2-40B4-BE49-F238E27FC236}">
                <a16:creationId xmlns:a16="http://schemas.microsoft.com/office/drawing/2014/main" id="{3AD11220-647D-139D-0FB5-07089BCAB24B}"/>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58BAAFE4-88CD-5E4F-32F0-26F1A6B2EF3B}"/>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13" name="Text 9">
            <a:extLst>
              <a:ext uri="{FF2B5EF4-FFF2-40B4-BE49-F238E27FC236}">
                <a16:creationId xmlns:a16="http://schemas.microsoft.com/office/drawing/2014/main" id="{7298968C-8641-E54D-75A4-CE6D514ECD08}"/>
              </a:ext>
            </a:extLst>
          </p:cNvPr>
          <p:cNvSpPr txBox="1"/>
          <p:nvPr/>
        </p:nvSpPr>
        <p:spPr>
          <a:xfrm>
            <a:off x="11367580" y="6492240"/>
            <a:ext cx="365760" cy="274320"/>
          </a:xfrm>
          <a:prstGeom prst="rect">
            <a:avLst/>
          </a:prstGeom>
          <a:noFill/>
          <a:ln/>
        </p:spPr>
        <p:txBody>
          <a:bodyPr wrap="square" lIns="0" tIns="0" rIns="0" bIns="0" rtlCol="0" anchor="ctr"/>
          <a:lstStyle/>
          <a:p>
            <a:pPr marL="0" indent="0" algn="r">
              <a:buNone/>
            </a:pPr>
            <a:r>
              <a:rPr lang="en-US" sz="900">
                <a:solidFill>
                  <a:srgbClr val="8A857C"/>
                </a:solidFill>
                <a:latin typeface="Arial" pitchFamily="34" charset="0"/>
                <a:ea typeface="Arial" pitchFamily="34" charset="-122"/>
                <a:cs typeface="Arial" pitchFamily="34" charset="-120"/>
              </a:rPr>
              <a:t>4</a:t>
            </a:r>
            <a:endParaRPr lang="en-US" sz="900"/>
          </a:p>
        </p:txBody>
      </p:sp>
      <p:sp>
        <p:nvSpPr>
          <p:cNvPr id="21" name="TextBox 20">
            <a:extLst>
              <a:ext uri="{FF2B5EF4-FFF2-40B4-BE49-F238E27FC236}">
                <a16:creationId xmlns:a16="http://schemas.microsoft.com/office/drawing/2014/main" id="{7A712D98-67CA-ABC0-2F92-96A75A537A67}"/>
              </a:ext>
            </a:extLst>
          </p:cNvPr>
          <p:cNvSpPr txBox="1"/>
          <p:nvPr/>
        </p:nvSpPr>
        <p:spPr>
          <a:xfrm>
            <a:off x="454851" y="1364553"/>
            <a:ext cx="245559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 at a given mass, diameter, TWR, endurance, optimized geometry:</a:t>
            </a:r>
            <a:endParaRPr lang="en-US"/>
          </a:p>
        </p:txBody>
      </p:sp>
      <p:pic>
        <p:nvPicPr>
          <p:cNvPr id="8" name="Picture 7">
            <a:extLst>
              <a:ext uri="{FF2B5EF4-FFF2-40B4-BE49-F238E27FC236}">
                <a16:creationId xmlns:a16="http://schemas.microsoft.com/office/drawing/2014/main" id="{E1B8C959-6903-358C-A2E9-C3F8356222E9}"/>
              </a:ext>
            </a:extLst>
          </p:cNvPr>
          <p:cNvPicPr>
            <a:picLocks noChangeAspect="1"/>
          </p:cNvPicPr>
          <p:nvPr/>
        </p:nvPicPr>
        <p:blipFill>
          <a:blip r:embed="rId4"/>
          <a:stretch>
            <a:fillRect/>
          </a:stretch>
        </p:blipFill>
        <p:spPr>
          <a:xfrm>
            <a:off x="4966809" y="1362364"/>
            <a:ext cx="7049745" cy="4906818"/>
          </a:xfrm>
          <a:prstGeom prst="rect">
            <a:avLst/>
          </a:prstGeom>
        </p:spPr>
      </p:pic>
      <p:pic>
        <p:nvPicPr>
          <p:cNvPr id="9" name="Picture 8">
            <a:extLst>
              <a:ext uri="{FF2B5EF4-FFF2-40B4-BE49-F238E27FC236}">
                <a16:creationId xmlns:a16="http://schemas.microsoft.com/office/drawing/2014/main" id="{1AC22819-507F-189B-0FE8-52667810EBB3}"/>
              </a:ext>
            </a:extLst>
          </p:cNvPr>
          <p:cNvPicPr>
            <a:picLocks noChangeAspect="1"/>
          </p:cNvPicPr>
          <p:nvPr/>
        </p:nvPicPr>
        <p:blipFill>
          <a:blip r:embed="rId5"/>
          <a:stretch>
            <a:fillRect/>
          </a:stretch>
        </p:blipFill>
        <p:spPr>
          <a:xfrm>
            <a:off x="0" y="3818105"/>
            <a:ext cx="5114636" cy="2038880"/>
          </a:xfrm>
          <a:prstGeom prst="rect">
            <a:avLst/>
          </a:prstGeom>
        </p:spPr>
      </p:pic>
    </p:spTree>
    <p:extLst>
      <p:ext uri="{BB962C8B-B14F-4D97-AF65-F5344CB8AC3E}">
        <p14:creationId xmlns:p14="http://schemas.microsoft.com/office/powerpoint/2010/main" val="245101713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7BCC8-EBEB-D103-F012-A7818EACD4E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4BA481C-76E7-4E87-6857-D988BD861746}"/>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9FCDA89A-C123-D6DE-0E3F-C36A89FF61B7}"/>
              </a:ext>
            </a:extLst>
          </p:cNvPr>
          <p:cNvPicPr>
            <a:picLocks noChangeAspect="1"/>
          </p:cNvPicPr>
          <p:nvPr/>
        </p:nvPicPr>
        <p:blipFill>
          <a:blip r:embed="rId3"/>
          <a:stretch>
            <a:fillRect/>
          </a:stretch>
        </p:blipFill>
        <p:spPr>
          <a:xfrm>
            <a:off x="579489" y="504749"/>
            <a:ext cx="362102" cy="362102"/>
          </a:xfrm>
          <a:prstGeom prst="rect">
            <a:avLst/>
          </a:prstGeom>
        </p:spPr>
      </p:pic>
      <p:sp>
        <p:nvSpPr>
          <p:cNvPr id="5" name="Shape 2">
            <a:extLst>
              <a:ext uri="{FF2B5EF4-FFF2-40B4-BE49-F238E27FC236}">
                <a16:creationId xmlns:a16="http://schemas.microsoft.com/office/drawing/2014/main" id="{054E2063-E45A-76E8-9D46-19CE4CD8B754}"/>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B9432DF5-EDB6-5E52-6911-A632592C3554}"/>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13" name="Text 9">
            <a:extLst>
              <a:ext uri="{FF2B5EF4-FFF2-40B4-BE49-F238E27FC236}">
                <a16:creationId xmlns:a16="http://schemas.microsoft.com/office/drawing/2014/main" id="{43EC3DB3-2C3C-B017-5CA7-065FC5C62F62}"/>
              </a:ext>
            </a:extLst>
          </p:cNvPr>
          <p:cNvSpPr txBox="1"/>
          <p:nvPr/>
        </p:nvSpPr>
        <p:spPr>
          <a:xfrm>
            <a:off x="11367580" y="6492240"/>
            <a:ext cx="365760" cy="274320"/>
          </a:xfrm>
          <a:prstGeom prst="rect">
            <a:avLst/>
          </a:prstGeom>
          <a:noFill/>
          <a:ln/>
        </p:spPr>
        <p:txBody>
          <a:bodyPr wrap="square" lIns="0" tIns="0" rIns="0" bIns="0" rtlCol="0" anchor="ctr"/>
          <a:lstStyle/>
          <a:p>
            <a:pPr marL="0" indent="0" algn="r">
              <a:buNone/>
            </a:pPr>
            <a:r>
              <a:rPr lang="en-US" sz="900">
                <a:solidFill>
                  <a:srgbClr val="8A857C"/>
                </a:solidFill>
                <a:latin typeface="Arial" pitchFamily="34" charset="0"/>
                <a:ea typeface="Arial" pitchFamily="34" charset="-122"/>
                <a:cs typeface="Arial" pitchFamily="34" charset="-120"/>
              </a:rPr>
              <a:t>4</a:t>
            </a:r>
            <a:endParaRPr lang="en-US" sz="900"/>
          </a:p>
        </p:txBody>
      </p:sp>
      <p:pic>
        <p:nvPicPr>
          <p:cNvPr id="8" name="Picture 7">
            <a:extLst>
              <a:ext uri="{FF2B5EF4-FFF2-40B4-BE49-F238E27FC236}">
                <a16:creationId xmlns:a16="http://schemas.microsoft.com/office/drawing/2014/main" id="{5AD19F19-C95B-7703-3048-9527B2944A32}"/>
              </a:ext>
            </a:extLst>
          </p:cNvPr>
          <p:cNvPicPr>
            <a:picLocks noChangeAspect="1"/>
          </p:cNvPicPr>
          <p:nvPr/>
        </p:nvPicPr>
        <p:blipFill>
          <a:blip r:embed="rId4"/>
          <a:stretch>
            <a:fillRect/>
          </a:stretch>
        </p:blipFill>
        <p:spPr>
          <a:xfrm>
            <a:off x="4739731" y="1422400"/>
            <a:ext cx="7000058" cy="4927600"/>
          </a:xfrm>
          <a:prstGeom prst="rect">
            <a:avLst/>
          </a:prstGeom>
        </p:spPr>
      </p:pic>
      <p:sp>
        <p:nvSpPr>
          <p:cNvPr id="11" name="Text 1">
            <a:extLst>
              <a:ext uri="{FF2B5EF4-FFF2-40B4-BE49-F238E27FC236}">
                <a16:creationId xmlns:a16="http://schemas.microsoft.com/office/drawing/2014/main" id="{B91E0F9F-C4DF-D14D-8B44-334A636DFDDF}"/>
              </a:ext>
            </a:extLst>
          </p:cNvPr>
          <p:cNvSpPr txBox="1"/>
          <p:nvPr/>
        </p:nvSpPr>
        <p:spPr>
          <a:xfrm>
            <a:off x="1271589" y="379014"/>
            <a:ext cx="9094965" cy="627956"/>
          </a:xfrm>
          <a:prstGeom prst="rect">
            <a:avLst/>
          </a:prstGeom>
          <a:noFill/>
          <a:ln/>
        </p:spPr>
        <p:txBody>
          <a:bodyPr wrap="square" lIns="0" tIns="0" rIns="0" bIns="0" rtlCol="0" anchor="ctr"/>
          <a:lstStyle/>
          <a:p>
            <a:r>
              <a:rPr lang="en-US" sz="2800" b="1" kern="0" spc="100">
                <a:solidFill>
                  <a:srgbClr val="2B2A28"/>
                </a:solidFill>
                <a:latin typeface="Arial"/>
                <a:cs typeface="Arial"/>
              </a:rPr>
              <a:t>Battery voltage and Motor </a:t>
            </a:r>
            <a:r>
              <a:rPr lang="en-US" sz="2800" b="1" kern="0" spc="100" err="1">
                <a:solidFill>
                  <a:srgbClr val="2B2A28"/>
                </a:solidFill>
                <a:latin typeface="Arial"/>
                <a:cs typeface="Arial"/>
              </a:rPr>
              <a:t>Kv</a:t>
            </a:r>
          </a:p>
        </p:txBody>
      </p:sp>
      <p:sp>
        <p:nvSpPr>
          <p:cNvPr id="16" name="TextBox 15">
            <a:extLst>
              <a:ext uri="{FF2B5EF4-FFF2-40B4-BE49-F238E27FC236}">
                <a16:creationId xmlns:a16="http://schemas.microsoft.com/office/drawing/2014/main" id="{AE107046-434B-FC02-ACA3-F273A8E3F5DE}"/>
              </a:ext>
            </a:extLst>
          </p:cNvPr>
          <p:cNvSpPr txBox="1"/>
          <p:nvPr/>
        </p:nvSpPr>
        <p:spPr>
          <a:xfrm>
            <a:off x="454851" y="1364553"/>
            <a:ext cx="245559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 required motor </a:t>
            </a:r>
            <a:r>
              <a:rPr lang="en-US" err="1">
                <a:ea typeface="+mn-lt"/>
                <a:cs typeface="+mn-lt"/>
              </a:rPr>
              <a:t>Kvs</a:t>
            </a:r>
            <a:r>
              <a:rPr lang="en-US">
                <a:ea typeface="+mn-lt"/>
                <a:cs typeface="+mn-lt"/>
              </a:rPr>
              <a:t> depending upon what PWR chooses for battery</a:t>
            </a:r>
            <a:endParaRPr lang="en-US"/>
          </a:p>
        </p:txBody>
      </p:sp>
    </p:spTree>
    <p:extLst>
      <p:ext uri="{BB962C8B-B14F-4D97-AF65-F5344CB8AC3E}">
        <p14:creationId xmlns:p14="http://schemas.microsoft.com/office/powerpoint/2010/main" val="420729586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9EEF1-C044-C2B6-6340-AA65135DAEE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29857DD-A862-88A6-4844-4F2BA131BE14}"/>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D3022036-3806-E374-02B8-86EED2399344}"/>
              </a:ext>
            </a:extLst>
          </p:cNvPr>
          <p:cNvPicPr>
            <a:picLocks noChangeAspect="1"/>
          </p:cNvPicPr>
          <p:nvPr/>
        </p:nvPicPr>
        <p:blipFill>
          <a:blip r:embed="rId3"/>
          <a:stretch>
            <a:fillRect/>
          </a:stretch>
        </p:blipFill>
        <p:spPr>
          <a:xfrm>
            <a:off x="579489" y="504749"/>
            <a:ext cx="362102" cy="362102"/>
          </a:xfrm>
          <a:prstGeom prst="rect">
            <a:avLst/>
          </a:prstGeom>
        </p:spPr>
      </p:pic>
      <p:sp>
        <p:nvSpPr>
          <p:cNvPr id="5" name="Shape 2">
            <a:extLst>
              <a:ext uri="{FF2B5EF4-FFF2-40B4-BE49-F238E27FC236}">
                <a16:creationId xmlns:a16="http://schemas.microsoft.com/office/drawing/2014/main" id="{1283DE40-D9D2-F34B-7A96-106C29F97E21}"/>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19109D80-6BA4-A07B-13C5-738ED8F892BF}"/>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13" name="Text 9">
            <a:extLst>
              <a:ext uri="{FF2B5EF4-FFF2-40B4-BE49-F238E27FC236}">
                <a16:creationId xmlns:a16="http://schemas.microsoft.com/office/drawing/2014/main" id="{6B1CEA93-DE4C-5C0E-D5D2-C9A4D16CDCAF}"/>
              </a:ext>
            </a:extLst>
          </p:cNvPr>
          <p:cNvSpPr txBox="1"/>
          <p:nvPr/>
        </p:nvSpPr>
        <p:spPr>
          <a:xfrm>
            <a:off x="11367580" y="6492240"/>
            <a:ext cx="365760" cy="274320"/>
          </a:xfrm>
          <a:prstGeom prst="rect">
            <a:avLst/>
          </a:prstGeom>
          <a:noFill/>
          <a:ln/>
        </p:spPr>
        <p:txBody>
          <a:bodyPr wrap="square" lIns="0" tIns="0" rIns="0" bIns="0" rtlCol="0" anchor="ctr"/>
          <a:lstStyle/>
          <a:p>
            <a:pPr marL="0" indent="0" algn="r">
              <a:buNone/>
            </a:pPr>
            <a:r>
              <a:rPr lang="en-US" sz="900">
                <a:solidFill>
                  <a:srgbClr val="8A857C"/>
                </a:solidFill>
                <a:latin typeface="Arial" pitchFamily="34" charset="0"/>
                <a:ea typeface="Arial" pitchFamily="34" charset="-122"/>
                <a:cs typeface="Arial" pitchFamily="34" charset="-120"/>
              </a:rPr>
              <a:t>4</a:t>
            </a:r>
            <a:endParaRPr lang="en-US" sz="900"/>
          </a:p>
        </p:txBody>
      </p:sp>
      <p:sp>
        <p:nvSpPr>
          <p:cNvPr id="11" name="Text 1">
            <a:extLst>
              <a:ext uri="{FF2B5EF4-FFF2-40B4-BE49-F238E27FC236}">
                <a16:creationId xmlns:a16="http://schemas.microsoft.com/office/drawing/2014/main" id="{C1E8B2C3-9F17-8540-A67E-172F82AD1809}"/>
              </a:ext>
            </a:extLst>
          </p:cNvPr>
          <p:cNvSpPr txBox="1"/>
          <p:nvPr/>
        </p:nvSpPr>
        <p:spPr>
          <a:xfrm>
            <a:off x="1271589" y="379014"/>
            <a:ext cx="9094965" cy="627956"/>
          </a:xfrm>
          <a:prstGeom prst="rect">
            <a:avLst/>
          </a:prstGeom>
          <a:noFill/>
          <a:ln/>
        </p:spPr>
        <p:txBody>
          <a:bodyPr wrap="square" lIns="0" tIns="0" rIns="0" bIns="0" rtlCol="0" anchor="ctr"/>
          <a:lstStyle/>
          <a:p>
            <a:r>
              <a:rPr lang="en-US" sz="2800" b="1" kern="0" spc="100">
                <a:solidFill>
                  <a:srgbClr val="2B2A28"/>
                </a:solidFill>
                <a:latin typeface="Arial"/>
                <a:cs typeface="Arial"/>
              </a:rPr>
              <a:t>UIUC and APC</a:t>
            </a:r>
            <a:endParaRPr lang="en-US"/>
          </a:p>
        </p:txBody>
      </p:sp>
      <p:sp>
        <p:nvSpPr>
          <p:cNvPr id="16" name="TextBox 15">
            <a:extLst>
              <a:ext uri="{FF2B5EF4-FFF2-40B4-BE49-F238E27FC236}">
                <a16:creationId xmlns:a16="http://schemas.microsoft.com/office/drawing/2014/main" id="{53C91967-88DE-1AA0-F454-6D33358B52CA}"/>
              </a:ext>
            </a:extLst>
          </p:cNvPr>
          <p:cNvSpPr txBox="1"/>
          <p:nvPr/>
        </p:nvSpPr>
        <p:spPr>
          <a:xfrm>
            <a:off x="454851" y="1364553"/>
            <a:ext cx="2455599"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 run separate error analysis on entire families of APC performance data provided and validated against wind tunnel experimental data provided by UIUC who also validated their own testing method against Ohio State </a:t>
            </a:r>
            <a:endParaRPr lang="en-US"/>
          </a:p>
        </p:txBody>
      </p:sp>
      <p:pic>
        <p:nvPicPr>
          <p:cNvPr id="7" name="Picture 6">
            <a:extLst>
              <a:ext uri="{FF2B5EF4-FFF2-40B4-BE49-F238E27FC236}">
                <a16:creationId xmlns:a16="http://schemas.microsoft.com/office/drawing/2014/main" id="{B401FA67-0800-39A6-51E3-DBBC5A26C15D}"/>
              </a:ext>
            </a:extLst>
          </p:cNvPr>
          <p:cNvPicPr>
            <a:picLocks noChangeAspect="1"/>
          </p:cNvPicPr>
          <p:nvPr/>
        </p:nvPicPr>
        <p:blipFill>
          <a:blip r:embed="rId4"/>
          <a:stretch>
            <a:fillRect/>
          </a:stretch>
        </p:blipFill>
        <p:spPr>
          <a:xfrm>
            <a:off x="3048000" y="1174318"/>
            <a:ext cx="8859520" cy="4885284"/>
          </a:xfrm>
          <a:prstGeom prst="rect">
            <a:avLst/>
          </a:prstGeom>
        </p:spPr>
      </p:pic>
    </p:spTree>
    <p:extLst>
      <p:ext uri="{BB962C8B-B14F-4D97-AF65-F5344CB8AC3E}">
        <p14:creationId xmlns:p14="http://schemas.microsoft.com/office/powerpoint/2010/main" val="139070928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3057F-3D3A-B1AF-1727-3BB9A07BD53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1BBD9F0-3287-6D39-3E94-7ACDB9EFDA6B}"/>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28D9ACE0-3C86-4EA5-7C0A-B66DCE8BD1B7}"/>
              </a:ext>
            </a:extLst>
          </p:cNvPr>
          <p:cNvPicPr>
            <a:picLocks noChangeAspect="1"/>
          </p:cNvPicPr>
          <p:nvPr/>
        </p:nvPicPr>
        <p:blipFill>
          <a:blip r:embed="rId3"/>
          <a:stretch>
            <a:fillRect/>
          </a:stretch>
        </p:blipFill>
        <p:spPr>
          <a:xfrm>
            <a:off x="579489" y="504749"/>
            <a:ext cx="362102" cy="362102"/>
          </a:xfrm>
          <a:prstGeom prst="rect">
            <a:avLst/>
          </a:prstGeom>
        </p:spPr>
      </p:pic>
      <p:sp>
        <p:nvSpPr>
          <p:cNvPr id="5" name="Shape 2">
            <a:extLst>
              <a:ext uri="{FF2B5EF4-FFF2-40B4-BE49-F238E27FC236}">
                <a16:creationId xmlns:a16="http://schemas.microsoft.com/office/drawing/2014/main" id="{F320DE36-C13D-0590-E1A6-A987B973239D}"/>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596FC3AD-4779-1DB3-984C-D46FBB056DF7}"/>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13" name="Text 9">
            <a:extLst>
              <a:ext uri="{FF2B5EF4-FFF2-40B4-BE49-F238E27FC236}">
                <a16:creationId xmlns:a16="http://schemas.microsoft.com/office/drawing/2014/main" id="{A408CBDE-973F-5A46-B0C6-78CC810A286E}"/>
              </a:ext>
            </a:extLst>
          </p:cNvPr>
          <p:cNvSpPr txBox="1"/>
          <p:nvPr/>
        </p:nvSpPr>
        <p:spPr>
          <a:xfrm>
            <a:off x="11367580" y="6492240"/>
            <a:ext cx="365760" cy="274320"/>
          </a:xfrm>
          <a:prstGeom prst="rect">
            <a:avLst/>
          </a:prstGeom>
          <a:noFill/>
          <a:ln/>
        </p:spPr>
        <p:txBody>
          <a:bodyPr wrap="square" lIns="0" tIns="0" rIns="0" bIns="0" rtlCol="0" anchor="ctr"/>
          <a:lstStyle/>
          <a:p>
            <a:pPr marL="0" indent="0" algn="r">
              <a:buNone/>
            </a:pPr>
            <a:r>
              <a:rPr lang="en-US" sz="900">
                <a:solidFill>
                  <a:srgbClr val="8A857C"/>
                </a:solidFill>
                <a:latin typeface="Arial" pitchFamily="34" charset="0"/>
                <a:ea typeface="Arial" pitchFamily="34" charset="-122"/>
                <a:cs typeface="Arial" pitchFamily="34" charset="-120"/>
              </a:rPr>
              <a:t>4</a:t>
            </a:r>
            <a:endParaRPr lang="en-US" sz="900"/>
          </a:p>
        </p:txBody>
      </p:sp>
      <p:sp>
        <p:nvSpPr>
          <p:cNvPr id="11" name="Text 1">
            <a:extLst>
              <a:ext uri="{FF2B5EF4-FFF2-40B4-BE49-F238E27FC236}">
                <a16:creationId xmlns:a16="http://schemas.microsoft.com/office/drawing/2014/main" id="{9CA94B05-86C1-9477-F4C8-CAE133332CDF}"/>
              </a:ext>
            </a:extLst>
          </p:cNvPr>
          <p:cNvSpPr txBox="1"/>
          <p:nvPr/>
        </p:nvSpPr>
        <p:spPr>
          <a:xfrm>
            <a:off x="1271589" y="379014"/>
            <a:ext cx="9094965" cy="627956"/>
          </a:xfrm>
          <a:prstGeom prst="rect">
            <a:avLst/>
          </a:prstGeom>
          <a:noFill/>
          <a:ln/>
        </p:spPr>
        <p:txBody>
          <a:bodyPr wrap="square" lIns="0" tIns="0" rIns="0" bIns="0" rtlCol="0" anchor="ctr"/>
          <a:lstStyle/>
          <a:p>
            <a:r>
              <a:rPr lang="en-US" sz="2800" b="1" kern="0" spc="100">
                <a:solidFill>
                  <a:srgbClr val="2B2A28"/>
                </a:solidFill>
                <a:latin typeface="Arial"/>
                <a:cs typeface="Arial"/>
              </a:rPr>
              <a:t>Why CFD and maybe thrust test stand is needed?</a:t>
            </a:r>
            <a:endParaRPr lang="en-US"/>
          </a:p>
        </p:txBody>
      </p:sp>
      <p:sp>
        <p:nvSpPr>
          <p:cNvPr id="16" name="TextBox 15">
            <a:extLst>
              <a:ext uri="{FF2B5EF4-FFF2-40B4-BE49-F238E27FC236}">
                <a16:creationId xmlns:a16="http://schemas.microsoft.com/office/drawing/2014/main" id="{4F4399B4-0269-5405-CD76-CFB5CD2E5F00}"/>
              </a:ext>
            </a:extLst>
          </p:cNvPr>
          <p:cNvSpPr txBox="1"/>
          <p:nvPr/>
        </p:nvSpPr>
        <p:spPr>
          <a:xfrm>
            <a:off x="454851" y="1364553"/>
            <a:ext cx="2455599"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 different models and experimental datasets give wildly different predictions for thrust and power coefficients</a:t>
            </a:r>
          </a:p>
          <a:p>
            <a:pPr marL="285750" indent="-285750">
              <a:buFont typeface="Arial"/>
              <a:buChar char="•"/>
            </a:pPr>
            <a:r>
              <a:rPr lang="en-US"/>
              <a:t>Good for narrowing down design space but few final propeller candidates must be validated with CFD and maybe a thrust test stand</a:t>
            </a:r>
          </a:p>
        </p:txBody>
      </p:sp>
      <p:pic>
        <p:nvPicPr>
          <p:cNvPr id="4" name="Picture 3">
            <a:extLst>
              <a:ext uri="{FF2B5EF4-FFF2-40B4-BE49-F238E27FC236}">
                <a16:creationId xmlns:a16="http://schemas.microsoft.com/office/drawing/2014/main" id="{C8BFB5ED-9D87-8E9B-59ED-FF21D2691965}"/>
              </a:ext>
            </a:extLst>
          </p:cNvPr>
          <p:cNvPicPr>
            <a:picLocks noChangeAspect="1"/>
          </p:cNvPicPr>
          <p:nvPr/>
        </p:nvPicPr>
        <p:blipFill>
          <a:blip r:embed="rId4"/>
          <a:stretch>
            <a:fillRect/>
          </a:stretch>
        </p:blipFill>
        <p:spPr>
          <a:xfrm>
            <a:off x="4393927" y="1361440"/>
            <a:ext cx="7579906" cy="5130800"/>
          </a:xfrm>
          <a:prstGeom prst="rect">
            <a:avLst/>
          </a:prstGeom>
        </p:spPr>
      </p:pic>
    </p:spTree>
    <p:extLst>
      <p:ext uri="{BB962C8B-B14F-4D97-AF65-F5344CB8AC3E}">
        <p14:creationId xmlns:p14="http://schemas.microsoft.com/office/powerpoint/2010/main" val="267396260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C7070-D5AB-46E9-9D49-49EA4E3C539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2E5A264-1E62-7133-B3C4-63DFEC7FAC23}"/>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93B9463D-D456-C5D3-1F4E-D62CA02C9E9F}"/>
              </a:ext>
            </a:extLst>
          </p:cNvPr>
          <p:cNvPicPr>
            <a:picLocks noChangeAspect="1"/>
          </p:cNvPicPr>
          <p:nvPr/>
        </p:nvPicPr>
        <p:blipFill>
          <a:blip r:embed="rId3"/>
          <a:stretch>
            <a:fillRect/>
          </a:stretch>
        </p:blipFill>
        <p:spPr>
          <a:xfrm>
            <a:off x="579489" y="504749"/>
            <a:ext cx="362102" cy="362102"/>
          </a:xfrm>
          <a:prstGeom prst="rect">
            <a:avLst/>
          </a:prstGeom>
        </p:spPr>
      </p:pic>
      <p:sp>
        <p:nvSpPr>
          <p:cNvPr id="5" name="Shape 2">
            <a:extLst>
              <a:ext uri="{FF2B5EF4-FFF2-40B4-BE49-F238E27FC236}">
                <a16:creationId xmlns:a16="http://schemas.microsoft.com/office/drawing/2014/main" id="{A7E9956E-4E1A-2727-12B4-1C6C5737B710}"/>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00FAA435-0CEB-3861-0504-635CE423A485}"/>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13" name="Text 9">
            <a:extLst>
              <a:ext uri="{FF2B5EF4-FFF2-40B4-BE49-F238E27FC236}">
                <a16:creationId xmlns:a16="http://schemas.microsoft.com/office/drawing/2014/main" id="{50A3E037-E1FC-C935-E41D-9A96BAA39696}"/>
              </a:ext>
            </a:extLst>
          </p:cNvPr>
          <p:cNvSpPr txBox="1"/>
          <p:nvPr/>
        </p:nvSpPr>
        <p:spPr>
          <a:xfrm>
            <a:off x="11367580" y="6492240"/>
            <a:ext cx="365760" cy="274320"/>
          </a:xfrm>
          <a:prstGeom prst="rect">
            <a:avLst/>
          </a:prstGeom>
          <a:noFill/>
          <a:ln/>
        </p:spPr>
        <p:txBody>
          <a:bodyPr wrap="square" lIns="0" tIns="0" rIns="0" bIns="0" rtlCol="0" anchor="ctr"/>
          <a:lstStyle/>
          <a:p>
            <a:pPr marL="0" indent="0" algn="r">
              <a:buNone/>
            </a:pPr>
            <a:r>
              <a:rPr lang="en-US" sz="900">
                <a:solidFill>
                  <a:srgbClr val="8A857C"/>
                </a:solidFill>
                <a:latin typeface="Arial" pitchFamily="34" charset="0"/>
                <a:ea typeface="Arial" pitchFamily="34" charset="-122"/>
                <a:cs typeface="Arial" pitchFamily="34" charset="-120"/>
              </a:rPr>
              <a:t>4</a:t>
            </a:r>
            <a:endParaRPr lang="en-US" sz="900"/>
          </a:p>
        </p:txBody>
      </p:sp>
      <p:sp>
        <p:nvSpPr>
          <p:cNvPr id="11" name="Text 1">
            <a:extLst>
              <a:ext uri="{FF2B5EF4-FFF2-40B4-BE49-F238E27FC236}">
                <a16:creationId xmlns:a16="http://schemas.microsoft.com/office/drawing/2014/main" id="{5E273B54-D0D6-DE2B-AE99-702D714AA6C7}"/>
              </a:ext>
            </a:extLst>
          </p:cNvPr>
          <p:cNvSpPr txBox="1"/>
          <p:nvPr/>
        </p:nvSpPr>
        <p:spPr>
          <a:xfrm>
            <a:off x="1271589" y="379014"/>
            <a:ext cx="9094965" cy="627956"/>
          </a:xfrm>
          <a:prstGeom prst="rect">
            <a:avLst/>
          </a:prstGeom>
          <a:noFill/>
          <a:ln/>
        </p:spPr>
        <p:txBody>
          <a:bodyPr wrap="square" lIns="0" tIns="0" rIns="0" bIns="0" rtlCol="0" anchor="ctr"/>
          <a:lstStyle/>
          <a:p>
            <a:r>
              <a:rPr lang="en-US" sz="2800" b="1" kern="0" spc="100">
                <a:solidFill>
                  <a:srgbClr val="2B2A28"/>
                </a:solidFill>
                <a:latin typeface="Arial"/>
                <a:cs typeface="Arial"/>
              </a:rPr>
              <a:t>Why the disparity?</a:t>
            </a:r>
            <a:endParaRPr lang="en-US"/>
          </a:p>
        </p:txBody>
      </p:sp>
      <p:sp>
        <p:nvSpPr>
          <p:cNvPr id="16" name="TextBox 15">
            <a:extLst>
              <a:ext uri="{FF2B5EF4-FFF2-40B4-BE49-F238E27FC236}">
                <a16:creationId xmlns:a16="http://schemas.microsoft.com/office/drawing/2014/main" id="{98ABAAA5-A6A9-DCEC-94CD-C293030A5B03}"/>
              </a:ext>
            </a:extLst>
          </p:cNvPr>
          <p:cNvSpPr txBox="1"/>
          <p:nvPr/>
        </p:nvSpPr>
        <p:spPr>
          <a:xfrm>
            <a:off x="454851" y="1364553"/>
            <a:ext cx="2455599"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 each radial section of the propeller blade, because it's twisted(and it must be twisted since each section rotating at different speeds), has a different angle of attack and is operating in different </a:t>
            </a:r>
            <a:r>
              <a:rPr lang="en-US" err="1"/>
              <a:t>reynolds</a:t>
            </a:r>
            <a:r>
              <a:rPr lang="en-US"/>
              <a:t> number regimes and most propellers use different airfoils along the radius</a:t>
            </a:r>
          </a:p>
        </p:txBody>
      </p:sp>
      <p:pic>
        <p:nvPicPr>
          <p:cNvPr id="8" name="Picture 7">
            <a:extLst>
              <a:ext uri="{FF2B5EF4-FFF2-40B4-BE49-F238E27FC236}">
                <a16:creationId xmlns:a16="http://schemas.microsoft.com/office/drawing/2014/main" id="{F4796601-1896-FA60-6816-C127D825F6E2}"/>
              </a:ext>
            </a:extLst>
          </p:cNvPr>
          <p:cNvPicPr>
            <a:picLocks noChangeAspect="1"/>
          </p:cNvPicPr>
          <p:nvPr/>
        </p:nvPicPr>
        <p:blipFill>
          <a:blip r:embed="rId4"/>
          <a:stretch>
            <a:fillRect/>
          </a:stretch>
        </p:blipFill>
        <p:spPr>
          <a:xfrm>
            <a:off x="3625571" y="1178560"/>
            <a:ext cx="8110777" cy="5588000"/>
          </a:xfrm>
          <a:prstGeom prst="rect">
            <a:avLst/>
          </a:prstGeom>
        </p:spPr>
      </p:pic>
    </p:spTree>
    <p:extLst>
      <p:ext uri="{BB962C8B-B14F-4D97-AF65-F5344CB8AC3E}">
        <p14:creationId xmlns:p14="http://schemas.microsoft.com/office/powerpoint/2010/main" val="70630329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2B2A27"/>
        </a:solidFill>
        <a:effectLst/>
      </p:bgPr>
    </p:bg>
    <p:spTree>
      <p:nvGrpSpPr>
        <p:cNvPr id="1" name="">
          <a:extLst>
            <a:ext uri="{FF2B5EF4-FFF2-40B4-BE49-F238E27FC236}">
              <a16:creationId xmlns:a16="http://schemas.microsoft.com/office/drawing/2014/main" id="{55AFDFD4-91FE-52CF-7A39-69F8AADE5A7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FC18756-E56A-CB3B-CCE5-FD7837FAE441}"/>
              </a:ext>
            </a:extLst>
          </p:cNvPr>
          <p:cNvSpPr/>
          <p:nvPr/>
        </p:nvSpPr>
        <p:spPr>
          <a:xfrm>
            <a:off x="9648508" y="4754880"/>
            <a:ext cx="408920" cy="408920"/>
          </a:xfrm>
          <a:prstGeom prst="rect">
            <a:avLst/>
          </a:prstGeom>
          <a:ln w="12700">
            <a:solidFill>
              <a:srgbClr val="C6890F">
                <a:alpha val="14000"/>
              </a:srgbClr>
            </a:solidFill>
            <a:prstDash val="solid"/>
          </a:ln>
        </p:spPr>
        <p:txBody>
          <a:bodyPr/>
          <a:lstStyle/>
          <a:p>
            <a:endParaRPr lang="en-US" sz="1800"/>
          </a:p>
        </p:txBody>
      </p:sp>
      <p:sp>
        <p:nvSpPr>
          <p:cNvPr id="3" name="Shape 1">
            <a:extLst>
              <a:ext uri="{FF2B5EF4-FFF2-40B4-BE49-F238E27FC236}">
                <a16:creationId xmlns:a16="http://schemas.microsoft.com/office/drawing/2014/main" id="{E47620A7-4815-8772-CF88-63FC4F11D4FA}"/>
              </a:ext>
            </a:extLst>
          </p:cNvPr>
          <p:cNvSpPr/>
          <p:nvPr/>
        </p:nvSpPr>
        <p:spPr>
          <a:xfrm>
            <a:off x="10123996" y="4754880"/>
            <a:ext cx="408920" cy="408920"/>
          </a:xfrm>
          <a:prstGeom prst="rect">
            <a:avLst/>
          </a:prstGeom>
          <a:ln w="12700">
            <a:solidFill>
              <a:srgbClr val="C6890F">
                <a:alpha val="14000"/>
              </a:srgbClr>
            </a:solidFill>
            <a:prstDash val="solid"/>
          </a:ln>
        </p:spPr>
        <p:txBody>
          <a:bodyPr/>
          <a:lstStyle/>
          <a:p>
            <a:endParaRPr lang="en-US" sz="1800"/>
          </a:p>
        </p:txBody>
      </p:sp>
      <p:sp>
        <p:nvSpPr>
          <p:cNvPr id="4" name="Shape 2">
            <a:extLst>
              <a:ext uri="{FF2B5EF4-FFF2-40B4-BE49-F238E27FC236}">
                <a16:creationId xmlns:a16="http://schemas.microsoft.com/office/drawing/2014/main" id="{F673F9C0-B227-F5E7-8971-3005039061A0}"/>
              </a:ext>
            </a:extLst>
          </p:cNvPr>
          <p:cNvSpPr/>
          <p:nvPr/>
        </p:nvSpPr>
        <p:spPr>
          <a:xfrm>
            <a:off x="10599484" y="4754880"/>
            <a:ext cx="408920" cy="408920"/>
          </a:xfrm>
          <a:prstGeom prst="rect">
            <a:avLst/>
          </a:prstGeom>
          <a:ln w="12700">
            <a:solidFill>
              <a:srgbClr val="C6890F">
                <a:alpha val="14000"/>
              </a:srgbClr>
            </a:solidFill>
            <a:prstDash val="solid"/>
          </a:ln>
        </p:spPr>
        <p:txBody>
          <a:bodyPr/>
          <a:lstStyle/>
          <a:p>
            <a:endParaRPr lang="en-US" sz="1800"/>
          </a:p>
        </p:txBody>
      </p:sp>
      <p:sp>
        <p:nvSpPr>
          <p:cNvPr id="5" name="Shape 3">
            <a:extLst>
              <a:ext uri="{FF2B5EF4-FFF2-40B4-BE49-F238E27FC236}">
                <a16:creationId xmlns:a16="http://schemas.microsoft.com/office/drawing/2014/main" id="{EF626BE2-E925-D0D1-C4B7-F770A6288902}"/>
              </a:ext>
            </a:extLst>
          </p:cNvPr>
          <p:cNvSpPr/>
          <p:nvPr/>
        </p:nvSpPr>
        <p:spPr>
          <a:xfrm>
            <a:off x="11074972" y="4754880"/>
            <a:ext cx="408920" cy="408920"/>
          </a:xfrm>
          <a:prstGeom prst="rect">
            <a:avLst/>
          </a:prstGeom>
          <a:ln w="12700">
            <a:solidFill>
              <a:srgbClr val="C6890F">
                <a:alpha val="14000"/>
              </a:srgbClr>
            </a:solidFill>
            <a:prstDash val="solid"/>
          </a:ln>
        </p:spPr>
        <p:txBody>
          <a:bodyPr/>
          <a:lstStyle/>
          <a:p>
            <a:endParaRPr lang="en-US" sz="1800"/>
          </a:p>
        </p:txBody>
      </p:sp>
      <p:sp>
        <p:nvSpPr>
          <p:cNvPr id="6" name="Shape 4">
            <a:extLst>
              <a:ext uri="{FF2B5EF4-FFF2-40B4-BE49-F238E27FC236}">
                <a16:creationId xmlns:a16="http://schemas.microsoft.com/office/drawing/2014/main" id="{26710406-380B-78FF-AE50-F7FD56A21E67}"/>
              </a:ext>
            </a:extLst>
          </p:cNvPr>
          <p:cNvSpPr/>
          <p:nvPr/>
        </p:nvSpPr>
        <p:spPr>
          <a:xfrm>
            <a:off x="9648508" y="5230368"/>
            <a:ext cx="408920" cy="408920"/>
          </a:xfrm>
          <a:prstGeom prst="rect">
            <a:avLst/>
          </a:prstGeom>
          <a:ln w="12700">
            <a:solidFill>
              <a:srgbClr val="C6890F">
                <a:alpha val="14000"/>
              </a:srgbClr>
            </a:solidFill>
            <a:prstDash val="solid"/>
          </a:ln>
        </p:spPr>
        <p:txBody>
          <a:bodyPr/>
          <a:lstStyle/>
          <a:p>
            <a:endParaRPr lang="en-US" sz="1800"/>
          </a:p>
        </p:txBody>
      </p:sp>
      <p:sp>
        <p:nvSpPr>
          <p:cNvPr id="7" name="Shape 5">
            <a:extLst>
              <a:ext uri="{FF2B5EF4-FFF2-40B4-BE49-F238E27FC236}">
                <a16:creationId xmlns:a16="http://schemas.microsoft.com/office/drawing/2014/main" id="{61186ED9-5E32-7077-CB03-B1684BEE7F01}"/>
              </a:ext>
            </a:extLst>
          </p:cNvPr>
          <p:cNvSpPr/>
          <p:nvPr/>
        </p:nvSpPr>
        <p:spPr>
          <a:xfrm>
            <a:off x="10123996" y="5230368"/>
            <a:ext cx="408920" cy="408920"/>
          </a:xfrm>
          <a:prstGeom prst="rect">
            <a:avLst/>
          </a:prstGeom>
          <a:ln w="12700">
            <a:solidFill>
              <a:srgbClr val="C6890F">
                <a:alpha val="14000"/>
              </a:srgbClr>
            </a:solidFill>
            <a:prstDash val="solid"/>
          </a:ln>
        </p:spPr>
        <p:txBody>
          <a:bodyPr/>
          <a:lstStyle/>
          <a:p>
            <a:endParaRPr lang="en-US" sz="1800"/>
          </a:p>
        </p:txBody>
      </p:sp>
      <p:sp>
        <p:nvSpPr>
          <p:cNvPr id="8" name="Shape 6">
            <a:extLst>
              <a:ext uri="{FF2B5EF4-FFF2-40B4-BE49-F238E27FC236}">
                <a16:creationId xmlns:a16="http://schemas.microsoft.com/office/drawing/2014/main" id="{10589D9A-C9E5-A5E5-0B93-155816FE44B4}"/>
              </a:ext>
            </a:extLst>
          </p:cNvPr>
          <p:cNvSpPr/>
          <p:nvPr/>
        </p:nvSpPr>
        <p:spPr>
          <a:xfrm>
            <a:off x="10599484" y="5230368"/>
            <a:ext cx="408920" cy="408920"/>
          </a:xfrm>
          <a:prstGeom prst="rect">
            <a:avLst/>
          </a:prstGeom>
          <a:ln w="12700">
            <a:solidFill>
              <a:srgbClr val="C6890F">
                <a:alpha val="14000"/>
              </a:srgbClr>
            </a:solidFill>
            <a:prstDash val="solid"/>
          </a:ln>
        </p:spPr>
        <p:txBody>
          <a:bodyPr/>
          <a:lstStyle/>
          <a:p>
            <a:endParaRPr lang="en-US" sz="1800"/>
          </a:p>
        </p:txBody>
      </p:sp>
      <p:sp>
        <p:nvSpPr>
          <p:cNvPr id="9" name="Shape 7">
            <a:extLst>
              <a:ext uri="{FF2B5EF4-FFF2-40B4-BE49-F238E27FC236}">
                <a16:creationId xmlns:a16="http://schemas.microsoft.com/office/drawing/2014/main" id="{DD09F4D4-903A-7CFF-4B62-9AE73C3006EA}"/>
              </a:ext>
            </a:extLst>
          </p:cNvPr>
          <p:cNvSpPr/>
          <p:nvPr/>
        </p:nvSpPr>
        <p:spPr>
          <a:xfrm>
            <a:off x="11074972" y="5230368"/>
            <a:ext cx="408920" cy="408920"/>
          </a:xfrm>
          <a:prstGeom prst="rect">
            <a:avLst/>
          </a:prstGeom>
          <a:ln w="12700">
            <a:solidFill>
              <a:srgbClr val="C6890F">
                <a:alpha val="14000"/>
              </a:srgbClr>
            </a:solidFill>
            <a:prstDash val="solid"/>
          </a:ln>
        </p:spPr>
        <p:txBody>
          <a:bodyPr/>
          <a:lstStyle/>
          <a:p>
            <a:endParaRPr lang="en-US" sz="1800"/>
          </a:p>
        </p:txBody>
      </p:sp>
      <p:sp>
        <p:nvSpPr>
          <p:cNvPr id="10" name="Shape 8">
            <a:extLst>
              <a:ext uri="{FF2B5EF4-FFF2-40B4-BE49-F238E27FC236}">
                <a16:creationId xmlns:a16="http://schemas.microsoft.com/office/drawing/2014/main" id="{09D7CAEF-2B25-7963-011E-7D12B58D2E3F}"/>
              </a:ext>
            </a:extLst>
          </p:cNvPr>
          <p:cNvSpPr/>
          <p:nvPr/>
        </p:nvSpPr>
        <p:spPr>
          <a:xfrm>
            <a:off x="9648508" y="5705856"/>
            <a:ext cx="408920" cy="408920"/>
          </a:xfrm>
          <a:prstGeom prst="rect">
            <a:avLst/>
          </a:prstGeom>
          <a:ln w="12700">
            <a:solidFill>
              <a:srgbClr val="C6890F">
                <a:alpha val="14000"/>
              </a:srgbClr>
            </a:solidFill>
            <a:prstDash val="solid"/>
          </a:ln>
        </p:spPr>
        <p:txBody>
          <a:bodyPr/>
          <a:lstStyle/>
          <a:p>
            <a:endParaRPr lang="en-US" sz="1800"/>
          </a:p>
        </p:txBody>
      </p:sp>
      <p:sp>
        <p:nvSpPr>
          <p:cNvPr id="11" name="Shape 9">
            <a:extLst>
              <a:ext uri="{FF2B5EF4-FFF2-40B4-BE49-F238E27FC236}">
                <a16:creationId xmlns:a16="http://schemas.microsoft.com/office/drawing/2014/main" id="{77C87C0F-C9EA-E53F-3AED-BE6F927D9682}"/>
              </a:ext>
            </a:extLst>
          </p:cNvPr>
          <p:cNvSpPr/>
          <p:nvPr/>
        </p:nvSpPr>
        <p:spPr>
          <a:xfrm>
            <a:off x="10123996" y="5705856"/>
            <a:ext cx="408920" cy="408920"/>
          </a:xfrm>
          <a:prstGeom prst="rect">
            <a:avLst/>
          </a:prstGeom>
          <a:ln w="12700">
            <a:solidFill>
              <a:srgbClr val="C6890F">
                <a:alpha val="14000"/>
              </a:srgbClr>
            </a:solidFill>
            <a:prstDash val="solid"/>
          </a:ln>
        </p:spPr>
        <p:txBody>
          <a:bodyPr/>
          <a:lstStyle/>
          <a:p>
            <a:endParaRPr lang="en-US" sz="1800"/>
          </a:p>
        </p:txBody>
      </p:sp>
      <p:sp>
        <p:nvSpPr>
          <p:cNvPr id="12" name="Shape 10">
            <a:extLst>
              <a:ext uri="{FF2B5EF4-FFF2-40B4-BE49-F238E27FC236}">
                <a16:creationId xmlns:a16="http://schemas.microsoft.com/office/drawing/2014/main" id="{00005662-BC6C-FFDB-C171-C2E3AA8D8A82}"/>
              </a:ext>
            </a:extLst>
          </p:cNvPr>
          <p:cNvSpPr/>
          <p:nvPr/>
        </p:nvSpPr>
        <p:spPr>
          <a:xfrm>
            <a:off x="10599484" y="5705856"/>
            <a:ext cx="408920" cy="408920"/>
          </a:xfrm>
          <a:prstGeom prst="rect">
            <a:avLst/>
          </a:prstGeom>
          <a:ln w="12700">
            <a:solidFill>
              <a:srgbClr val="C6890F">
                <a:alpha val="14000"/>
              </a:srgbClr>
            </a:solidFill>
            <a:prstDash val="solid"/>
          </a:ln>
        </p:spPr>
        <p:txBody>
          <a:bodyPr/>
          <a:lstStyle/>
          <a:p>
            <a:endParaRPr lang="en-US" sz="1800"/>
          </a:p>
        </p:txBody>
      </p:sp>
      <p:sp>
        <p:nvSpPr>
          <p:cNvPr id="13" name="Shape 11">
            <a:extLst>
              <a:ext uri="{FF2B5EF4-FFF2-40B4-BE49-F238E27FC236}">
                <a16:creationId xmlns:a16="http://schemas.microsoft.com/office/drawing/2014/main" id="{F2B14A1D-3634-139B-CE34-70F029C8F558}"/>
              </a:ext>
            </a:extLst>
          </p:cNvPr>
          <p:cNvSpPr/>
          <p:nvPr/>
        </p:nvSpPr>
        <p:spPr>
          <a:xfrm>
            <a:off x="11074972" y="5705856"/>
            <a:ext cx="408920" cy="408920"/>
          </a:xfrm>
          <a:prstGeom prst="rect">
            <a:avLst/>
          </a:prstGeom>
          <a:ln w="12700">
            <a:solidFill>
              <a:srgbClr val="C6890F">
                <a:alpha val="14000"/>
              </a:srgbClr>
            </a:solidFill>
            <a:prstDash val="solid"/>
          </a:ln>
        </p:spPr>
        <p:txBody>
          <a:bodyPr/>
          <a:lstStyle/>
          <a:p>
            <a:endParaRPr lang="en-US" sz="1800"/>
          </a:p>
        </p:txBody>
      </p:sp>
      <p:sp>
        <p:nvSpPr>
          <p:cNvPr id="14" name="Shape 12">
            <a:extLst>
              <a:ext uri="{FF2B5EF4-FFF2-40B4-BE49-F238E27FC236}">
                <a16:creationId xmlns:a16="http://schemas.microsoft.com/office/drawing/2014/main" id="{235C849E-52FB-B53C-40FB-393CCA963B2F}"/>
              </a:ext>
            </a:extLst>
          </p:cNvPr>
          <p:cNvSpPr/>
          <p:nvPr/>
        </p:nvSpPr>
        <p:spPr>
          <a:xfrm>
            <a:off x="9785668"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5" name="Shape 13">
            <a:extLst>
              <a:ext uri="{FF2B5EF4-FFF2-40B4-BE49-F238E27FC236}">
                <a16:creationId xmlns:a16="http://schemas.microsoft.com/office/drawing/2014/main" id="{A6906CBD-0649-D9B8-9854-12ACF3291003}"/>
              </a:ext>
            </a:extLst>
          </p:cNvPr>
          <p:cNvSpPr/>
          <p:nvPr/>
        </p:nvSpPr>
        <p:spPr>
          <a:xfrm>
            <a:off x="9944408" y="798820"/>
            <a:ext cx="249448" cy="249448"/>
          </a:xfrm>
          <a:prstGeom prst="ellipse">
            <a:avLst/>
          </a:prstGeom>
          <a:ln w="28575">
            <a:solidFill>
              <a:srgbClr val="C6890F">
                <a:alpha val="85000"/>
              </a:srgbClr>
            </a:solidFill>
            <a:prstDash val="solid"/>
          </a:ln>
        </p:spPr>
        <p:txBody>
          <a:bodyPr/>
          <a:lstStyle/>
          <a:p>
            <a:endParaRPr lang="en-US" sz="1800"/>
          </a:p>
        </p:txBody>
      </p:sp>
      <p:sp>
        <p:nvSpPr>
          <p:cNvPr id="16" name="Shape 14">
            <a:extLst>
              <a:ext uri="{FF2B5EF4-FFF2-40B4-BE49-F238E27FC236}">
                <a16:creationId xmlns:a16="http://schemas.microsoft.com/office/drawing/2014/main" id="{07C79625-B890-AA22-E5CD-66A40FEDB210}"/>
              </a:ext>
            </a:extLst>
          </p:cNvPr>
          <p:cNvSpPr/>
          <p:nvPr/>
        </p:nvSpPr>
        <p:spPr>
          <a:xfrm>
            <a:off x="10511336" y="640080"/>
            <a:ext cx="566928" cy="566928"/>
          </a:xfrm>
          <a:prstGeom prst="roundRect">
            <a:avLst>
              <a:gd name="adj" fmla="val 48000"/>
            </a:avLst>
          </a:prstGeom>
          <a:ln w="28575">
            <a:solidFill>
              <a:srgbClr val="C6890F">
                <a:alpha val="85000"/>
              </a:srgbClr>
            </a:solidFill>
            <a:prstDash val="solid"/>
          </a:ln>
        </p:spPr>
        <p:txBody>
          <a:bodyPr/>
          <a:lstStyle/>
          <a:p>
            <a:endParaRPr lang="en-US" sz="1800"/>
          </a:p>
        </p:txBody>
      </p:sp>
      <p:sp>
        <p:nvSpPr>
          <p:cNvPr id="17" name="Shape 15">
            <a:extLst>
              <a:ext uri="{FF2B5EF4-FFF2-40B4-BE49-F238E27FC236}">
                <a16:creationId xmlns:a16="http://schemas.microsoft.com/office/drawing/2014/main" id="{87FAA8D7-93BA-4265-BAEF-C8D5298FDC91}"/>
              </a:ext>
            </a:extLst>
          </p:cNvPr>
          <p:cNvSpPr/>
          <p:nvPr/>
        </p:nvSpPr>
        <p:spPr>
          <a:xfrm>
            <a:off x="10670076" y="798820"/>
            <a:ext cx="249448" cy="249448"/>
          </a:xfrm>
          <a:prstGeom prst="ellipse">
            <a:avLst/>
          </a:prstGeom>
          <a:ln w="28575">
            <a:solidFill>
              <a:srgbClr val="C6890F">
                <a:alpha val="85000"/>
              </a:srgbClr>
            </a:solidFill>
            <a:prstDash val="solid"/>
          </a:ln>
        </p:spPr>
        <p:txBody>
          <a:bodyPr/>
          <a:lstStyle/>
          <a:p>
            <a:endParaRPr lang="en-US" sz="1800"/>
          </a:p>
        </p:txBody>
      </p:sp>
      <p:sp>
        <p:nvSpPr>
          <p:cNvPr id="18" name="Shape 16">
            <a:extLst>
              <a:ext uri="{FF2B5EF4-FFF2-40B4-BE49-F238E27FC236}">
                <a16:creationId xmlns:a16="http://schemas.microsoft.com/office/drawing/2014/main" id="{C4DFED09-6FB3-0C66-0B45-7EDD39D42E25}"/>
              </a:ext>
            </a:extLst>
          </p:cNvPr>
          <p:cNvSpPr/>
          <p:nvPr/>
        </p:nvSpPr>
        <p:spPr>
          <a:xfrm>
            <a:off x="10749446" y="878190"/>
            <a:ext cx="90708" cy="90708"/>
          </a:xfrm>
          <a:prstGeom prst="ellipse">
            <a:avLst/>
          </a:prstGeom>
          <a:solidFill>
            <a:srgbClr val="2E9BC4">
              <a:alpha val="85000"/>
            </a:srgbClr>
          </a:solidFill>
          <a:ln/>
        </p:spPr>
        <p:txBody>
          <a:bodyPr/>
          <a:lstStyle/>
          <a:p>
            <a:endParaRPr lang="en-US" sz="1800"/>
          </a:p>
        </p:txBody>
      </p:sp>
      <p:sp>
        <p:nvSpPr>
          <p:cNvPr id="21" name="Text 19">
            <a:extLst>
              <a:ext uri="{FF2B5EF4-FFF2-40B4-BE49-F238E27FC236}">
                <a16:creationId xmlns:a16="http://schemas.microsoft.com/office/drawing/2014/main" id="{0DB86125-CDD3-B254-E357-55AD2F404CB4}"/>
              </a:ext>
            </a:extLst>
          </p:cNvPr>
          <p:cNvSpPr txBox="1"/>
          <p:nvPr/>
        </p:nvSpPr>
        <p:spPr>
          <a:xfrm>
            <a:off x="641668" y="2194560"/>
            <a:ext cx="8229600" cy="365760"/>
          </a:xfrm>
          <a:prstGeom prst="rect">
            <a:avLst/>
          </a:prstGeom>
          <a:noFill/>
          <a:ln/>
        </p:spPr>
        <p:txBody>
          <a:bodyPr wrap="square" lIns="0" tIns="0" rIns="0" bIns="0" rtlCol="0" anchor="ctr"/>
          <a:lstStyle/>
          <a:p>
            <a:pPr marL="0" indent="0">
              <a:buNone/>
            </a:pPr>
            <a:r>
              <a:rPr lang="en-US" sz="1400" b="1" kern="0" spc="300">
                <a:solidFill>
                  <a:srgbClr val="2E9BC4"/>
                </a:solidFill>
                <a:latin typeface="Arial" pitchFamily="34" charset="0"/>
                <a:ea typeface="Arial" pitchFamily="34" charset="-122"/>
                <a:cs typeface="Arial" pitchFamily="34" charset="-120"/>
              </a:rPr>
              <a:t>SECTION  /  PHASE</a:t>
            </a:r>
            <a:endParaRPr lang="en-US" sz="1400"/>
          </a:p>
        </p:txBody>
      </p:sp>
      <p:sp>
        <p:nvSpPr>
          <p:cNvPr id="22" name="Text 20">
            <a:extLst>
              <a:ext uri="{FF2B5EF4-FFF2-40B4-BE49-F238E27FC236}">
                <a16:creationId xmlns:a16="http://schemas.microsoft.com/office/drawing/2014/main" id="{117CFE9A-AED3-A7F5-C417-D202183D4B5D}"/>
              </a:ext>
            </a:extLst>
          </p:cNvPr>
          <p:cNvSpPr txBox="1"/>
          <p:nvPr/>
        </p:nvSpPr>
        <p:spPr>
          <a:xfrm>
            <a:off x="605092" y="2651760"/>
            <a:ext cx="10515600" cy="1097280"/>
          </a:xfrm>
          <a:prstGeom prst="rect">
            <a:avLst/>
          </a:prstGeom>
          <a:noFill/>
          <a:ln/>
        </p:spPr>
        <p:txBody>
          <a:bodyPr wrap="square" lIns="0" tIns="0" rIns="0" bIns="0" rtlCol="0" anchor="ctr"/>
          <a:lstStyle/>
          <a:p>
            <a:r>
              <a:rPr lang="en-US" sz="5000" b="1">
                <a:solidFill>
                  <a:srgbClr val="C6890F"/>
                </a:solidFill>
                <a:latin typeface="Arial"/>
                <a:cs typeface="Arial"/>
              </a:rPr>
              <a:t>Backup Slides (Airframe and Aero)</a:t>
            </a:r>
          </a:p>
        </p:txBody>
      </p:sp>
      <p:sp>
        <p:nvSpPr>
          <p:cNvPr id="23" name="Shape 21">
            <a:extLst>
              <a:ext uri="{FF2B5EF4-FFF2-40B4-BE49-F238E27FC236}">
                <a16:creationId xmlns:a16="http://schemas.microsoft.com/office/drawing/2014/main" id="{8E730245-9A7D-191E-8F1A-937750ACE884}"/>
              </a:ext>
            </a:extLst>
          </p:cNvPr>
          <p:cNvSpPr/>
          <p:nvPr/>
        </p:nvSpPr>
        <p:spPr>
          <a:xfrm>
            <a:off x="659956" y="3886200"/>
            <a:ext cx="3108960" cy="0"/>
          </a:xfrm>
          <a:prstGeom prst="line">
            <a:avLst/>
          </a:prstGeom>
          <a:noFill/>
          <a:ln w="25400">
            <a:solidFill>
              <a:srgbClr val="C6890F"/>
            </a:solidFill>
            <a:prstDash val="solid"/>
          </a:ln>
        </p:spPr>
        <p:txBody>
          <a:bodyPr/>
          <a:lstStyle/>
          <a:p>
            <a:endParaRPr lang="en-US" sz="1800"/>
          </a:p>
        </p:txBody>
      </p:sp>
    </p:spTree>
    <p:extLst>
      <p:ext uri="{BB962C8B-B14F-4D97-AF65-F5344CB8AC3E}">
        <p14:creationId xmlns:p14="http://schemas.microsoft.com/office/powerpoint/2010/main" val="210821334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7A000-5BB7-08DD-4959-7AAD0B69BAB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E7E4E70-FC27-E8B7-0E12-4F11F3E76400}"/>
              </a:ext>
            </a:extLst>
          </p:cNvPr>
          <p:cNvSpPr/>
          <p:nvPr/>
        </p:nvSpPr>
        <p:spPr>
          <a:xfrm>
            <a:off x="458788" y="384048"/>
            <a:ext cx="603504" cy="603504"/>
          </a:xfrm>
          <a:prstGeom prst="roundRect">
            <a:avLst>
              <a:gd name="adj" fmla="val 21212"/>
            </a:avLst>
          </a:prstGeom>
          <a:solidFill>
            <a:srgbClr val="C6890F"/>
          </a:solidFill>
          <a:ln/>
          <a:effectLst>
            <a:outerShdw blurRad="63500" dist="25400" dir="5400000" algn="bl" rotWithShape="0">
              <a:srgbClr val="000000">
                <a:alpha val="18000"/>
              </a:srgbClr>
            </a:outerShdw>
          </a:effectLst>
        </p:spPr>
        <p:txBody>
          <a:bodyPr/>
          <a:lstStyle/>
          <a:p>
            <a:endParaRPr lang="en-US" sz="1800"/>
          </a:p>
        </p:txBody>
      </p:sp>
      <p:pic>
        <p:nvPicPr>
          <p:cNvPr id="3" name="Image 0" descr="preencoded.png">
            <a:extLst>
              <a:ext uri="{FF2B5EF4-FFF2-40B4-BE49-F238E27FC236}">
                <a16:creationId xmlns:a16="http://schemas.microsoft.com/office/drawing/2014/main" id="{B511E649-C909-B40D-61FF-8084B814F14D}"/>
              </a:ext>
            </a:extLst>
          </p:cNvPr>
          <p:cNvPicPr>
            <a:picLocks noChangeAspect="1"/>
          </p:cNvPicPr>
          <p:nvPr/>
        </p:nvPicPr>
        <p:blipFill>
          <a:blip r:embed="rId3"/>
          <a:stretch>
            <a:fillRect/>
          </a:stretch>
        </p:blipFill>
        <p:spPr>
          <a:xfrm>
            <a:off x="579489" y="504749"/>
            <a:ext cx="362102" cy="362102"/>
          </a:xfrm>
          <a:prstGeom prst="rect">
            <a:avLst/>
          </a:prstGeom>
        </p:spPr>
      </p:pic>
      <p:sp>
        <p:nvSpPr>
          <p:cNvPr id="4" name="Text 1">
            <a:extLst>
              <a:ext uri="{FF2B5EF4-FFF2-40B4-BE49-F238E27FC236}">
                <a16:creationId xmlns:a16="http://schemas.microsoft.com/office/drawing/2014/main" id="{833DB3E7-3BA3-F145-A30F-6ABDC60B1673}"/>
              </a:ext>
            </a:extLst>
          </p:cNvPr>
          <p:cNvSpPr txBox="1"/>
          <p:nvPr/>
        </p:nvSpPr>
        <p:spPr>
          <a:xfrm>
            <a:off x="1281749" y="368854"/>
            <a:ext cx="9094965" cy="627956"/>
          </a:xfrm>
          <a:prstGeom prst="rect">
            <a:avLst/>
          </a:prstGeom>
          <a:noFill/>
          <a:ln/>
        </p:spPr>
        <p:txBody>
          <a:bodyPr wrap="square" lIns="0" tIns="0" rIns="0" bIns="0" rtlCol="0" anchor="ctr"/>
          <a:lstStyle/>
          <a:p>
            <a:r>
              <a:rPr lang="en-US" sz="2800" b="1" kern="0" spc="100">
                <a:solidFill>
                  <a:srgbClr val="2B2A28"/>
                </a:solidFill>
                <a:latin typeface="Arial"/>
                <a:cs typeface="Arial"/>
              </a:rPr>
              <a:t>Body Form Trade Study: Modeling and Analysis</a:t>
            </a:r>
          </a:p>
        </p:txBody>
      </p:sp>
      <p:sp>
        <p:nvSpPr>
          <p:cNvPr id="5" name="Shape 2">
            <a:extLst>
              <a:ext uri="{FF2B5EF4-FFF2-40B4-BE49-F238E27FC236}">
                <a16:creationId xmlns:a16="http://schemas.microsoft.com/office/drawing/2014/main" id="{9D20F3EF-898C-5158-18E2-2650BEBC7306}"/>
              </a:ext>
            </a:extLst>
          </p:cNvPr>
          <p:cNvSpPr/>
          <p:nvPr/>
        </p:nvSpPr>
        <p:spPr>
          <a:xfrm>
            <a:off x="10361740" y="457200"/>
            <a:ext cx="1371600" cy="329184"/>
          </a:xfrm>
          <a:prstGeom prst="roundRect">
            <a:avLst>
              <a:gd name="adj" fmla="val 50000"/>
            </a:avLst>
          </a:prstGeom>
          <a:solidFill>
            <a:srgbClr val="C6890F"/>
          </a:solidFill>
          <a:ln/>
        </p:spPr>
        <p:txBody>
          <a:bodyPr/>
          <a:lstStyle/>
          <a:p>
            <a:endParaRPr lang="en-US" sz="1800"/>
          </a:p>
        </p:txBody>
      </p:sp>
      <p:sp>
        <p:nvSpPr>
          <p:cNvPr id="6" name="Text 3">
            <a:extLst>
              <a:ext uri="{FF2B5EF4-FFF2-40B4-BE49-F238E27FC236}">
                <a16:creationId xmlns:a16="http://schemas.microsoft.com/office/drawing/2014/main" id="{A73E563A-914B-987D-3928-F5895B513FBE}"/>
              </a:ext>
            </a:extLst>
          </p:cNvPr>
          <p:cNvSpPr txBox="1"/>
          <p:nvPr/>
        </p:nvSpPr>
        <p:spPr>
          <a:xfrm>
            <a:off x="10361740" y="457200"/>
            <a:ext cx="1371600" cy="329184"/>
          </a:xfrm>
          <a:prstGeom prst="rect">
            <a:avLst/>
          </a:prstGeom>
          <a:noFill/>
          <a:ln/>
        </p:spPr>
        <p:txBody>
          <a:bodyPr wrap="square" lIns="0" tIns="0" rIns="0" bIns="0" rtlCol="0" anchor="ctr"/>
          <a:lstStyle/>
          <a:p>
            <a:pPr marL="0" indent="0" algn="ctr">
              <a:buNone/>
            </a:pPr>
            <a:r>
              <a:rPr lang="en-US" sz="1000" b="1" kern="0" spc="100">
                <a:solidFill>
                  <a:srgbClr val="2B2A28"/>
                </a:solidFill>
                <a:latin typeface="Arial" pitchFamily="34" charset="0"/>
                <a:ea typeface="Arial" pitchFamily="34" charset="-122"/>
                <a:cs typeface="Arial" pitchFamily="34" charset="-120"/>
              </a:rPr>
              <a:t>Trade Studies</a:t>
            </a:r>
            <a:endParaRPr lang="en-US" sz="1000"/>
          </a:p>
        </p:txBody>
      </p:sp>
      <p:sp>
        <p:nvSpPr>
          <p:cNvPr id="13" name="Text 9">
            <a:extLst>
              <a:ext uri="{FF2B5EF4-FFF2-40B4-BE49-F238E27FC236}">
                <a16:creationId xmlns:a16="http://schemas.microsoft.com/office/drawing/2014/main" id="{1748E700-D36A-CCE9-AC75-2386B3E81B7F}"/>
              </a:ext>
            </a:extLst>
          </p:cNvPr>
          <p:cNvSpPr txBox="1"/>
          <p:nvPr/>
        </p:nvSpPr>
        <p:spPr>
          <a:xfrm>
            <a:off x="11367580" y="6492240"/>
            <a:ext cx="365760" cy="274320"/>
          </a:xfrm>
          <a:prstGeom prst="rect">
            <a:avLst/>
          </a:prstGeom>
          <a:noFill/>
          <a:ln/>
        </p:spPr>
        <p:txBody>
          <a:bodyPr wrap="square" lIns="0" tIns="0" rIns="0" bIns="0" rtlCol="0" anchor="ctr"/>
          <a:lstStyle/>
          <a:p>
            <a:pPr marL="0" indent="0" algn="r">
              <a:buNone/>
            </a:pPr>
            <a:r>
              <a:rPr lang="en-US" sz="900">
                <a:solidFill>
                  <a:srgbClr val="8A857C"/>
                </a:solidFill>
                <a:latin typeface="Arial" pitchFamily="34" charset="0"/>
                <a:ea typeface="Arial" pitchFamily="34" charset="-122"/>
                <a:cs typeface="Arial" pitchFamily="34" charset="-120"/>
              </a:rPr>
              <a:t>4</a:t>
            </a:r>
            <a:endParaRPr lang="en-US" sz="900"/>
          </a:p>
        </p:txBody>
      </p:sp>
      <p:sp>
        <p:nvSpPr>
          <p:cNvPr id="8" name="TextBox 7">
            <a:extLst>
              <a:ext uri="{FF2B5EF4-FFF2-40B4-BE49-F238E27FC236}">
                <a16:creationId xmlns:a16="http://schemas.microsoft.com/office/drawing/2014/main" id="{77878745-061C-E4FB-5415-AD65354C3A0A}"/>
              </a:ext>
            </a:extLst>
          </p:cNvPr>
          <p:cNvSpPr txBox="1"/>
          <p:nvPr/>
        </p:nvSpPr>
        <p:spPr>
          <a:xfrm>
            <a:off x="367342" y="2149871"/>
            <a:ext cx="4820239" cy="4247317"/>
          </a:xfrm>
          <a:prstGeom prst="rect">
            <a:avLst/>
          </a:prstGeom>
          <a:noFill/>
        </p:spPr>
        <p:txBody>
          <a:bodyPr wrap="square" lIns="91440" tIns="45720" rIns="91440" bIns="45720" rtlCol="0" anchor="t">
            <a:spAutoFit/>
          </a:bodyPr>
          <a:lstStyle/>
          <a:p>
            <a:r>
              <a:rPr lang="en-US" i="1" u="sng"/>
              <a:t>Objectives:</a:t>
            </a:r>
          </a:p>
          <a:p>
            <a:r>
              <a:rPr lang="en-US">
                <a:ea typeface="+mn-lt"/>
                <a:cs typeface="+mn-lt"/>
              </a:rPr>
              <a:t>Evaluate frame geometry using initial CAD mass estimates under fixed envelope and material assumptions.</a:t>
            </a:r>
          </a:p>
          <a:p>
            <a:endParaRPr lang="en-US"/>
          </a:p>
          <a:p>
            <a:r>
              <a:rPr lang="en-US" i="1" u="sng"/>
              <a:t>Controlled Variables:</a:t>
            </a:r>
            <a:endParaRPr lang="en-US"/>
          </a:p>
          <a:p>
            <a:pPr marL="285750" indent="-285750">
              <a:buFont typeface="Arial"/>
              <a:buChar char="•"/>
            </a:pPr>
            <a:r>
              <a:rPr lang="en-US"/>
              <a:t>Material, Thickness, Size</a:t>
            </a:r>
          </a:p>
          <a:p>
            <a:pPr marL="285750" indent="-285750">
              <a:buFont typeface="Arial"/>
              <a:buChar char="•"/>
            </a:pPr>
            <a:r>
              <a:rPr lang="en-US"/>
              <a:t>Motor size, Location</a:t>
            </a:r>
          </a:p>
          <a:p>
            <a:pPr marL="285750" indent="-285750">
              <a:buFont typeface="Arial"/>
              <a:buChar char="•"/>
            </a:pPr>
            <a:r>
              <a:rPr lang="en-US"/>
              <a:t>Mounting Requirements</a:t>
            </a:r>
          </a:p>
          <a:p>
            <a:pPr marL="285750" indent="-285750">
              <a:buFont typeface="Arial"/>
              <a:buChar char="•"/>
            </a:pPr>
            <a:r>
              <a:rPr lang="en-US"/>
              <a:t>Manufacturing Method (Laser Cutting)</a:t>
            </a:r>
          </a:p>
          <a:p>
            <a:pPr marL="285750" indent="-285750">
              <a:buFont typeface="Arial"/>
              <a:buChar char="•"/>
            </a:pPr>
            <a:endParaRPr lang="en-US" i="1" u="sng"/>
          </a:p>
          <a:p>
            <a:r>
              <a:rPr lang="en-US" i="1" u="sng"/>
              <a:t>Evaluation Criteria:</a:t>
            </a:r>
          </a:p>
          <a:p>
            <a:pPr marL="285750" indent="-285750">
              <a:buFont typeface="Arial"/>
              <a:buChar char="•"/>
            </a:pPr>
            <a:r>
              <a:rPr lang="en-US"/>
              <a:t>Preliminary CAD mass</a:t>
            </a:r>
          </a:p>
          <a:p>
            <a:pPr marL="285750" indent="-285750">
              <a:buFont typeface="Arial"/>
              <a:buChar char="•"/>
            </a:pPr>
            <a:r>
              <a:rPr lang="en-US"/>
              <a:t>Anticipated stress concentrations</a:t>
            </a:r>
          </a:p>
          <a:p>
            <a:pPr marL="285750" indent="-285750">
              <a:buFont typeface="Arial"/>
              <a:buChar char="•"/>
            </a:pPr>
            <a:r>
              <a:rPr lang="en-US"/>
              <a:t>Simplicity of fabrication</a:t>
            </a:r>
          </a:p>
        </p:txBody>
      </p:sp>
      <p:sp>
        <p:nvSpPr>
          <p:cNvPr id="9" name="TextBox 8">
            <a:extLst>
              <a:ext uri="{FF2B5EF4-FFF2-40B4-BE49-F238E27FC236}">
                <a16:creationId xmlns:a16="http://schemas.microsoft.com/office/drawing/2014/main" id="{78228A8B-9D6C-0231-48AC-F8CC1FB05B4A}"/>
              </a:ext>
            </a:extLst>
          </p:cNvPr>
          <p:cNvSpPr txBox="1"/>
          <p:nvPr/>
        </p:nvSpPr>
        <p:spPr>
          <a:xfrm>
            <a:off x="370973" y="1404095"/>
            <a:ext cx="466086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u="sng"/>
              <a:t>Screening Trade:</a:t>
            </a:r>
            <a:r>
              <a:rPr lang="en-US"/>
              <a:t> </a:t>
            </a:r>
            <a:r>
              <a:rPr lang="en-US" b="1"/>
              <a:t>Mass</a:t>
            </a:r>
            <a:r>
              <a:rPr lang="en-US"/>
              <a:t> is the primary discriminating metric at this stage.</a:t>
            </a:r>
          </a:p>
        </p:txBody>
      </p:sp>
      <p:pic>
        <p:nvPicPr>
          <p:cNvPr id="10" name="Picture 9">
            <a:extLst>
              <a:ext uri="{FF2B5EF4-FFF2-40B4-BE49-F238E27FC236}">
                <a16:creationId xmlns:a16="http://schemas.microsoft.com/office/drawing/2014/main" id="{8711AD4D-C9BD-E67B-167D-FDBF6535D229}"/>
              </a:ext>
            </a:extLst>
          </p:cNvPr>
          <p:cNvPicPr>
            <a:picLocks noChangeAspect="1"/>
          </p:cNvPicPr>
          <p:nvPr/>
        </p:nvPicPr>
        <p:blipFill>
          <a:blip r:embed="rId4"/>
          <a:stretch>
            <a:fillRect/>
          </a:stretch>
        </p:blipFill>
        <p:spPr>
          <a:xfrm>
            <a:off x="5185110" y="1410452"/>
            <a:ext cx="2682039" cy="2432886"/>
          </a:xfrm>
          <a:prstGeom prst="rect">
            <a:avLst/>
          </a:prstGeom>
        </p:spPr>
      </p:pic>
      <p:pic>
        <p:nvPicPr>
          <p:cNvPr id="11" name="Picture 10">
            <a:extLst>
              <a:ext uri="{FF2B5EF4-FFF2-40B4-BE49-F238E27FC236}">
                <a16:creationId xmlns:a16="http://schemas.microsoft.com/office/drawing/2014/main" id="{B275BB88-9F30-5CAF-81B8-BE1DA1CCE646}"/>
              </a:ext>
            </a:extLst>
          </p:cNvPr>
          <p:cNvPicPr>
            <a:picLocks noChangeAspect="1"/>
          </p:cNvPicPr>
          <p:nvPr/>
        </p:nvPicPr>
        <p:blipFill>
          <a:blip r:embed="rId5"/>
          <a:stretch>
            <a:fillRect/>
          </a:stretch>
        </p:blipFill>
        <p:spPr>
          <a:xfrm>
            <a:off x="8495512" y="1464881"/>
            <a:ext cx="2419851" cy="2333625"/>
          </a:xfrm>
          <a:prstGeom prst="rect">
            <a:avLst/>
          </a:prstGeom>
        </p:spPr>
      </p:pic>
      <p:sp>
        <p:nvSpPr>
          <p:cNvPr id="12" name="TextBox 11">
            <a:extLst>
              <a:ext uri="{FF2B5EF4-FFF2-40B4-BE49-F238E27FC236}">
                <a16:creationId xmlns:a16="http://schemas.microsoft.com/office/drawing/2014/main" id="{E620BAB1-4EAC-CB2D-8F20-5052ADD7A099}"/>
              </a:ext>
            </a:extLst>
          </p:cNvPr>
          <p:cNvSpPr txBox="1"/>
          <p:nvPr/>
        </p:nvSpPr>
        <p:spPr>
          <a:xfrm>
            <a:off x="5370954" y="4281236"/>
            <a:ext cx="5664868"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u="sng"/>
              <a:t>Results:</a:t>
            </a:r>
            <a:r>
              <a:rPr lang="en-US"/>
              <a:t> X-shape is lighter by </a:t>
            </a:r>
            <a:r>
              <a:rPr lang="en-US" b="1"/>
              <a:t>30.6%</a:t>
            </a:r>
            <a:r>
              <a:rPr lang="en-US"/>
              <a:t>. </a:t>
            </a:r>
          </a:p>
          <a:p>
            <a:endParaRPr lang="en-US"/>
          </a:p>
          <a:p>
            <a:r>
              <a:rPr lang="en-US"/>
              <a:t>Recommend proceeding with X-Shape as a working baseline, revisit for weight reduction and strengthening.</a:t>
            </a:r>
          </a:p>
        </p:txBody>
      </p:sp>
    </p:spTree>
    <p:extLst>
      <p:ext uri="{BB962C8B-B14F-4D97-AF65-F5344CB8AC3E}">
        <p14:creationId xmlns:p14="http://schemas.microsoft.com/office/powerpoint/2010/main" val="1227664657"/>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hidden="1">
            <a:extLst>
              <a:ext uri="{FF2B5EF4-FFF2-40B4-BE49-F238E27FC236}">
                <a16:creationId xmlns:a16="http://schemas.microsoft.com/office/drawing/2014/main" id="{51830029-AB94-7A1C-4B94-49F992B375FF}"/>
              </a:ext>
            </a:extLst>
          </p:cNvPr>
          <p:cNvPicPr>
            <a:picLocks noChangeAspect="1"/>
          </p:cNvPicPr>
          <p:nvPr/>
        </p:nvPicPr>
        <p:blipFill>
          <a:blip r:embed="rId2"/>
          <a:stretch>
            <a:fillRect/>
          </a:stretch>
        </p:blipFill>
        <p:spPr>
          <a:xfrm>
            <a:off x="1155" y="0"/>
            <a:ext cx="5031084" cy="3523377"/>
          </a:xfrm>
          <a:prstGeom prst="rect">
            <a:avLst/>
          </a:prstGeom>
        </p:spPr>
      </p:pic>
      <p:pic>
        <p:nvPicPr>
          <p:cNvPr id="5" name="Picture 4">
            <a:extLst>
              <a:ext uri="{FF2B5EF4-FFF2-40B4-BE49-F238E27FC236}">
                <a16:creationId xmlns:a16="http://schemas.microsoft.com/office/drawing/2014/main" id="{69392D76-4A6E-1BA9-0152-AEF0FEC376C4}"/>
              </a:ext>
            </a:extLst>
          </p:cNvPr>
          <p:cNvPicPr>
            <a:picLocks noChangeAspect="1"/>
          </p:cNvPicPr>
          <p:nvPr/>
        </p:nvPicPr>
        <p:blipFill>
          <a:blip r:embed="rId3"/>
          <a:stretch>
            <a:fillRect/>
          </a:stretch>
        </p:blipFill>
        <p:spPr>
          <a:xfrm>
            <a:off x="4499" y="0"/>
            <a:ext cx="5283056" cy="3488423"/>
          </a:xfrm>
          <a:prstGeom prst="rect">
            <a:avLst/>
          </a:prstGeom>
        </p:spPr>
      </p:pic>
      <p:pic>
        <p:nvPicPr>
          <p:cNvPr id="3" name="Picture 2">
            <a:extLst>
              <a:ext uri="{FF2B5EF4-FFF2-40B4-BE49-F238E27FC236}">
                <a16:creationId xmlns:a16="http://schemas.microsoft.com/office/drawing/2014/main" id="{8BB43564-3A1D-E5A4-D864-A2F1EBEB693A}"/>
              </a:ext>
            </a:extLst>
          </p:cNvPr>
          <p:cNvPicPr>
            <a:picLocks noChangeAspect="1"/>
          </p:cNvPicPr>
          <p:nvPr/>
        </p:nvPicPr>
        <p:blipFill>
          <a:blip r:embed="rId4"/>
          <a:stretch>
            <a:fillRect/>
          </a:stretch>
        </p:blipFill>
        <p:spPr>
          <a:xfrm>
            <a:off x="7510607" y="0"/>
            <a:ext cx="4678936" cy="3523377"/>
          </a:xfrm>
          <a:prstGeom prst="rect">
            <a:avLst/>
          </a:prstGeom>
        </p:spPr>
      </p:pic>
      <p:pic>
        <p:nvPicPr>
          <p:cNvPr id="4" name="Picture 3">
            <a:extLst>
              <a:ext uri="{FF2B5EF4-FFF2-40B4-BE49-F238E27FC236}">
                <a16:creationId xmlns:a16="http://schemas.microsoft.com/office/drawing/2014/main" id="{1C31842B-C026-89CD-16BC-32338C3CEB99}"/>
              </a:ext>
            </a:extLst>
          </p:cNvPr>
          <p:cNvPicPr>
            <a:picLocks noChangeAspect="1"/>
          </p:cNvPicPr>
          <p:nvPr/>
        </p:nvPicPr>
        <p:blipFill>
          <a:blip r:embed="rId5"/>
          <a:stretch>
            <a:fillRect/>
          </a:stretch>
        </p:blipFill>
        <p:spPr>
          <a:xfrm>
            <a:off x="2806129" y="3103926"/>
            <a:ext cx="4922918" cy="3754074"/>
          </a:xfrm>
          <a:prstGeom prst="rect">
            <a:avLst/>
          </a:prstGeom>
        </p:spPr>
      </p:pic>
    </p:spTree>
    <p:extLst>
      <p:ext uri="{BB962C8B-B14F-4D97-AF65-F5344CB8AC3E}">
        <p14:creationId xmlns:p14="http://schemas.microsoft.com/office/powerpoint/2010/main" val="401598442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1757D6-3FDF-7F58-9C96-2C082B4B322F}"/>
              </a:ext>
            </a:extLst>
          </p:cNvPr>
          <p:cNvPicPr>
            <a:picLocks noChangeAspect="1"/>
          </p:cNvPicPr>
          <p:nvPr/>
        </p:nvPicPr>
        <p:blipFill>
          <a:blip r:embed="rId2">
            <a:extLst>
              <a:ext uri="{28A0092B-C50C-407E-A947-70E740481C1C}">
                <a14:useLocalDpi xmlns:a14="http://schemas.microsoft.com/office/drawing/2010/main" val="0"/>
              </a:ext>
            </a:extLst>
          </a:blip>
          <a:srcRect t="3343" r="-2" b="3345"/>
          <a:stretch>
            <a:fillRect/>
          </a:stretch>
        </p:blipFill>
        <p:spPr>
          <a:xfrm>
            <a:off x="-6588" y="10"/>
            <a:ext cx="12198588" cy="6857990"/>
          </a:xfrm>
          <a:prstGeom prst="rect">
            <a:avLst/>
          </a:prstGeom>
        </p:spPr>
      </p:pic>
    </p:spTree>
    <p:extLst>
      <p:ext uri="{BB962C8B-B14F-4D97-AF65-F5344CB8AC3E}">
        <p14:creationId xmlns:p14="http://schemas.microsoft.com/office/powerpoint/2010/main" val="28493257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The diagram illustrates a graph plotting the deflection of a fiberglass beam against its rod diameter and length, showing how varying these parameters affect the beam's flexibility.&#10;&#10;AI-generated content may be incorrect.">
            <a:extLst>
              <a:ext uri="{FF2B5EF4-FFF2-40B4-BE49-F238E27FC236}">
                <a16:creationId xmlns:a16="http://schemas.microsoft.com/office/drawing/2014/main" id="{36BB801B-A8F0-68A3-F899-EB6CAB6A1B7A}"/>
              </a:ext>
            </a:extLst>
          </p:cNvPr>
          <p:cNvPicPr>
            <a:picLocks noChangeAspect="1"/>
          </p:cNvPicPr>
          <p:nvPr/>
        </p:nvPicPr>
        <p:blipFill>
          <a:blip r:embed="rId2">
            <a:extLst>
              <a:ext uri="{28A0092B-C50C-407E-A947-70E740481C1C}">
                <a14:useLocalDpi xmlns:a14="http://schemas.microsoft.com/office/drawing/2010/main" val="0"/>
              </a:ext>
            </a:extLst>
          </a:blip>
          <a:srcRect t="3211" r="-2" b="3477"/>
          <a:stretch>
            <a:fillRect/>
          </a:stretch>
        </p:blipFill>
        <p:spPr>
          <a:xfrm>
            <a:off x="-6588" y="10"/>
            <a:ext cx="12198588" cy="6857990"/>
          </a:xfrm>
          <a:prstGeom prst="rect">
            <a:avLst/>
          </a:prstGeom>
        </p:spPr>
      </p:pic>
    </p:spTree>
    <p:extLst>
      <p:ext uri="{BB962C8B-B14F-4D97-AF65-F5344CB8AC3E}">
        <p14:creationId xmlns:p14="http://schemas.microsoft.com/office/powerpoint/2010/main" val="40638847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The diagram illustrates the relationship between aluminum 6061 beam deflection and varying rod diameters and lengths, showing how deflection decreases as rod diameter increases and increases as rod length increases.&#10;&#10;AI-generated content may be incorrect.">
            <a:extLst>
              <a:ext uri="{FF2B5EF4-FFF2-40B4-BE49-F238E27FC236}">
                <a16:creationId xmlns:a16="http://schemas.microsoft.com/office/drawing/2014/main" id="{98149749-6211-92CE-5443-4E4A00703136}"/>
              </a:ext>
            </a:extLst>
          </p:cNvPr>
          <p:cNvPicPr>
            <a:picLocks noChangeAspect="1"/>
          </p:cNvPicPr>
          <p:nvPr/>
        </p:nvPicPr>
        <p:blipFill>
          <a:blip r:embed="rId2">
            <a:extLst>
              <a:ext uri="{28A0092B-C50C-407E-A947-70E740481C1C}">
                <a14:useLocalDpi xmlns:a14="http://schemas.microsoft.com/office/drawing/2010/main" val="0"/>
              </a:ext>
            </a:extLst>
          </a:blip>
          <a:srcRect t="3194" r="-2" b="3494"/>
          <a:stretch>
            <a:fillRect/>
          </a:stretch>
        </p:blipFill>
        <p:spPr>
          <a:xfrm>
            <a:off x="-6588" y="10"/>
            <a:ext cx="12198588" cy="6857990"/>
          </a:xfrm>
          <a:prstGeom prst="rect">
            <a:avLst/>
          </a:prstGeom>
        </p:spPr>
      </p:pic>
    </p:spTree>
    <p:extLst>
      <p:ext uri="{BB962C8B-B14F-4D97-AF65-F5344CB8AC3E}">
        <p14:creationId xmlns:p14="http://schemas.microsoft.com/office/powerpoint/2010/main" val="192793504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The diagram displays a plot of beam deflection for a Ti-6AI-4V alloy rod, showing how deflection varies with different lengths and diameters.&#10;&#10;AI-generated content may be incorrect.">
            <a:extLst>
              <a:ext uri="{FF2B5EF4-FFF2-40B4-BE49-F238E27FC236}">
                <a16:creationId xmlns:a16="http://schemas.microsoft.com/office/drawing/2014/main" id="{356DF41B-719F-D16B-9DD9-B90F360EF61E}"/>
              </a:ext>
            </a:extLst>
          </p:cNvPr>
          <p:cNvPicPr>
            <a:picLocks noChangeAspect="1"/>
          </p:cNvPicPr>
          <p:nvPr/>
        </p:nvPicPr>
        <p:blipFill>
          <a:blip r:embed="rId2">
            <a:extLst>
              <a:ext uri="{28A0092B-C50C-407E-A947-70E740481C1C}">
                <a14:useLocalDpi xmlns:a14="http://schemas.microsoft.com/office/drawing/2010/main" val="0"/>
              </a:ext>
            </a:extLst>
          </a:blip>
          <a:srcRect t="3687" r="-2" b="3001"/>
          <a:stretch>
            <a:fillRect/>
          </a:stretch>
        </p:blipFill>
        <p:spPr>
          <a:xfrm>
            <a:off x="-6588" y="10"/>
            <a:ext cx="12198588" cy="6857990"/>
          </a:xfrm>
          <a:prstGeom prst="rect">
            <a:avLst/>
          </a:prstGeom>
        </p:spPr>
      </p:pic>
    </p:spTree>
    <p:extLst>
      <p:ext uri="{BB962C8B-B14F-4D97-AF65-F5344CB8AC3E}">
        <p14:creationId xmlns:p14="http://schemas.microsoft.com/office/powerpoint/2010/main" val="297106585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The diagram illustrates the relationship between rod diameter and beam deflection for a PLA6-CF material under various lengths, showing how smaller diameters lead to greater deflections.&#10;&#10;AI-generated content may be incorrect.">
            <a:extLst>
              <a:ext uri="{FF2B5EF4-FFF2-40B4-BE49-F238E27FC236}">
                <a16:creationId xmlns:a16="http://schemas.microsoft.com/office/drawing/2014/main" id="{06762C5E-6F54-BEB5-71D5-0C9F797BDF16}"/>
              </a:ext>
            </a:extLst>
          </p:cNvPr>
          <p:cNvPicPr>
            <a:picLocks noChangeAspect="1"/>
          </p:cNvPicPr>
          <p:nvPr/>
        </p:nvPicPr>
        <p:blipFill>
          <a:blip r:embed="rId2">
            <a:extLst>
              <a:ext uri="{28A0092B-C50C-407E-A947-70E740481C1C}">
                <a14:useLocalDpi xmlns:a14="http://schemas.microsoft.com/office/drawing/2010/main" val="0"/>
              </a:ext>
            </a:extLst>
          </a:blip>
          <a:srcRect t="6690" r="-2" b="-2"/>
          <a:stretch>
            <a:fillRect/>
          </a:stretch>
        </p:blipFill>
        <p:spPr>
          <a:xfrm>
            <a:off x="-6588" y="10"/>
            <a:ext cx="12198588" cy="6857990"/>
          </a:xfrm>
          <a:prstGeom prst="rect">
            <a:avLst/>
          </a:prstGeom>
        </p:spPr>
      </p:pic>
    </p:spTree>
    <p:extLst>
      <p:ext uri="{BB962C8B-B14F-4D97-AF65-F5344CB8AC3E}">
        <p14:creationId xmlns:p14="http://schemas.microsoft.com/office/powerpoint/2010/main" val="356993127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The diagram illustrates the relationship between carbon fiber beam deflection and various parameters such as hole diameter and rod length.&#10;&#10;AI-generated content may be incorrect.">
            <a:extLst>
              <a:ext uri="{FF2B5EF4-FFF2-40B4-BE49-F238E27FC236}">
                <a16:creationId xmlns:a16="http://schemas.microsoft.com/office/drawing/2014/main" id="{25DFA79B-B709-970E-8FA6-86F8BF828223}"/>
              </a:ext>
            </a:extLst>
          </p:cNvPr>
          <p:cNvPicPr>
            <a:picLocks noChangeAspect="1"/>
          </p:cNvPicPr>
          <p:nvPr/>
        </p:nvPicPr>
        <p:blipFill>
          <a:blip r:embed="rId2">
            <a:extLst>
              <a:ext uri="{28A0092B-C50C-407E-A947-70E740481C1C}">
                <a14:useLocalDpi xmlns:a14="http://schemas.microsoft.com/office/drawing/2010/main" val="0"/>
              </a:ext>
            </a:extLst>
          </a:blip>
          <a:srcRect t="3461" r="-2" b="3227"/>
          <a:stretch>
            <a:fillRect/>
          </a:stretch>
        </p:blipFill>
        <p:spPr>
          <a:xfrm>
            <a:off x="-6588" y="10"/>
            <a:ext cx="12198588" cy="6857990"/>
          </a:xfrm>
          <a:prstGeom prst="rect">
            <a:avLst/>
          </a:prstGeom>
        </p:spPr>
      </p:pic>
    </p:spTree>
    <p:extLst>
      <p:ext uri="{BB962C8B-B14F-4D97-AF65-F5344CB8AC3E}">
        <p14:creationId xmlns:p14="http://schemas.microsoft.com/office/powerpoint/2010/main" val="234328315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The diagram illustrates the relationship between the diameter of a rod and the deflection of a fiberglass beam, with specific measurements provided for various rod diameters and lengths.&#10;&#10;AI-generated content may be incorrect.">
            <a:extLst>
              <a:ext uri="{FF2B5EF4-FFF2-40B4-BE49-F238E27FC236}">
                <a16:creationId xmlns:a16="http://schemas.microsoft.com/office/drawing/2014/main" id="{1CEB6D4F-AB94-C6BB-6D8A-32114142472D}"/>
              </a:ext>
            </a:extLst>
          </p:cNvPr>
          <p:cNvPicPr>
            <a:picLocks noChangeAspect="1"/>
          </p:cNvPicPr>
          <p:nvPr/>
        </p:nvPicPr>
        <p:blipFill>
          <a:blip r:embed="rId2">
            <a:extLst>
              <a:ext uri="{28A0092B-C50C-407E-A947-70E740481C1C}">
                <a14:useLocalDpi xmlns:a14="http://schemas.microsoft.com/office/drawing/2010/main" val="0"/>
              </a:ext>
            </a:extLst>
          </a:blip>
          <a:srcRect t="3563" r="-2" b="3125"/>
          <a:stretch>
            <a:fillRect/>
          </a:stretch>
        </p:blipFill>
        <p:spPr>
          <a:xfrm>
            <a:off x="-6588" y="10"/>
            <a:ext cx="12198588" cy="6857990"/>
          </a:xfrm>
          <a:prstGeom prst="rect">
            <a:avLst/>
          </a:prstGeom>
        </p:spPr>
      </p:pic>
    </p:spTree>
    <p:extLst>
      <p:ext uri="{BB962C8B-B14F-4D97-AF65-F5344CB8AC3E}">
        <p14:creationId xmlns:p14="http://schemas.microsoft.com/office/powerpoint/2010/main" val="357855893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The diagram illustrates the deflection of an aluminum 6061 beam under varying loads, with the load values on the y-axis and the beam's diameter and length on the x-axis.&#10;&#10;AI-generated content may be incorrect.">
            <a:extLst>
              <a:ext uri="{FF2B5EF4-FFF2-40B4-BE49-F238E27FC236}">
                <a16:creationId xmlns:a16="http://schemas.microsoft.com/office/drawing/2014/main" id="{747706F7-B79B-3501-767C-6326CA21735C}"/>
              </a:ext>
            </a:extLst>
          </p:cNvPr>
          <p:cNvPicPr>
            <a:picLocks noChangeAspect="1"/>
          </p:cNvPicPr>
          <p:nvPr/>
        </p:nvPicPr>
        <p:blipFill>
          <a:blip r:embed="rId2">
            <a:extLst>
              <a:ext uri="{28A0092B-C50C-407E-A947-70E740481C1C}">
                <a14:useLocalDpi xmlns:a14="http://schemas.microsoft.com/office/drawing/2010/main" val="0"/>
              </a:ext>
            </a:extLst>
          </a:blip>
          <a:srcRect t="3106" r="-2" b="3582"/>
          <a:stretch>
            <a:fillRect/>
          </a:stretch>
        </p:blipFill>
        <p:spPr>
          <a:xfrm>
            <a:off x="-6588" y="10"/>
            <a:ext cx="12198588" cy="6857990"/>
          </a:xfrm>
          <a:prstGeom prst="rect">
            <a:avLst/>
          </a:prstGeom>
        </p:spPr>
      </p:pic>
    </p:spTree>
    <p:extLst>
      <p:ext uri="{BB962C8B-B14F-4D97-AF65-F5344CB8AC3E}">
        <p14:creationId xmlns:p14="http://schemas.microsoft.com/office/powerpoint/2010/main" val="1380207719"/>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The diagram shows a linear relationship between the rod diameter and deflection of a Ti-6AI-4V beam under a load, with increasing deflection as the diameter decreases.&#10;&#10;AI-generated content may be incorrect.">
            <a:extLst>
              <a:ext uri="{FF2B5EF4-FFF2-40B4-BE49-F238E27FC236}">
                <a16:creationId xmlns:a16="http://schemas.microsoft.com/office/drawing/2014/main" id="{BF43F939-9084-0536-8D41-6A60E2FF351A}"/>
              </a:ext>
            </a:extLst>
          </p:cNvPr>
          <p:cNvPicPr>
            <a:picLocks noChangeAspect="1"/>
          </p:cNvPicPr>
          <p:nvPr/>
        </p:nvPicPr>
        <p:blipFill>
          <a:blip r:embed="rId2">
            <a:extLst>
              <a:ext uri="{28A0092B-C50C-407E-A947-70E740481C1C}">
                <a14:useLocalDpi xmlns:a14="http://schemas.microsoft.com/office/drawing/2010/main" val="0"/>
              </a:ext>
            </a:extLst>
          </a:blip>
          <a:srcRect t="3708" r="-2" b="2980"/>
          <a:stretch>
            <a:fillRect/>
          </a:stretch>
        </p:blipFill>
        <p:spPr>
          <a:xfrm>
            <a:off x="-6588" y="10"/>
            <a:ext cx="12198588" cy="6857990"/>
          </a:xfrm>
          <a:prstGeom prst="rect">
            <a:avLst/>
          </a:prstGeom>
        </p:spPr>
      </p:pic>
    </p:spTree>
    <p:extLst>
      <p:ext uri="{BB962C8B-B14F-4D97-AF65-F5344CB8AC3E}">
        <p14:creationId xmlns:p14="http://schemas.microsoft.com/office/powerpoint/2010/main" val="298978304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The diagram illustrates the relationship between the diameter and length of a PACC 2004 Hollow Rod (PA6-CF) and its resulting beam deflection.&#10;&#10;AI-generated content may be incorrect.">
            <a:extLst>
              <a:ext uri="{FF2B5EF4-FFF2-40B4-BE49-F238E27FC236}">
                <a16:creationId xmlns:a16="http://schemas.microsoft.com/office/drawing/2014/main" id="{B996B84A-09FC-250A-FACB-848F8B66A2B0}"/>
              </a:ext>
            </a:extLst>
          </p:cNvPr>
          <p:cNvPicPr>
            <a:picLocks noChangeAspect="1"/>
          </p:cNvPicPr>
          <p:nvPr/>
        </p:nvPicPr>
        <p:blipFill>
          <a:blip r:embed="rId2">
            <a:extLst>
              <a:ext uri="{28A0092B-C50C-407E-A947-70E740481C1C}">
                <a14:useLocalDpi xmlns:a14="http://schemas.microsoft.com/office/drawing/2010/main" val="0"/>
              </a:ext>
            </a:extLst>
          </a:blip>
          <a:srcRect t="6690" r="-2" b="-2"/>
          <a:stretch>
            <a:fillRect/>
          </a:stretch>
        </p:blipFill>
        <p:spPr>
          <a:xfrm>
            <a:off x="-6588" y="10"/>
            <a:ext cx="12198588" cy="6857990"/>
          </a:xfrm>
          <a:prstGeom prst="rect">
            <a:avLst/>
          </a:prstGeom>
        </p:spPr>
      </p:pic>
    </p:spTree>
    <p:extLst>
      <p:ext uri="{BB962C8B-B14F-4D97-AF65-F5344CB8AC3E}">
        <p14:creationId xmlns:p14="http://schemas.microsoft.com/office/powerpoint/2010/main" val="286759232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he image is a graph plotting deflection against the outer diameter for various composite materials, including carbon fiber (solid and hollow), fiberglass (solid and hollow), aluminum 6061 (solid and hollow), Ti-6AI-4V (solid and hollow), and PA6-CF (solid and hollow).&#10;&#10;AI-generated content may be incorrect.">
            <a:extLst>
              <a:ext uri="{FF2B5EF4-FFF2-40B4-BE49-F238E27FC236}">
                <a16:creationId xmlns:a16="http://schemas.microsoft.com/office/drawing/2014/main" id="{0545B035-5DF7-4B70-F8A4-CA8B0D698E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1852" y="432526"/>
            <a:ext cx="9948295" cy="5992948"/>
          </a:xfrm>
          <a:prstGeom prst="rect">
            <a:avLst/>
          </a:prstGeom>
        </p:spPr>
      </p:pic>
    </p:spTree>
    <p:extLst>
      <p:ext uri="{BB962C8B-B14F-4D97-AF65-F5344CB8AC3E}">
        <p14:creationId xmlns:p14="http://schemas.microsoft.com/office/powerpoint/2010/main" val="350398481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diagram displays a comparison of mass and deflection for various materials (Nominal Hollow Beam, Carbon Fibre, Fiberglass, Aluminum 6061) at a nominal diameter of 8mm and a length of 150mm.&#10;&#10;AI-generated content may be incorrect.">
            <a:extLst>
              <a:ext uri="{FF2B5EF4-FFF2-40B4-BE49-F238E27FC236}">
                <a16:creationId xmlns:a16="http://schemas.microsoft.com/office/drawing/2014/main" id="{0BD53EEC-6EC8-18DA-BA9F-4E20E4D51C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5812" y="392742"/>
            <a:ext cx="10080375" cy="6072515"/>
          </a:xfrm>
          <a:prstGeom prst="rect">
            <a:avLst/>
          </a:prstGeom>
        </p:spPr>
      </p:pic>
    </p:spTree>
    <p:extLst>
      <p:ext uri="{BB962C8B-B14F-4D97-AF65-F5344CB8AC3E}">
        <p14:creationId xmlns:p14="http://schemas.microsoft.com/office/powerpoint/2010/main" val="3824999413"/>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451ABB3-794F-7D34-6C1E-A7F63C52EF51}"/>
              </a:ext>
            </a:extLst>
          </p:cNvPr>
          <p:cNvPicPr>
            <a:picLocks noChangeAspect="1"/>
          </p:cNvPicPr>
          <p:nvPr/>
        </p:nvPicPr>
        <p:blipFill>
          <a:blip r:embed="rId2"/>
          <a:stretch>
            <a:fillRect/>
          </a:stretch>
        </p:blipFill>
        <p:spPr>
          <a:xfrm>
            <a:off x="0" y="111098"/>
            <a:ext cx="12192000" cy="6635804"/>
          </a:xfrm>
          <a:prstGeom prst="rect">
            <a:avLst/>
          </a:prstGeom>
        </p:spPr>
      </p:pic>
    </p:spTree>
    <p:extLst>
      <p:ext uri="{BB962C8B-B14F-4D97-AF65-F5344CB8AC3E}">
        <p14:creationId xmlns:p14="http://schemas.microsoft.com/office/powerpoint/2010/main" val="2743331789"/>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0FF4D1F-989B-AAEE-CAA2-7FC83C00EC6D}"/>
              </a:ext>
            </a:extLst>
          </p:cNvPr>
          <p:cNvPicPr>
            <a:picLocks noChangeAspect="1"/>
          </p:cNvPicPr>
          <p:nvPr/>
        </p:nvPicPr>
        <p:blipFill>
          <a:blip r:embed="rId2"/>
          <a:stretch>
            <a:fillRect/>
          </a:stretch>
        </p:blipFill>
        <p:spPr>
          <a:xfrm>
            <a:off x="690906" y="0"/>
            <a:ext cx="10810188" cy="6858000"/>
          </a:xfrm>
          <a:prstGeom prst="rect">
            <a:avLst/>
          </a:prstGeom>
        </p:spPr>
      </p:pic>
    </p:spTree>
    <p:extLst>
      <p:ext uri="{BB962C8B-B14F-4D97-AF65-F5344CB8AC3E}">
        <p14:creationId xmlns:p14="http://schemas.microsoft.com/office/powerpoint/2010/main" val="2727593841"/>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2871525-3286-0E5E-E93C-7CC7B59147B6}"/>
              </a:ext>
            </a:extLst>
          </p:cNvPr>
          <p:cNvPicPr>
            <a:picLocks noChangeAspect="1"/>
          </p:cNvPicPr>
          <p:nvPr/>
        </p:nvPicPr>
        <p:blipFill>
          <a:blip r:embed="rId2"/>
          <a:stretch>
            <a:fillRect/>
          </a:stretch>
        </p:blipFill>
        <p:spPr>
          <a:xfrm>
            <a:off x="705787" y="0"/>
            <a:ext cx="10780426" cy="6858000"/>
          </a:xfrm>
          <a:prstGeom prst="rect">
            <a:avLst/>
          </a:prstGeom>
        </p:spPr>
      </p:pic>
    </p:spTree>
    <p:extLst>
      <p:ext uri="{BB962C8B-B14F-4D97-AF65-F5344CB8AC3E}">
        <p14:creationId xmlns:p14="http://schemas.microsoft.com/office/powerpoint/2010/main" val="353838851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55E377E-DF65-508A-4CD4-C965B1E4A3E7}"/>
              </a:ext>
            </a:extLst>
          </p:cNvPr>
          <p:cNvPicPr>
            <a:picLocks noChangeAspect="1"/>
          </p:cNvPicPr>
          <p:nvPr/>
        </p:nvPicPr>
        <p:blipFill>
          <a:blip r:embed="rId2"/>
          <a:stretch>
            <a:fillRect/>
          </a:stretch>
        </p:blipFill>
        <p:spPr>
          <a:xfrm>
            <a:off x="989355" y="0"/>
            <a:ext cx="10213290" cy="6858000"/>
          </a:xfrm>
          <a:prstGeom prst="rect">
            <a:avLst/>
          </a:prstGeom>
        </p:spPr>
      </p:pic>
    </p:spTree>
    <p:extLst>
      <p:ext uri="{BB962C8B-B14F-4D97-AF65-F5344CB8AC3E}">
        <p14:creationId xmlns:p14="http://schemas.microsoft.com/office/powerpoint/2010/main" val="197255488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05FE45F-CCEE-D0BE-DF1F-8BB29FB72517}"/>
              </a:ext>
            </a:extLst>
          </p:cNvPr>
          <p:cNvPicPr>
            <a:picLocks noChangeAspect="1"/>
          </p:cNvPicPr>
          <p:nvPr/>
        </p:nvPicPr>
        <p:blipFill>
          <a:blip r:embed="rId2"/>
          <a:stretch>
            <a:fillRect/>
          </a:stretch>
        </p:blipFill>
        <p:spPr>
          <a:xfrm>
            <a:off x="690906" y="0"/>
            <a:ext cx="10810188" cy="6858000"/>
          </a:xfrm>
          <a:prstGeom prst="rect">
            <a:avLst/>
          </a:prstGeom>
        </p:spPr>
      </p:pic>
    </p:spTree>
    <p:extLst>
      <p:ext uri="{BB962C8B-B14F-4D97-AF65-F5344CB8AC3E}">
        <p14:creationId xmlns:p14="http://schemas.microsoft.com/office/powerpoint/2010/main" val="104614182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D54032B-715E-7A56-AE02-92079BC88990}"/>
              </a:ext>
            </a:extLst>
          </p:cNvPr>
          <p:cNvPicPr>
            <a:picLocks noChangeAspect="1"/>
          </p:cNvPicPr>
          <p:nvPr/>
        </p:nvPicPr>
        <p:blipFill>
          <a:blip r:embed="rId2"/>
          <a:stretch>
            <a:fillRect/>
          </a:stretch>
        </p:blipFill>
        <p:spPr>
          <a:xfrm>
            <a:off x="705787" y="0"/>
            <a:ext cx="10780426" cy="6858000"/>
          </a:xfrm>
          <a:prstGeom prst="rect">
            <a:avLst/>
          </a:prstGeom>
        </p:spPr>
      </p:pic>
    </p:spTree>
    <p:extLst>
      <p:ext uri="{BB962C8B-B14F-4D97-AF65-F5344CB8AC3E}">
        <p14:creationId xmlns:p14="http://schemas.microsoft.com/office/powerpoint/2010/main" val="250516691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8F9AAAB-4731-7854-F933-C4925D72A8AA}"/>
              </a:ext>
            </a:extLst>
          </p:cNvPr>
          <p:cNvPicPr>
            <a:picLocks noChangeAspect="1"/>
          </p:cNvPicPr>
          <p:nvPr/>
        </p:nvPicPr>
        <p:blipFill>
          <a:blip r:embed="rId2"/>
          <a:stretch>
            <a:fillRect/>
          </a:stretch>
        </p:blipFill>
        <p:spPr>
          <a:xfrm>
            <a:off x="989355" y="0"/>
            <a:ext cx="10213290" cy="6858000"/>
          </a:xfrm>
          <a:prstGeom prst="rect">
            <a:avLst/>
          </a:prstGeom>
        </p:spPr>
      </p:pic>
    </p:spTree>
    <p:extLst>
      <p:ext uri="{BB962C8B-B14F-4D97-AF65-F5344CB8AC3E}">
        <p14:creationId xmlns:p14="http://schemas.microsoft.com/office/powerpoint/2010/main" val="1534760645"/>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7EB35C3-654A-14F5-F661-5AA94F18310E}"/>
              </a:ext>
            </a:extLst>
          </p:cNvPr>
          <p:cNvPicPr>
            <a:picLocks noChangeAspect="1"/>
          </p:cNvPicPr>
          <p:nvPr/>
        </p:nvPicPr>
        <p:blipFill>
          <a:blip r:embed="rId2"/>
          <a:stretch>
            <a:fillRect/>
          </a:stretch>
        </p:blipFill>
        <p:spPr>
          <a:xfrm>
            <a:off x="177800" y="0"/>
            <a:ext cx="11836400" cy="6858000"/>
          </a:xfrm>
          <a:prstGeom prst="rect">
            <a:avLst/>
          </a:prstGeom>
        </p:spPr>
      </p:pic>
    </p:spTree>
    <p:extLst>
      <p:ext uri="{BB962C8B-B14F-4D97-AF65-F5344CB8AC3E}">
        <p14:creationId xmlns:p14="http://schemas.microsoft.com/office/powerpoint/2010/main" val="3330330972"/>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7F68D3C-7C84-3FF1-AA0D-F2E83B52BA49}"/>
              </a:ext>
            </a:extLst>
          </p:cNvPr>
          <p:cNvPicPr>
            <a:picLocks noChangeAspect="1"/>
          </p:cNvPicPr>
          <p:nvPr/>
        </p:nvPicPr>
        <p:blipFill>
          <a:blip r:embed="rId2"/>
          <a:stretch>
            <a:fillRect/>
          </a:stretch>
        </p:blipFill>
        <p:spPr>
          <a:xfrm>
            <a:off x="690906" y="0"/>
            <a:ext cx="10810188" cy="6858000"/>
          </a:xfrm>
          <a:prstGeom prst="rect">
            <a:avLst/>
          </a:prstGeom>
        </p:spPr>
      </p:pic>
    </p:spTree>
    <p:extLst>
      <p:ext uri="{BB962C8B-B14F-4D97-AF65-F5344CB8AC3E}">
        <p14:creationId xmlns:p14="http://schemas.microsoft.com/office/powerpoint/2010/main" val="121520628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BA0EB82-3575-5DA4-DA81-748FE0FA516A}"/>
              </a:ext>
            </a:extLst>
          </p:cNvPr>
          <p:cNvPicPr>
            <a:picLocks noChangeAspect="1"/>
          </p:cNvPicPr>
          <p:nvPr/>
        </p:nvPicPr>
        <p:blipFill>
          <a:blip r:embed="rId2"/>
          <a:stretch>
            <a:fillRect/>
          </a:stretch>
        </p:blipFill>
        <p:spPr>
          <a:xfrm>
            <a:off x="705787" y="0"/>
            <a:ext cx="10780426" cy="6858000"/>
          </a:xfrm>
          <a:prstGeom prst="rect">
            <a:avLst/>
          </a:prstGeom>
        </p:spPr>
      </p:pic>
    </p:spTree>
    <p:extLst>
      <p:ext uri="{BB962C8B-B14F-4D97-AF65-F5344CB8AC3E}">
        <p14:creationId xmlns:p14="http://schemas.microsoft.com/office/powerpoint/2010/main" val="4099350749"/>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2ABEDA6-468E-324F-4D2C-328588B2D487}"/>
              </a:ext>
            </a:extLst>
          </p:cNvPr>
          <p:cNvPicPr>
            <a:picLocks noChangeAspect="1"/>
          </p:cNvPicPr>
          <p:nvPr/>
        </p:nvPicPr>
        <p:blipFill>
          <a:blip r:embed="rId2"/>
          <a:stretch>
            <a:fillRect/>
          </a:stretch>
        </p:blipFill>
        <p:spPr>
          <a:xfrm>
            <a:off x="989355" y="0"/>
            <a:ext cx="10213290" cy="6858000"/>
          </a:xfrm>
          <a:prstGeom prst="rect">
            <a:avLst/>
          </a:prstGeom>
        </p:spPr>
      </p:pic>
    </p:spTree>
    <p:extLst>
      <p:ext uri="{BB962C8B-B14F-4D97-AF65-F5344CB8AC3E}">
        <p14:creationId xmlns:p14="http://schemas.microsoft.com/office/powerpoint/2010/main" val="388156712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9661944-CE1A-1AB6-2C01-F12BB1E733D8}"/>
              </a:ext>
            </a:extLst>
          </p:cNvPr>
          <p:cNvPicPr>
            <a:picLocks noChangeAspect="1"/>
          </p:cNvPicPr>
          <p:nvPr/>
        </p:nvPicPr>
        <p:blipFill>
          <a:blip r:embed="rId2"/>
          <a:stretch>
            <a:fillRect/>
          </a:stretch>
        </p:blipFill>
        <p:spPr>
          <a:xfrm>
            <a:off x="690906" y="0"/>
            <a:ext cx="10810188" cy="6858000"/>
          </a:xfrm>
          <a:prstGeom prst="rect">
            <a:avLst/>
          </a:prstGeom>
        </p:spPr>
      </p:pic>
    </p:spTree>
    <p:extLst>
      <p:ext uri="{BB962C8B-B14F-4D97-AF65-F5344CB8AC3E}">
        <p14:creationId xmlns:p14="http://schemas.microsoft.com/office/powerpoint/2010/main" val="2103856901"/>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9C0364A-5812-9469-A9F4-C7581AB232E2}"/>
              </a:ext>
            </a:extLst>
          </p:cNvPr>
          <p:cNvPicPr>
            <a:picLocks noChangeAspect="1"/>
          </p:cNvPicPr>
          <p:nvPr/>
        </p:nvPicPr>
        <p:blipFill>
          <a:blip r:embed="rId2"/>
          <a:stretch>
            <a:fillRect/>
          </a:stretch>
        </p:blipFill>
        <p:spPr>
          <a:xfrm>
            <a:off x="705787" y="0"/>
            <a:ext cx="10780426" cy="6858000"/>
          </a:xfrm>
          <a:prstGeom prst="rect">
            <a:avLst/>
          </a:prstGeom>
        </p:spPr>
      </p:pic>
    </p:spTree>
    <p:extLst>
      <p:ext uri="{BB962C8B-B14F-4D97-AF65-F5344CB8AC3E}">
        <p14:creationId xmlns:p14="http://schemas.microsoft.com/office/powerpoint/2010/main" val="3926333593"/>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0D30202-1660-4DBE-3195-AA0177AF40A4}"/>
              </a:ext>
            </a:extLst>
          </p:cNvPr>
          <p:cNvPicPr>
            <a:picLocks noChangeAspect="1"/>
          </p:cNvPicPr>
          <p:nvPr/>
        </p:nvPicPr>
        <p:blipFill>
          <a:blip r:embed="rId2"/>
          <a:stretch>
            <a:fillRect/>
          </a:stretch>
        </p:blipFill>
        <p:spPr>
          <a:xfrm>
            <a:off x="989355" y="0"/>
            <a:ext cx="10213290" cy="6858000"/>
          </a:xfrm>
          <a:prstGeom prst="rect">
            <a:avLst/>
          </a:prstGeom>
        </p:spPr>
      </p:pic>
    </p:spTree>
    <p:extLst>
      <p:ext uri="{BB962C8B-B14F-4D97-AF65-F5344CB8AC3E}">
        <p14:creationId xmlns:p14="http://schemas.microsoft.com/office/powerpoint/2010/main" val="174977288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62C02DE63E4A349B4785C883F92D491" ma:contentTypeVersion="6" ma:contentTypeDescription="Create a new document." ma:contentTypeScope="" ma:versionID="82ceeb9e8a3211b37c78c40c3c9a9795">
  <xsd:schema xmlns:xsd="http://www.w3.org/2001/XMLSchema" xmlns:xs="http://www.w3.org/2001/XMLSchema" xmlns:p="http://schemas.microsoft.com/office/2006/metadata/properties" xmlns:ns2="4a412c7a-c26a-409d-99e4-2944d8acb053" targetNamespace="http://schemas.microsoft.com/office/2006/metadata/properties" ma:root="true" ma:fieldsID="7c1cf1c5a64810cce054fe38316e3a93" ns2:_="">
    <xsd:import namespace="4a412c7a-c26a-409d-99e4-2944d8acb05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412c7a-c26a-409d-99e4-2944d8acb05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E2EE050-6AA9-488D-9555-524F3F1535C3}">
  <ds:schemaRefs>
    <ds:schemaRef ds:uri="4a412c7a-c26a-409d-99e4-2944d8acb05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9DCE35E-F521-4E25-8B09-48820FDBAB1D}">
  <ds:schemaRefs>
    <ds:schemaRef ds:uri="http://schemas.microsoft.com/sharepoint/v3/contenttype/forms"/>
  </ds:schemaRefs>
</ds:datastoreItem>
</file>

<file path=customXml/itemProps3.xml><?xml version="1.0" encoding="utf-8"?>
<ds:datastoreItem xmlns:ds="http://schemas.openxmlformats.org/officeDocument/2006/customXml" ds:itemID="{7989AEF0-B8EE-41D3-8D57-70CE935F4766}">
  <ds:schemaRefs>
    <ds:schemaRef ds:uri="4a412c7a-c26a-409d-99e4-2944d8acb05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154</Slides>
  <Notes>122</Notes>
  <HiddenSlides>1</HiddenSlides>
  <ScaleCrop>false</ScaleCrop>
  <HeadingPairs>
    <vt:vector size="4" baseType="variant">
      <vt:variant>
        <vt:lpstr>Theme</vt:lpstr>
      </vt:variant>
      <vt:variant>
        <vt:i4>1</vt:i4>
      </vt:variant>
      <vt:variant>
        <vt:lpstr>Slide Titles</vt:lpstr>
      </vt:variant>
      <vt:variant>
        <vt:i4>154</vt:i4>
      </vt:variant>
    </vt:vector>
  </HeadingPairs>
  <TitlesOfParts>
    <vt:vector size="15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cp:lastPrinted>2026-09-28T14:57:48Z</cp:lastPrinted>
  <dcterms:created xsi:type="dcterms:W3CDTF">2026-09-22T17:13:46Z</dcterms:created>
  <dcterms:modified xsi:type="dcterms:W3CDTF">2026-09-29T16:43:43Z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0x010100962C02DE63E4A349B4785C883F92D491</vt:lpwstr>
  </property>
</Properties>
</file>